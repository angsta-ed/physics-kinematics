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7" r:id="rId3"/>
    <p:sldId id="360" r:id="rId4"/>
    <p:sldId id="362" r:id="rId5"/>
    <p:sldId id="321" r:id="rId6"/>
    <p:sldId id="363" r:id="rId7"/>
    <p:sldId id="281" r:id="rId8"/>
    <p:sldId id="282" r:id="rId9"/>
    <p:sldId id="286" r:id="rId10"/>
    <p:sldId id="329" r:id="rId11"/>
    <p:sldId id="289" r:id="rId12"/>
    <p:sldId id="287" r:id="rId13"/>
    <p:sldId id="327" r:id="rId14"/>
    <p:sldId id="328" r:id="rId15"/>
    <p:sldId id="330" r:id="rId16"/>
    <p:sldId id="292" r:id="rId17"/>
    <p:sldId id="331" r:id="rId18"/>
    <p:sldId id="297" r:id="rId19"/>
    <p:sldId id="298" r:id="rId20"/>
    <p:sldId id="293" r:id="rId21"/>
    <p:sldId id="299" r:id="rId22"/>
    <p:sldId id="323" r:id="rId23"/>
    <p:sldId id="324" r:id="rId24"/>
    <p:sldId id="322" r:id="rId25"/>
    <p:sldId id="295" r:id="rId26"/>
    <p:sldId id="300" r:id="rId27"/>
    <p:sldId id="301" r:id="rId28"/>
    <p:sldId id="302" r:id="rId29"/>
    <p:sldId id="337" r:id="rId30"/>
    <p:sldId id="338" r:id="rId31"/>
    <p:sldId id="303" r:id="rId32"/>
    <p:sldId id="326" r:id="rId33"/>
    <p:sldId id="304" r:id="rId34"/>
    <p:sldId id="305" r:id="rId35"/>
    <p:sldId id="312" r:id="rId36"/>
    <p:sldId id="317" r:id="rId37"/>
    <p:sldId id="366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2E1AEE-FF89-42A2-A5E1-470898045DBC}" v="364" dt="2024-08-06T00:13:16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480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48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rri Guzzardo" userId="302796c4-f288-4f3f-ad03-2b7a977b1a26" providerId="ADAL" clId="{082E1AEE-FF89-42A2-A5E1-470898045DBC}"/>
    <pc:docChg chg="custSel addSld delSld modSld">
      <pc:chgData name="Kerri Guzzardo" userId="302796c4-f288-4f3f-ad03-2b7a977b1a26" providerId="ADAL" clId="{082E1AEE-FF89-42A2-A5E1-470898045DBC}" dt="2024-08-06T00:14:57.279" v="822" actId="47"/>
      <pc:docMkLst>
        <pc:docMk/>
      </pc:docMkLst>
      <pc:sldChg chg="addSp delSp modSp mod">
        <pc:chgData name="Kerri Guzzardo" userId="302796c4-f288-4f3f-ad03-2b7a977b1a26" providerId="ADAL" clId="{082E1AEE-FF89-42A2-A5E1-470898045DBC}" dt="2024-08-04T20:48:37.670" v="68" actId="1076"/>
        <pc:sldMkLst>
          <pc:docMk/>
          <pc:sldMk cId="0" sldId="257"/>
        </pc:sldMkLst>
        <pc:spChg chg="mod">
          <ac:chgData name="Kerri Guzzardo" userId="302796c4-f288-4f3f-ad03-2b7a977b1a26" providerId="ADAL" clId="{082E1AEE-FF89-42A2-A5E1-470898045DBC}" dt="2024-08-04T20:48:04.512" v="63" actId="20577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Kerri Guzzardo" userId="302796c4-f288-4f3f-ad03-2b7a977b1a26" providerId="ADAL" clId="{082E1AEE-FF89-42A2-A5E1-470898045DBC}" dt="2024-08-04T20:48:37.670" v="68" actId="1076"/>
          <ac:picMkLst>
            <pc:docMk/>
            <pc:sldMk cId="0" sldId="257"/>
            <ac:picMk id="1026" creationId="{02043B93-6309-8B35-80C7-BBDA234AFAD3}"/>
          </ac:picMkLst>
        </pc:picChg>
        <pc:picChg chg="add del mod">
          <ac:chgData name="Kerri Guzzardo" userId="302796c4-f288-4f3f-ad03-2b7a977b1a26" providerId="ADAL" clId="{082E1AEE-FF89-42A2-A5E1-470898045DBC}" dt="2024-08-04T20:46:50.957" v="58" actId="478"/>
          <ac:picMkLst>
            <pc:docMk/>
            <pc:sldMk cId="0" sldId="257"/>
            <ac:picMk id="1028" creationId="{121B988E-CB82-D5D9-7094-7B4B5B1BFC9B}"/>
          </ac:picMkLst>
        </pc:picChg>
        <pc:picChg chg="add mod">
          <ac:chgData name="Kerri Guzzardo" userId="302796c4-f288-4f3f-ad03-2b7a977b1a26" providerId="ADAL" clId="{082E1AEE-FF89-42A2-A5E1-470898045DBC}" dt="2024-08-04T20:48:31.413" v="66" actId="14100"/>
          <ac:picMkLst>
            <pc:docMk/>
            <pc:sldMk cId="0" sldId="257"/>
            <ac:picMk id="1030" creationId="{B9C46D95-BD80-27D2-7259-E200ACD55A15}"/>
          </ac:picMkLst>
        </pc:picChg>
        <pc:picChg chg="del">
          <ac:chgData name="Kerri Guzzardo" userId="302796c4-f288-4f3f-ad03-2b7a977b1a26" providerId="ADAL" clId="{082E1AEE-FF89-42A2-A5E1-470898045DBC}" dt="2024-08-04T20:42:53.668" v="41" actId="478"/>
          <ac:picMkLst>
            <pc:docMk/>
            <pc:sldMk cId="0" sldId="257"/>
            <ac:picMk id="2050" creationId="{CB655AE7-6471-CB31-572E-4174BBD85FC4}"/>
          </ac:picMkLst>
        </pc:picChg>
        <pc:picChg chg="del">
          <ac:chgData name="Kerri Guzzardo" userId="302796c4-f288-4f3f-ad03-2b7a977b1a26" providerId="ADAL" clId="{082E1AEE-FF89-42A2-A5E1-470898045DBC}" dt="2024-08-04T20:43:17.877" v="46" actId="478"/>
          <ac:picMkLst>
            <pc:docMk/>
            <pc:sldMk cId="0" sldId="257"/>
            <ac:picMk id="2052" creationId="{FEF4D281-6BD2-91CB-8DE6-452F1841D0AF}"/>
          </ac:picMkLst>
        </pc:picChg>
      </pc:sldChg>
      <pc:sldChg chg="del">
        <pc:chgData name="Kerri Guzzardo" userId="302796c4-f288-4f3f-ad03-2b7a977b1a26" providerId="ADAL" clId="{082E1AEE-FF89-42A2-A5E1-470898045DBC}" dt="2024-08-04T20:50:44.568" v="78" actId="47"/>
        <pc:sldMkLst>
          <pc:docMk/>
          <pc:sldMk cId="0" sldId="261"/>
        </pc:sldMkLst>
      </pc:sldChg>
      <pc:sldChg chg="addSp modSp mod modAnim">
        <pc:chgData name="Kerri Guzzardo" userId="302796c4-f288-4f3f-ad03-2b7a977b1a26" providerId="ADAL" clId="{082E1AEE-FF89-42A2-A5E1-470898045DBC}" dt="2024-08-04T21:59:48.941" v="507"/>
        <pc:sldMkLst>
          <pc:docMk/>
          <pc:sldMk cId="0" sldId="281"/>
        </pc:sldMkLst>
        <pc:spChg chg="mod">
          <ac:chgData name="Kerri Guzzardo" userId="302796c4-f288-4f3f-ad03-2b7a977b1a26" providerId="ADAL" clId="{082E1AEE-FF89-42A2-A5E1-470898045DBC}" dt="2024-08-04T21:53:04.835" v="220" actId="255"/>
          <ac:spMkLst>
            <pc:docMk/>
            <pc:sldMk cId="0" sldId="281"/>
            <ac:spMk id="2" creationId="{00000000-0000-0000-0000-000000000000}"/>
          </ac:spMkLst>
        </pc:spChg>
        <pc:spChg chg="add mod">
          <ac:chgData name="Kerri Guzzardo" userId="302796c4-f288-4f3f-ad03-2b7a977b1a26" providerId="ADAL" clId="{082E1AEE-FF89-42A2-A5E1-470898045DBC}" dt="2024-08-04T21:59:27.666" v="504" actId="1076"/>
          <ac:spMkLst>
            <pc:docMk/>
            <pc:sldMk cId="0" sldId="281"/>
            <ac:spMk id="3" creationId="{7B4AEF75-6687-5B79-664D-4A91960D4906}"/>
          </ac:spMkLst>
        </pc:spChg>
        <pc:spChg chg="mod">
          <ac:chgData name="Kerri Guzzardo" userId="302796c4-f288-4f3f-ad03-2b7a977b1a26" providerId="ADAL" clId="{082E1AEE-FF89-42A2-A5E1-470898045DBC}" dt="2024-08-04T21:54:59.581" v="266" actId="1076"/>
          <ac:spMkLst>
            <pc:docMk/>
            <pc:sldMk cId="0" sldId="281"/>
            <ac:spMk id="5" creationId="{00000000-0000-0000-0000-000000000000}"/>
          </ac:spMkLst>
        </pc:spChg>
        <pc:picChg chg="mod">
          <ac:chgData name="Kerri Guzzardo" userId="302796c4-f288-4f3f-ad03-2b7a977b1a26" providerId="ADAL" clId="{082E1AEE-FF89-42A2-A5E1-470898045DBC}" dt="2024-08-04T21:55:03.289" v="267" actId="14100"/>
          <ac:picMkLst>
            <pc:docMk/>
            <pc:sldMk cId="0" sldId="281"/>
            <ac:picMk id="4" creationId="{00000000-0000-0000-0000-000000000000}"/>
          </ac:picMkLst>
        </pc:picChg>
      </pc:sldChg>
      <pc:sldChg chg="addSp delSp modSp mod modAnim">
        <pc:chgData name="Kerri Guzzardo" userId="302796c4-f288-4f3f-ad03-2b7a977b1a26" providerId="ADAL" clId="{082E1AEE-FF89-42A2-A5E1-470898045DBC}" dt="2024-08-04T22:01:15.764" v="550" actId="207"/>
        <pc:sldMkLst>
          <pc:docMk/>
          <pc:sldMk cId="0" sldId="282"/>
        </pc:sldMkLst>
        <pc:spChg chg="mod">
          <ac:chgData name="Kerri Guzzardo" userId="302796c4-f288-4f3f-ad03-2b7a977b1a26" providerId="ADAL" clId="{082E1AEE-FF89-42A2-A5E1-470898045DBC}" dt="2024-08-04T21:55:56.554" v="378" actId="1076"/>
          <ac:spMkLst>
            <pc:docMk/>
            <pc:sldMk cId="0" sldId="282"/>
            <ac:spMk id="2" creationId="{00000000-0000-0000-0000-000000000000}"/>
          </ac:spMkLst>
        </pc:spChg>
        <pc:spChg chg="mod">
          <ac:chgData name="Kerri Guzzardo" userId="302796c4-f288-4f3f-ad03-2b7a977b1a26" providerId="ADAL" clId="{082E1AEE-FF89-42A2-A5E1-470898045DBC}" dt="2024-08-04T21:58:13.123" v="471" actId="27636"/>
          <ac:spMkLst>
            <pc:docMk/>
            <pc:sldMk cId="0" sldId="282"/>
            <ac:spMk id="3" creationId="{00000000-0000-0000-0000-000000000000}"/>
          </ac:spMkLst>
        </pc:spChg>
        <pc:spChg chg="add mod">
          <ac:chgData name="Kerri Guzzardo" userId="302796c4-f288-4f3f-ad03-2b7a977b1a26" providerId="ADAL" clId="{082E1AEE-FF89-42A2-A5E1-470898045DBC}" dt="2024-08-04T22:00:25.724" v="523" actId="255"/>
          <ac:spMkLst>
            <pc:docMk/>
            <pc:sldMk cId="0" sldId="282"/>
            <ac:spMk id="5" creationId="{059EADDD-5B44-9A25-35DD-3160D922C092}"/>
          </ac:spMkLst>
        </pc:spChg>
        <pc:spChg chg="add mod">
          <ac:chgData name="Kerri Guzzardo" userId="302796c4-f288-4f3f-ad03-2b7a977b1a26" providerId="ADAL" clId="{082E1AEE-FF89-42A2-A5E1-470898045DBC}" dt="2024-08-04T22:00:45.571" v="536" actId="20577"/>
          <ac:spMkLst>
            <pc:docMk/>
            <pc:sldMk cId="0" sldId="282"/>
            <ac:spMk id="6" creationId="{AD9FE3A9-93E8-C1BA-5AF5-966D9C936BC3}"/>
          </ac:spMkLst>
        </pc:spChg>
        <pc:spChg chg="add mod">
          <ac:chgData name="Kerri Guzzardo" userId="302796c4-f288-4f3f-ad03-2b7a977b1a26" providerId="ADAL" clId="{082E1AEE-FF89-42A2-A5E1-470898045DBC}" dt="2024-08-04T22:01:15.764" v="550" actId="207"/>
          <ac:spMkLst>
            <pc:docMk/>
            <pc:sldMk cId="0" sldId="282"/>
            <ac:spMk id="7" creationId="{E7A53533-1CC2-05F1-63C1-29AE07F4B8FA}"/>
          </ac:spMkLst>
        </pc:spChg>
        <pc:picChg chg="del">
          <ac:chgData name="Kerri Guzzardo" userId="302796c4-f288-4f3f-ad03-2b7a977b1a26" providerId="ADAL" clId="{082E1AEE-FF89-42A2-A5E1-470898045DBC}" dt="2024-08-04T21:55:13.820" v="268" actId="478"/>
          <ac:picMkLst>
            <pc:docMk/>
            <pc:sldMk cId="0" sldId="282"/>
            <ac:picMk id="4" creationId="{00000000-0000-0000-0000-000000000000}"/>
          </ac:picMkLst>
        </pc:picChg>
        <pc:picChg chg="add mod">
          <ac:chgData name="Kerri Guzzardo" userId="302796c4-f288-4f3f-ad03-2b7a977b1a26" providerId="ADAL" clId="{082E1AEE-FF89-42A2-A5E1-470898045DBC}" dt="2024-08-04T21:58:06.401" v="469" actId="1076"/>
          <ac:picMkLst>
            <pc:docMk/>
            <pc:sldMk cId="0" sldId="282"/>
            <ac:picMk id="4098" creationId="{948815FC-6983-B22A-E123-F31C129BB5C9}"/>
          </ac:picMkLst>
        </pc:picChg>
      </pc:sldChg>
      <pc:sldChg chg="del">
        <pc:chgData name="Kerri Guzzardo" userId="302796c4-f288-4f3f-ad03-2b7a977b1a26" providerId="ADAL" clId="{082E1AEE-FF89-42A2-A5E1-470898045DBC}" dt="2024-08-04T21:58:33.828" v="472" actId="47"/>
        <pc:sldMkLst>
          <pc:docMk/>
          <pc:sldMk cId="0" sldId="283"/>
        </pc:sldMkLst>
      </pc:sldChg>
      <pc:sldChg chg="modSp mod">
        <pc:chgData name="Kerri Guzzardo" userId="302796c4-f288-4f3f-ad03-2b7a977b1a26" providerId="ADAL" clId="{082E1AEE-FF89-42A2-A5E1-470898045DBC}" dt="2024-08-04T22:01:38.046" v="551" actId="1076"/>
        <pc:sldMkLst>
          <pc:docMk/>
          <pc:sldMk cId="0" sldId="286"/>
        </pc:sldMkLst>
        <pc:spChg chg="mod">
          <ac:chgData name="Kerri Guzzardo" userId="302796c4-f288-4f3f-ad03-2b7a977b1a26" providerId="ADAL" clId="{082E1AEE-FF89-42A2-A5E1-470898045DBC}" dt="2024-08-04T22:01:38.046" v="551" actId="1076"/>
          <ac:spMkLst>
            <pc:docMk/>
            <pc:sldMk cId="0" sldId="286"/>
            <ac:spMk id="3" creationId="{00000000-0000-0000-0000-000000000000}"/>
          </ac:spMkLst>
        </pc:spChg>
      </pc:sldChg>
      <pc:sldChg chg="modSp">
        <pc:chgData name="Kerri Guzzardo" userId="302796c4-f288-4f3f-ad03-2b7a977b1a26" providerId="ADAL" clId="{082E1AEE-FF89-42A2-A5E1-470898045DBC}" dt="2024-08-04T22:03:47.111" v="553" actId="20577"/>
        <pc:sldMkLst>
          <pc:docMk/>
          <pc:sldMk cId="0" sldId="292"/>
        </pc:sldMkLst>
        <pc:spChg chg="mod">
          <ac:chgData name="Kerri Guzzardo" userId="302796c4-f288-4f3f-ad03-2b7a977b1a26" providerId="ADAL" clId="{082E1AEE-FF89-42A2-A5E1-470898045DBC}" dt="2024-08-04T22:03:47.111" v="553" actId="20577"/>
          <ac:spMkLst>
            <pc:docMk/>
            <pc:sldMk cId="0" sldId="292"/>
            <ac:spMk id="5" creationId="{00000000-0000-0000-0000-000000000000}"/>
          </ac:spMkLst>
        </pc:spChg>
      </pc:sldChg>
      <pc:sldChg chg="addSp delSp modSp mod modAnim">
        <pc:chgData name="Kerri Guzzardo" userId="302796c4-f288-4f3f-ad03-2b7a977b1a26" providerId="ADAL" clId="{082E1AEE-FF89-42A2-A5E1-470898045DBC}" dt="2024-08-04T22:12:13.174" v="701" actId="14100"/>
        <pc:sldMkLst>
          <pc:docMk/>
          <pc:sldMk cId="0" sldId="301"/>
        </pc:sldMkLst>
        <pc:spChg chg="mod">
          <ac:chgData name="Kerri Guzzardo" userId="302796c4-f288-4f3f-ad03-2b7a977b1a26" providerId="ADAL" clId="{082E1AEE-FF89-42A2-A5E1-470898045DBC}" dt="2024-08-04T22:12:04.053" v="698" actId="1076"/>
          <ac:spMkLst>
            <pc:docMk/>
            <pc:sldMk cId="0" sldId="301"/>
            <ac:spMk id="2" creationId="{00000000-0000-0000-0000-000000000000}"/>
          </ac:spMkLst>
        </pc:spChg>
        <pc:spChg chg="add mod">
          <ac:chgData name="Kerri Guzzardo" userId="302796c4-f288-4f3f-ad03-2b7a977b1a26" providerId="ADAL" clId="{082E1AEE-FF89-42A2-A5E1-470898045DBC}" dt="2024-08-04T22:10:13.163" v="680" actId="207"/>
          <ac:spMkLst>
            <pc:docMk/>
            <pc:sldMk cId="0" sldId="301"/>
            <ac:spMk id="3" creationId="{8BC22364-E791-9920-D9DB-0335CD437935}"/>
          </ac:spMkLst>
        </pc:spChg>
        <pc:spChg chg="mod">
          <ac:chgData name="Kerri Guzzardo" userId="302796c4-f288-4f3f-ad03-2b7a977b1a26" providerId="ADAL" clId="{082E1AEE-FF89-42A2-A5E1-470898045DBC}" dt="2024-08-04T22:09:48.987" v="671" actId="1076"/>
          <ac:spMkLst>
            <pc:docMk/>
            <pc:sldMk cId="0" sldId="301"/>
            <ac:spMk id="5" creationId="{00000000-0000-0000-0000-000000000000}"/>
          </ac:spMkLst>
        </pc:spChg>
        <pc:spChg chg="add mod">
          <ac:chgData name="Kerri Guzzardo" userId="302796c4-f288-4f3f-ad03-2b7a977b1a26" providerId="ADAL" clId="{082E1AEE-FF89-42A2-A5E1-470898045DBC}" dt="2024-08-04T22:10:35.562" v="694" actId="115"/>
          <ac:spMkLst>
            <pc:docMk/>
            <pc:sldMk cId="0" sldId="301"/>
            <ac:spMk id="6" creationId="{D2449B97-B4C5-C2AB-2819-0BE8E158E7C0}"/>
          </ac:spMkLst>
        </pc:spChg>
        <pc:picChg chg="del">
          <ac:chgData name="Kerri Guzzardo" userId="302796c4-f288-4f3f-ad03-2b7a977b1a26" providerId="ADAL" clId="{082E1AEE-FF89-42A2-A5E1-470898045DBC}" dt="2024-08-04T22:11:54.336" v="695" actId="478"/>
          <ac:picMkLst>
            <pc:docMk/>
            <pc:sldMk cId="0" sldId="301"/>
            <ac:picMk id="4" creationId="{00000000-0000-0000-0000-000000000000}"/>
          </ac:picMkLst>
        </pc:picChg>
        <pc:picChg chg="add mod">
          <ac:chgData name="Kerri Guzzardo" userId="302796c4-f288-4f3f-ad03-2b7a977b1a26" providerId="ADAL" clId="{082E1AEE-FF89-42A2-A5E1-470898045DBC}" dt="2024-08-04T22:12:13.174" v="701" actId="14100"/>
          <ac:picMkLst>
            <pc:docMk/>
            <pc:sldMk cId="0" sldId="301"/>
            <ac:picMk id="5122" creationId="{C54EE7AE-60C3-903D-714B-79B9A1DA2BEF}"/>
          </ac:picMkLst>
        </pc:picChg>
      </pc:sldChg>
      <pc:sldChg chg="modSp modAnim">
        <pc:chgData name="Kerri Guzzardo" userId="302796c4-f288-4f3f-ad03-2b7a977b1a26" providerId="ADAL" clId="{082E1AEE-FF89-42A2-A5E1-470898045DBC}" dt="2024-08-04T22:15:34.029" v="749" actId="20577"/>
        <pc:sldMkLst>
          <pc:docMk/>
          <pc:sldMk cId="0" sldId="302"/>
        </pc:sldMkLst>
        <pc:spChg chg="mod">
          <ac:chgData name="Kerri Guzzardo" userId="302796c4-f288-4f3f-ad03-2b7a977b1a26" providerId="ADAL" clId="{082E1AEE-FF89-42A2-A5E1-470898045DBC}" dt="2024-08-04T22:15:34.029" v="749" actId="20577"/>
          <ac:spMkLst>
            <pc:docMk/>
            <pc:sldMk cId="0" sldId="302"/>
            <ac:spMk id="6" creationId="{00000000-0000-0000-0000-000000000000}"/>
          </ac:spMkLst>
        </pc:spChg>
      </pc:sldChg>
      <pc:sldChg chg="modSp mod">
        <pc:chgData name="Kerri Guzzardo" userId="302796c4-f288-4f3f-ad03-2b7a977b1a26" providerId="ADAL" clId="{082E1AEE-FF89-42A2-A5E1-470898045DBC}" dt="2024-08-04T22:16:19.124" v="781" actId="115"/>
        <pc:sldMkLst>
          <pc:docMk/>
          <pc:sldMk cId="0" sldId="303"/>
        </pc:sldMkLst>
        <pc:spChg chg="mod">
          <ac:chgData name="Kerri Guzzardo" userId="302796c4-f288-4f3f-ad03-2b7a977b1a26" providerId="ADAL" clId="{082E1AEE-FF89-42A2-A5E1-470898045DBC}" dt="2024-08-04T22:16:19.124" v="781" actId="115"/>
          <ac:spMkLst>
            <pc:docMk/>
            <pc:sldMk cId="0" sldId="303"/>
            <ac:spMk id="2" creationId="{00000000-0000-0000-0000-000000000000}"/>
          </ac:spMkLst>
        </pc:spChg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0" sldId="313"/>
        </pc:sldMkLst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0" sldId="314"/>
        </pc:sldMkLst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0" sldId="315"/>
        </pc:sldMkLst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0" sldId="319"/>
        </pc:sldMkLst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0" sldId="320"/>
        </pc:sldMkLst>
      </pc:sldChg>
      <pc:sldChg chg="modSp mod">
        <pc:chgData name="Kerri Guzzardo" userId="302796c4-f288-4f3f-ad03-2b7a977b1a26" providerId="ADAL" clId="{082E1AEE-FF89-42A2-A5E1-470898045DBC}" dt="2024-08-04T21:02:19.019" v="85" actId="33524"/>
        <pc:sldMkLst>
          <pc:docMk/>
          <pc:sldMk cId="0" sldId="321"/>
        </pc:sldMkLst>
        <pc:spChg chg="mod">
          <ac:chgData name="Kerri Guzzardo" userId="302796c4-f288-4f3f-ad03-2b7a977b1a26" providerId="ADAL" clId="{082E1AEE-FF89-42A2-A5E1-470898045DBC}" dt="2024-08-04T21:02:19.019" v="85" actId="33524"/>
          <ac:spMkLst>
            <pc:docMk/>
            <pc:sldMk cId="0" sldId="321"/>
            <ac:spMk id="3" creationId="{00000000-0000-0000-0000-000000000000}"/>
          </ac:spMkLst>
        </pc:spChg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0" sldId="332"/>
        </pc:sldMkLst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0" sldId="333"/>
        </pc:sldMkLst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0" sldId="334"/>
        </pc:sldMkLst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0" sldId="335"/>
        </pc:sldMkLst>
      </pc:sldChg>
      <pc:sldChg chg="del">
        <pc:chgData name="Kerri Guzzardo" userId="302796c4-f288-4f3f-ad03-2b7a977b1a26" providerId="ADAL" clId="{082E1AEE-FF89-42A2-A5E1-470898045DBC}" dt="2024-08-05T13:07:33.605" v="790" actId="47"/>
        <pc:sldMkLst>
          <pc:docMk/>
          <pc:sldMk cId="1847639392" sldId="336"/>
        </pc:sldMkLst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1259547304" sldId="339"/>
        </pc:sldMkLst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1052635130" sldId="340"/>
        </pc:sldMkLst>
      </pc:sldChg>
      <pc:sldChg chg="del">
        <pc:chgData name="Kerri Guzzardo" userId="302796c4-f288-4f3f-ad03-2b7a977b1a26" providerId="ADAL" clId="{082E1AEE-FF89-42A2-A5E1-470898045DBC}" dt="2024-08-05T13:06:47.510" v="788" actId="47"/>
        <pc:sldMkLst>
          <pc:docMk/>
          <pc:sldMk cId="2171455365" sldId="341"/>
        </pc:sldMkLst>
      </pc:sldChg>
      <pc:sldChg chg="addSp delSp modSp mod">
        <pc:chgData name="Kerri Guzzardo" userId="302796c4-f288-4f3f-ad03-2b7a977b1a26" providerId="ADAL" clId="{082E1AEE-FF89-42A2-A5E1-470898045DBC}" dt="2024-08-04T20:46:46.515" v="57" actId="1076"/>
        <pc:sldMkLst>
          <pc:docMk/>
          <pc:sldMk cId="3047638852" sldId="360"/>
        </pc:sldMkLst>
        <pc:picChg chg="add mod modCrop">
          <ac:chgData name="Kerri Guzzardo" userId="302796c4-f288-4f3f-ad03-2b7a977b1a26" providerId="ADAL" clId="{082E1AEE-FF89-42A2-A5E1-470898045DBC}" dt="2024-08-04T20:46:46.515" v="57" actId="1076"/>
          <ac:picMkLst>
            <pc:docMk/>
            <pc:sldMk cId="3047638852" sldId="360"/>
            <ac:picMk id="3" creationId="{DAD7DDD7-35F5-E5F4-831A-8A7AF1661FF3}"/>
          </ac:picMkLst>
        </pc:picChg>
        <pc:picChg chg="del">
          <ac:chgData name="Kerri Guzzardo" userId="302796c4-f288-4f3f-ad03-2b7a977b1a26" providerId="ADAL" clId="{082E1AEE-FF89-42A2-A5E1-470898045DBC}" dt="2024-08-04T20:46:05.001" v="50" actId="478"/>
          <ac:picMkLst>
            <pc:docMk/>
            <pc:sldMk cId="3047638852" sldId="360"/>
            <ac:picMk id="5" creationId="{E0556A7F-265B-B2D9-9E6D-8264E53DF2D6}"/>
          </ac:picMkLst>
        </pc:picChg>
      </pc:sldChg>
      <pc:sldChg chg="addSp delSp modSp">
        <pc:chgData name="Kerri Guzzardo" userId="302796c4-f288-4f3f-ad03-2b7a977b1a26" providerId="ADAL" clId="{082E1AEE-FF89-42A2-A5E1-470898045DBC}" dt="2024-08-04T21:01:31.503" v="84" actId="14100"/>
        <pc:sldMkLst>
          <pc:docMk/>
          <pc:sldMk cId="2938189212" sldId="362"/>
        </pc:sldMkLst>
        <pc:spChg chg="mod">
          <ac:chgData name="Kerri Guzzardo" userId="302796c4-f288-4f3f-ad03-2b7a977b1a26" providerId="ADAL" clId="{082E1AEE-FF89-42A2-A5E1-470898045DBC}" dt="2024-08-04T20:50:37.838" v="77" actId="207"/>
          <ac:spMkLst>
            <pc:docMk/>
            <pc:sldMk cId="2938189212" sldId="362"/>
            <ac:spMk id="5" creationId="{7F89EEC4-40C7-9E6E-E059-69C69A93A956}"/>
          </ac:spMkLst>
        </pc:spChg>
        <pc:picChg chg="del">
          <ac:chgData name="Kerri Guzzardo" userId="302796c4-f288-4f3f-ad03-2b7a977b1a26" providerId="ADAL" clId="{082E1AEE-FF89-42A2-A5E1-470898045DBC}" dt="2024-08-04T20:59:51.918" v="79" actId="478"/>
          <ac:picMkLst>
            <pc:docMk/>
            <pc:sldMk cId="2938189212" sldId="362"/>
            <ac:picMk id="1028" creationId="{8ABF7D5D-AFEA-9766-3523-21FFB65BDB1A}"/>
          </ac:picMkLst>
        </pc:picChg>
        <pc:picChg chg="add mod">
          <ac:chgData name="Kerri Guzzardo" userId="302796c4-f288-4f3f-ad03-2b7a977b1a26" providerId="ADAL" clId="{082E1AEE-FF89-42A2-A5E1-470898045DBC}" dt="2024-08-04T21:01:31.503" v="84" actId="14100"/>
          <ac:picMkLst>
            <pc:docMk/>
            <pc:sldMk cId="2938189212" sldId="362"/>
            <ac:picMk id="2050" creationId="{C33513A7-68C2-785E-5853-E6271A02CF71}"/>
          </ac:picMkLst>
        </pc:picChg>
      </pc:sldChg>
      <pc:sldChg chg="addSp delSp modSp new mod modAnim">
        <pc:chgData name="Kerri Guzzardo" userId="302796c4-f288-4f3f-ad03-2b7a977b1a26" providerId="ADAL" clId="{082E1AEE-FF89-42A2-A5E1-470898045DBC}" dt="2024-08-04T21:51:37.559" v="210" actId="1076"/>
        <pc:sldMkLst>
          <pc:docMk/>
          <pc:sldMk cId="2919553949" sldId="363"/>
        </pc:sldMkLst>
        <pc:spChg chg="mod">
          <ac:chgData name="Kerri Guzzardo" userId="302796c4-f288-4f3f-ad03-2b7a977b1a26" providerId="ADAL" clId="{082E1AEE-FF89-42A2-A5E1-470898045DBC}" dt="2024-08-04T21:50:56.126" v="209" actId="207"/>
          <ac:spMkLst>
            <pc:docMk/>
            <pc:sldMk cId="2919553949" sldId="363"/>
            <ac:spMk id="2" creationId="{2945413F-857E-E338-5526-028BE48E6A94}"/>
          </ac:spMkLst>
        </pc:spChg>
        <pc:spChg chg="mod">
          <ac:chgData name="Kerri Guzzardo" userId="302796c4-f288-4f3f-ad03-2b7a977b1a26" providerId="ADAL" clId="{082E1AEE-FF89-42A2-A5E1-470898045DBC}" dt="2024-08-04T21:50:44.905" v="207" actId="14100"/>
          <ac:spMkLst>
            <pc:docMk/>
            <pc:sldMk cId="2919553949" sldId="363"/>
            <ac:spMk id="3" creationId="{588E962A-C010-5BAB-95A7-856CAB34637C}"/>
          </ac:spMkLst>
        </pc:spChg>
        <pc:spChg chg="add del">
          <ac:chgData name="Kerri Guzzardo" userId="302796c4-f288-4f3f-ad03-2b7a977b1a26" providerId="ADAL" clId="{082E1AEE-FF89-42A2-A5E1-470898045DBC}" dt="2024-08-04T21:47:12.420" v="175" actId="478"/>
          <ac:spMkLst>
            <pc:docMk/>
            <pc:sldMk cId="2919553949" sldId="363"/>
            <ac:spMk id="5" creationId="{C0D8D259-6A2B-207E-789B-C317AA162219}"/>
          </ac:spMkLst>
        </pc:spChg>
        <pc:spChg chg="add mod">
          <ac:chgData name="Kerri Guzzardo" userId="302796c4-f288-4f3f-ad03-2b7a977b1a26" providerId="ADAL" clId="{082E1AEE-FF89-42A2-A5E1-470898045DBC}" dt="2024-08-04T21:51:37.559" v="210" actId="1076"/>
          <ac:spMkLst>
            <pc:docMk/>
            <pc:sldMk cId="2919553949" sldId="363"/>
            <ac:spMk id="6" creationId="{88A28D1C-BE81-6BE6-17A0-44356CB2B44E}"/>
          </ac:spMkLst>
        </pc:spChg>
        <pc:picChg chg="add mod">
          <ac:chgData name="Kerri Guzzardo" userId="302796c4-f288-4f3f-ad03-2b7a977b1a26" providerId="ADAL" clId="{082E1AEE-FF89-42A2-A5E1-470898045DBC}" dt="2024-08-04T21:50:38.905" v="206" actId="1076"/>
          <ac:picMkLst>
            <pc:docMk/>
            <pc:sldMk cId="2919553949" sldId="363"/>
            <ac:picMk id="3074" creationId="{2DB7E658-3CAA-69B4-98CC-F9BA5EC0B7CC}"/>
          </ac:picMkLst>
        </pc:picChg>
      </pc:sldChg>
      <pc:sldChg chg="delSp del mod delAnim">
        <pc:chgData name="Kerri Guzzardo" userId="302796c4-f288-4f3f-ad03-2b7a977b1a26" providerId="ADAL" clId="{082E1AEE-FF89-42A2-A5E1-470898045DBC}" dt="2024-08-06T00:01:35.421" v="794" actId="47"/>
        <pc:sldMkLst>
          <pc:docMk/>
          <pc:sldMk cId="153656737" sldId="364"/>
        </pc:sldMkLst>
        <pc:spChg chg="del">
          <ac:chgData name="Kerri Guzzardo" userId="302796c4-f288-4f3f-ad03-2b7a977b1a26" providerId="ADAL" clId="{082E1AEE-FF89-42A2-A5E1-470898045DBC}" dt="2024-08-06T00:01:27.117" v="792" actId="478"/>
          <ac:spMkLst>
            <pc:docMk/>
            <pc:sldMk cId="153656737" sldId="364"/>
            <ac:spMk id="5" creationId="{059EADDD-5B44-9A25-35DD-3160D922C092}"/>
          </ac:spMkLst>
        </pc:spChg>
        <pc:spChg chg="del">
          <ac:chgData name="Kerri Guzzardo" userId="302796c4-f288-4f3f-ad03-2b7a977b1a26" providerId="ADAL" clId="{082E1AEE-FF89-42A2-A5E1-470898045DBC}" dt="2024-08-06T00:01:24.225" v="791" actId="478"/>
          <ac:spMkLst>
            <pc:docMk/>
            <pc:sldMk cId="153656737" sldId="364"/>
            <ac:spMk id="6" creationId="{AD9FE3A9-93E8-C1BA-5AF5-966D9C936BC3}"/>
          </ac:spMkLst>
        </pc:spChg>
        <pc:spChg chg="del">
          <ac:chgData name="Kerri Guzzardo" userId="302796c4-f288-4f3f-ad03-2b7a977b1a26" providerId="ADAL" clId="{082E1AEE-FF89-42A2-A5E1-470898045DBC}" dt="2024-08-06T00:01:29.713" v="793" actId="478"/>
          <ac:spMkLst>
            <pc:docMk/>
            <pc:sldMk cId="153656737" sldId="364"/>
            <ac:spMk id="7" creationId="{E7A53533-1CC2-05F1-63C1-29AE07F4B8FA}"/>
          </ac:spMkLst>
        </pc:spChg>
      </pc:sldChg>
      <pc:sldChg chg="delSp modSp del mod delAnim">
        <pc:chgData name="Kerri Guzzardo" userId="302796c4-f288-4f3f-ad03-2b7a977b1a26" providerId="ADAL" clId="{082E1AEE-FF89-42A2-A5E1-470898045DBC}" dt="2024-08-06T00:06:24.218" v="800" actId="47"/>
        <pc:sldMkLst>
          <pc:docMk/>
          <pc:sldMk cId="284287101" sldId="364"/>
        </pc:sldMkLst>
        <pc:spChg chg="del">
          <ac:chgData name="Kerri Guzzardo" userId="302796c4-f288-4f3f-ad03-2b7a977b1a26" providerId="ADAL" clId="{082E1AEE-FF89-42A2-A5E1-470898045DBC}" dt="2024-08-06T00:06:00.305" v="797" actId="478"/>
          <ac:spMkLst>
            <pc:docMk/>
            <pc:sldMk cId="284287101" sldId="364"/>
            <ac:spMk id="3" creationId="{8BC22364-E791-9920-D9DB-0335CD437935}"/>
          </ac:spMkLst>
        </pc:spChg>
        <pc:spChg chg="del mod">
          <ac:chgData name="Kerri Guzzardo" userId="302796c4-f288-4f3f-ad03-2b7a977b1a26" providerId="ADAL" clId="{082E1AEE-FF89-42A2-A5E1-470898045DBC}" dt="2024-08-06T00:05:56.629" v="796" actId="478"/>
          <ac:spMkLst>
            <pc:docMk/>
            <pc:sldMk cId="284287101" sldId="364"/>
            <ac:spMk id="5" creationId="{00000000-0000-0000-0000-000000000000}"/>
          </ac:spMkLst>
        </pc:spChg>
        <pc:spChg chg="mod">
          <ac:chgData name="Kerri Guzzardo" userId="302796c4-f288-4f3f-ad03-2b7a977b1a26" providerId="ADAL" clId="{082E1AEE-FF89-42A2-A5E1-470898045DBC}" dt="2024-08-06T00:06:05.975" v="798" actId="1076"/>
          <ac:spMkLst>
            <pc:docMk/>
            <pc:sldMk cId="284287101" sldId="364"/>
            <ac:spMk id="6" creationId="{D2449B97-B4C5-C2AB-2819-0BE8E158E7C0}"/>
          </ac:spMkLst>
        </pc:spChg>
        <pc:picChg chg="mod">
          <ac:chgData name="Kerri Guzzardo" userId="302796c4-f288-4f3f-ad03-2b7a977b1a26" providerId="ADAL" clId="{082E1AEE-FF89-42A2-A5E1-470898045DBC}" dt="2024-08-06T00:06:08.930" v="799" actId="14100"/>
          <ac:picMkLst>
            <pc:docMk/>
            <pc:sldMk cId="284287101" sldId="364"/>
            <ac:picMk id="5122" creationId="{C54EE7AE-60C3-903D-714B-79B9A1DA2BEF}"/>
          </ac:picMkLst>
        </pc:picChg>
      </pc:sldChg>
      <pc:sldChg chg="new del">
        <pc:chgData name="Kerri Guzzardo" userId="302796c4-f288-4f3f-ad03-2b7a977b1a26" providerId="ADAL" clId="{082E1AEE-FF89-42A2-A5E1-470898045DBC}" dt="2024-08-04T22:07:56.868" v="555" actId="47"/>
        <pc:sldMkLst>
          <pc:docMk/>
          <pc:sldMk cId="2653510691" sldId="364"/>
        </pc:sldMkLst>
      </pc:sldChg>
      <pc:sldChg chg="addSp delSp modSp new del mod">
        <pc:chgData name="Kerri Guzzardo" userId="302796c4-f288-4f3f-ad03-2b7a977b1a26" providerId="ADAL" clId="{082E1AEE-FF89-42A2-A5E1-470898045DBC}" dt="2024-08-05T13:07:32.876" v="789" actId="47"/>
        <pc:sldMkLst>
          <pc:docMk/>
          <pc:sldMk cId="3107143633" sldId="364"/>
        </pc:sldMkLst>
        <pc:spChg chg="del mod">
          <ac:chgData name="Kerri Guzzardo" userId="302796c4-f288-4f3f-ad03-2b7a977b1a26" providerId="ADAL" clId="{082E1AEE-FF89-42A2-A5E1-470898045DBC}" dt="2024-08-04T22:22:27.634" v="784" actId="478"/>
          <ac:spMkLst>
            <pc:docMk/>
            <pc:sldMk cId="3107143633" sldId="364"/>
            <ac:spMk id="3" creationId="{69B61317-2EAF-59EA-65A2-BFD73959401C}"/>
          </ac:spMkLst>
        </pc:spChg>
        <pc:picChg chg="add mod">
          <ac:chgData name="Kerri Guzzardo" userId="302796c4-f288-4f3f-ad03-2b7a977b1a26" providerId="ADAL" clId="{082E1AEE-FF89-42A2-A5E1-470898045DBC}" dt="2024-08-04T22:22:41.165" v="787" actId="14100"/>
          <ac:picMkLst>
            <pc:docMk/>
            <pc:sldMk cId="3107143633" sldId="364"/>
            <ac:picMk id="5" creationId="{F48B7563-FAF1-2AFC-6BBA-670A2A164B63}"/>
          </ac:picMkLst>
        </pc:picChg>
      </pc:sldChg>
      <pc:sldChg chg="delSp del mod delAnim">
        <pc:chgData name="Kerri Guzzardo" userId="302796c4-f288-4f3f-ad03-2b7a977b1a26" providerId="ADAL" clId="{082E1AEE-FF89-42A2-A5E1-470898045DBC}" dt="2024-08-06T00:14:57.279" v="822" actId="47"/>
        <pc:sldMkLst>
          <pc:docMk/>
          <pc:sldMk cId="3969784071" sldId="364"/>
        </pc:sldMkLst>
        <pc:spChg chg="del">
          <ac:chgData name="Kerri Guzzardo" userId="302796c4-f288-4f3f-ad03-2b7a977b1a26" providerId="ADAL" clId="{082E1AEE-FF89-42A2-A5E1-470898045DBC}" dt="2024-08-06T00:08:26.484" v="801" actId="478"/>
          <ac:spMkLst>
            <pc:docMk/>
            <pc:sldMk cId="3969784071" sldId="364"/>
            <ac:spMk id="7" creationId="{00000000-0000-0000-0000-000000000000}"/>
          </ac:spMkLst>
        </pc:spChg>
        <pc:spChg chg="del">
          <ac:chgData name="Kerri Guzzardo" userId="302796c4-f288-4f3f-ad03-2b7a977b1a26" providerId="ADAL" clId="{082E1AEE-FF89-42A2-A5E1-470898045DBC}" dt="2024-08-06T00:08:33.527" v="803" actId="478"/>
          <ac:spMkLst>
            <pc:docMk/>
            <pc:sldMk cId="3969784071" sldId="364"/>
            <ac:spMk id="8" creationId="{00000000-0000-0000-0000-000000000000}"/>
          </ac:spMkLst>
        </pc:spChg>
        <pc:spChg chg="del">
          <ac:chgData name="Kerri Guzzardo" userId="302796c4-f288-4f3f-ad03-2b7a977b1a26" providerId="ADAL" clId="{082E1AEE-FF89-42A2-A5E1-470898045DBC}" dt="2024-08-06T00:08:29.651" v="802" actId="478"/>
          <ac:spMkLst>
            <pc:docMk/>
            <pc:sldMk cId="3969784071" sldId="364"/>
            <ac:spMk id="9" creationId="{00000000-0000-0000-0000-000000000000}"/>
          </ac:spMkLst>
        </pc:spChg>
        <pc:spChg chg="del">
          <ac:chgData name="Kerri Guzzardo" userId="302796c4-f288-4f3f-ad03-2b7a977b1a26" providerId="ADAL" clId="{082E1AEE-FF89-42A2-A5E1-470898045DBC}" dt="2024-08-06T00:08:38.240" v="804" actId="478"/>
          <ac:spMkLst>
            <pc:docMk/>
            <pc:sldMk cId="3969784071" sldId="364"/>
            <ac:spMk id="10" creationId="{00000000-0000-0000-0000-000000000000}"/>
          </ac:spMkLst>
        </pc:spChg>
      </pc:sldChg>
      <pc:sldChg chg="delSp modSp mod">
        <pc:chgData name="Kerri Guzzardo" userId="302796c4-f288-4f3f-ad03-2b7a977b1a26" providerId="ADAL" clId="{082E1AEE-FF89-42A2-A5E1-470898045DBC}" dt="2024-08-06T00:13:38.987" v="821" actId="255"/>
        <pc:sldMkLst>
          <pc:docMk/>
          <pc:sldMk cId="902027510" sldId="366"/>
        </pc:sldMkLst>
        <pc:spChg chg="mod">
          <ac:chgData name="Kerri Guzzardo" userId="302796c4-f288-4f3f-ad03-2b7a977b1a26" providerId="ADAL" clId="{082E1AEE-FF89-42A2-A5E1-470898045DBC}" dt="2024-08-06T00:13:21.667" v="818" actId="14100"/>
          <ac:spMkLst>
            <pc:docMk/>
            <pc:sldMk cId="902027510" sldId="366"/>
            <ac:spMk id="2" creationId="{85551163-0152-53A3-27C9-81623B261C4B}"/>
          </ac:spMkLst>
        </pc:spChg>
        <pc:spChg chg="mod">
          <ac:chgData name="Kerri Guzzardo" userId="302796c4-f288-4f3f-ad03-2b7a977b1a26" providerId="ADAL" clId="{082E1AEE-FF89-42A2-A5E1-470898045DBC}" dt="2024-08-06T00:13:27.554" v="819" actId="255"/>
          <ac:spMkLst>
            <pc:docMk/>
            <pc:sldMk cId="902027510" sldId="366"/>
            <ac:spMk id="4" creationId="{37AFC329-91E7-2886-DF90-614A1C4A75B0}"/>
          </ac:spMkLst>
        </pc:spChg>
        <pc:spChg chg="mod">
          <ac:chgData name="Kerri Guzzardo" userId="302796c4-f288-4f3f-ad03-2b7a977b1a26" providerId="ADAL" clId="{082E1AEE-FF89-42A2-A5E1-470898045DBC}" dt="2024-08-06T00:13:33.767" v="820" actId="255"/>
          <ac:spMkLst>
            <pc:docMk/>
            <pc:sldMk cId="902027510" sldId="366"/>
            <ac:spMk id="5" creationId="{0FD315EE-B64D-B972-A87A-E855E6F5274D}"/>
          </ac:spMkLst>
        </pc:spChg>
        <pc:spChg chg="mod">
          <ac:chgData name="Kerri Guzzardo" userId="302796c4-f288-4f3f-ad03-2b7a977b1a26" providerId="ADAL" clId="{082E1AEE-FF89-42A2-A5E1-470898045DBC}" dt="2024-08-06T00:13:38.987" v="821" actId="255"/>
          <ac:spMkLst>
            <pc:docMk/>
            <pc:sldMk cId="902027510" sldId="366"/>
            <ac:spMk id="6" creationId="{FF39A2D5-FB09-9CE8-037C-F21CFC675199}"/>
          </ac:spMkLst>
        </pc:spChg>
        <pc:spChg chg="del">
          <ac:chgData name="Kerri Guzzardo" userId="302796c4-f288-4f3f-ad03-2b7a977b1a26" providerId="ADAL" clId="{082E1AEE-FF89-42A2-A5E1-470898045DBC}" dt="2024-08-06T00:12:59.899" v="814" actId="478"/>
          <ac:spMkLst>
            <pc:docMk/>
            <pc:sldMk cId="902027510" sldId="366"/>
            <ac:spMk id="7" creationId="{0F6F9A59-A7FD-1AAB-27C2-91D545A3820A}"/>
          </ac:spMkLst>
        </pc:spChg>
        <pc:picChg chg="mod">
          <ac:chgData name="Kerri Guzzardo" userId="302796c4-f288-4f3f-ad03-2b7a977b1a26" providerId="ADAL" clId="{082E1AEE-FF89-42A2-A5E1-470898045DBC}" dt="2024-08-06T00:12:25.609" v="807" actId="14100"/>
          <ac:picMkLst>
            <pc:docMk/>
            <pc:sldMk cId="902027510" sldId="366"/>
            <ac:picMk id="1026" creationId="{9D793465-B189-2136-C7FF-60A4AC23533F}"/>
          </ac:picMkLst>
        </pc:picChg>
        <pc:picChg chg="mod">
          <ac:chgData name="Kerri Guzzardo" userId="302796c4-f288-4f3f-ad03-2b7a977b1a26" providerId="ADAL" clId="{082E1AEE-FF89-42A2-A5E1-470898045DBC}" dt="2024-08-06T00:12:42.392" v="811" actId="1076"/>
          <ac:picMkLst>
            <pc:docMk/>
            <pc:sldMk cId="902027510" sldId="366"/>
            <ac:picMk id="1028" creationId="{EF09AA8C-3395-6122-9F87-900079DD8B25}"/>
          </ac:picMkLst>
        </pc:picChg>
        <pc:picChg chg="mod">
          <ac:chgData name="Kerri Guzzardo" userId="302796c4-f288-4f3f-ad03-2b7a977b1a26" providerId="ADAL" clId="{082E1AEE-FF89-42A2-A5E1-470898045DBC}" dt="2024-08-06T00:12:38.305" v="810" actId="1076"/>
          <ac:picMkLst>
            <pc:docMk/>
            <pc:sldMk cId="902027510" sldId="366"/>
            <ac:picMk id="1030" creationId="{9C07714F-CFFE-D4DB-92D5-0F6FAB47A45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F5654-B376-4849-8B4A-8A420547E170}" type="datetimeFigureOut">
              <a:rPr lang="en-US" smtClean="0"/>
              <a:pPr/>
              <a:t>8/5/2024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FEE17-44EF-4989-97E3-DECCE2C663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206CF-378A-47E5-BB2C-59BCDEF62085}" type="datetimeFigureOut">
              <a:rPr lang="en-US" smtClean="0"/>
              <a:pPr/>
              <a:t>8/5/2024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7C65D-6ECB-428D-9290-80A4938179B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23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7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32AB0-A9FE-47F0-983A-A268B8B1E950}" type="datetimeFigureOut">
              <a:rPr lang="en-US" smtClean="0"/>
              <a:pPr/>
              <a:t>8/5/2024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2BC49-1683-4D75-A2C8-6982532AE8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www.charlesburrows.com/regents2b/index_2.ht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youtube.com/watch?v=PFdnvmPTrxc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://www.google.com/url?sa=i&amp;rct=j&amp;q=&amp;esrc=s&amp;source=images&amp;cd=&amp;cad=rja&amp;uact=8&amp;ved=0CAcQjRw&amp;url=http://www.wearedesignbureau.com/projects/pothole-warning-system/&amp;ei=OcGaVffAI4bR-QG9x4CwCg&amp;bvm=bv.96952980,d.cWw&amp;psig=AFQjCNFPtrBT5GXQKFzhMBuCBwNGquXZnQ&amp;ust=1436291755024222" TargetMode="External"/><Relationship Id="rId7" Type="http://schemas.openxmlformats.org/officeDocument/2006/relationships/hyperlink" Target="http://www.google.com/url?sa=i&amp;rct=j&amp;q=&amp;esrc=s&amp;source=images&amp;cd=&amp;cad=rja&amp;uact=8&amp;ved=0CAcQjRw&amp;url=http://www.androidapps.com/tech/articles/3934-fresh-android-apps-for-nov-12-bing-tgi-black-friday-pothole-reporter&amp;ei=sMGaVZ_jOIqt-QHYhYUQ&amp;bvm=bv.96952980,d.cWw&amp;psig=AFQjCNFPtrBT5GXQKFzhMBuCBwNGquXZnQ&amp;ust=143629175502422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hyperlink" Target="http://www.google.com/url?sa=i&amp;rct=j&amp;q=&amp;esrc=s&amp;source=images&amp;cd=&amp;cad=rja&amp;uact=8&amp;ved=0CAcQjRw&amp;url=http://www.telegraph.co.uk/motoring/road-safety/8605892/New-road-sign-makes-a-hole-lot-of-sense-for-motorists.html&amp;ei=McGaVZ_GAorv-AHW7aeICg&amp;bvm=bv.96952980,d.cWw&amp;psig=AFQjCNFPtrBT5GXQKFzhMBuCBwNGquXZnQ&amp;ust=1436291755024222" TargetMode="External"/><Relationship Id="rId4" Type="http://schemas.openxmlformats.org/officeDocument/2006/relationships/image" Target="../media/image11.jpeg"/><Relationship Id="rId9" Type="http://schemas.openxmlformats.org/officeDocument/2006/relationships/image" Target="../media/image14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://www.google.com/url?sa=i&amp;rct=j&amp;q=&amp;esrc=s&amp;source=images&amp;cd=&amp;cad=rja&amp;uact=8&amp;ved=0CAcQjRw&amp;url=http://www.firestonecompleteautocare.com/cf/tires/pothole-damage-to-tires-and-vehicles/&amp;ei=tsKaVYDACYvv-AHUgYWgDA&amp;bvm=bv.96952980,d.cWw&amp;psig=AFQjCNEuXZcQpU2Xk0zfVSACVWOjvcJD4Q&amp;ust=1436291953572355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www.google.com/url?sa=i&amp;rct=j&amp;q=&amp;esrc=s&amp;source=images&amp;cd=&amp;cad=rja&amp;uact=8&amp;ved=0CAcQjRw&amp;url=http://blog.divingrates.com/index.php/tag/dogging-potholes/&amp;ei=9sGaVY_-DMj2-AHn14CACA&amp;bvm=bv.96952980,d.cWw&amp;psig=AFQjCNEuXZcQpU2Xk0zfVSACVWOjvcJD4Q&amp;ust=1436291953572355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://www.google.com/url?sa=i&amp;rct=j&amp;q=&amp;esrc=s&amp;source=images&amp;cd=&amp;cad=rja&amp;uact=8&amp;ved=0CAcQjRw&amp;url=http://cars.aol.co.uk/pictures/car-swallowed-by-huge-pothole/&amp;ei=VcKaVZmgOIW2-QGYsYu4Dg&amp;bvm=bv.96952980,d.cWw&amp;psig=AFQjCNEuXZcQpU2Xk0zfVSACVWOjvcJD4Q&amp;ust=1436291953572355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rct=j&amp;q=&amp;esrc=s&amp;source=images&amp;cd=&amp;cad=rja&amp;uact=8&amp;ved=0CAcQjRw&amp;url=https://www.pinterest.com/n2ojungle/potholes/&amp;ei=ZcOaVdDKD8Xx-AG-vo-gDg&amp;bvm=bv.96952980,d.cWw&amp;psig=AFQjCNGDXTY76knAeHACliiqGh6Y3DOshw&amp;ust=1436292316778479" TargetMode="External"/><Relationship Id="rId2" Type="http://schemas.openxmlformats.org/officeDocument/2006/relationships/hyperlink" Target="https://www.youtube.com/watch?v=NjMUfIKktWU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gif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oogle.com/url?sa=i&amp;rct=j&amp;q=&amp;esrc=s&amp;source=images&amp;cd=&amp;cad=rja&amp;uact=8&amp;ved=0CAcQjRw&amp;url=http://www.demeterclarc.com/2011/11/03/clarisonic-mia-week-two-report/&amp;ei=SsWaVYHXJ8v1-AGQtYDoAw&amp;psig=AFQjCNEIwYskLFdEIpVsox7a5xdASG8Hbg&amp;ust=1436292796947323" TargetMode="External"/><Relationship Id="rId5" Type="http://schemas.openxmlformats.org/officeDocument/2006/relationships/image" Target="../media/image25.jpeg"/><Relationship Id="rId4" Type="http://schemas.openxmlformats.org/officeDocument/2006/relationships/hyperlink" Target="http://www.google.com/url?sa=i&amp;rct=j&amp;q=&amp;esrc=s&amp;source=images&amp;cd=&amp;cad=rja&amp;uact=8&amp;ved=&amp;url=http://charmfazesmakeovers.blogspot.com/2013/08/exfoliate-your-skin-pros-cons.html&amp;ei=GsSaVdbYD8Kv-AHJnbaABA&amp;bvm=bv.96952980,d.cWw&amp;psig=AFQjCNF8ut6_Ar631GQmwh1RPMXX0YHcqQ&amp;ust=1436292506646727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oogle.com/url?sa=i&amp;rct=j&amp;q=&amp;esrc=s&amp;source=images&amp;cd=&amp;cad=rja&amp;uact=8&amp;ved=0CAcQjRw&amp;url=http://www.amazon.co.uk/Scrubber-Remover-Scrub-Pumice-Stone/dp/B00MCBT9JS&amp;ei=TsaaVZzPJ4GN-QGX2oDgAw&amp;psig=AFQjCNFUWGWVRSW50aWRplR0Shz6q2SZSQ&amp;ust=1436292989200490" TargetMode="External"/><Relationship Id="rId3" Type="http://schemas.openxmlformats.org/officeDocument/2006/relationships/image" Target="../media/image27.jpe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oogle.com/url?sa=i&amp;rct=j&amp;q=&amp;esrc=s&amp;source=images&amp;cd=&amp;cad=rja&amp;uact=8&amp;ved=0CAcQjRw&amp;url=http://planehealth.blogspot.com/2013/01/look-younger.html&amp;ei=DsaaVcLwLcvz-AHVxYDYDg&amp;psig=AFQjCNFUWGWVRSW50aWRplR0Shz6q2SZSQ&amp;ust=1436292989200490" TargetMode="External"/><Relationship Id="rId5" Type="http://schemas.openxmlformats.org/officeDocument/2006/relationships/image" Target="../media/image28.jpeg"/><Relationship Id="rId4" Type="http://schemas.openxmlformats.org/officeDocument/2006/relationships/hyperlink" Target="http://www.google.com/url?sa=i&amp;rct=j&amp;q=&amp;esrc=s&amp;source=images&amp;cd=&amp;cad=rja&amp;uact=8&amp;ved=0CAcQjRw&amp;url=http://nishajaveri.blogspot.com/2014/12/let-radiance-of-your-skin-remain-even.html&amp;ei=lMWaVfi-JsK7-AGApYjoDA&amp;psig=AFQjCNEFNsAg4uW80MmqsvwZtqLcWjCUOA&amp;ust=1436292856261192" TargetMode="External"/><Relationship Id="rId9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arlesburrows.com/regents2b/index_2.ht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://www.google.com/url?sa=i&amp;rct=j&amp;q=&amp;esrc=s&amp;source=images&amp;cd=&amp;cad=rja&amp;uact=8&amp;ved=0CAcQjRw&amp;url=http://bretonmarcus.weebly.com/unit-5-planet-earth-project-topic-3.html&amp;ei=rLqaVYOUI4Pr-AG8t57YAQ&amp;psig=AFQjCNFKjyGyKqwgUjdV2xE5Ti_rBYqgbA&amp;ust=1436290087113332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hyperlink" Target="http://www.google.com/url?sa=i&amp;rct=j&amp;q=&amp;esrc=s&amp;source=images&amp;cd=&amp;cad=rja&amp;uact=8&amp;ved=0CAcQjRw&amp;url=http://www.pasadenanow.com/main/councilmembers-want-city-responsibility-for-sidewalk-upkeep/&amp;ei=47qaVfr-Ksbp-QHOnLn4Bg&amp;psig=AFQjCNEenBiQ3emgXps6hwlJLLbShbmH4w&amp;ust=1436290144236077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hyperlink" Target="http://www.google.com/url?sa=i&amp;rct=j&amp;q=&amp;esrc=s&amp;source=images&amp;cd=&amp;cad=rja&amp;uact=8&amp;ved=0CAcQjRw&amp;url=http://epod.usra.edu/blog/2012/10/juniper-pine-and-rock-weathering.html&amp;ei=hLqaVZLhMYOr-QGcx4DIAg&amp;psig=AFQjCNEyoF3gGAOXU-i3irkyS00AEboOZA&amp;ust=1436289933863742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url?sa=i&amp;rct=j&amp;q=&amp;esrc=s&amp;source=images&amp;cd=&amp;cad=rja&amp;uact=8&amp;ved=0CAcQjRw&amp;url=http://www.vectors4all.net/free-vectors-download/boxing+glove&amp;ei=lseaVeWGI4O4-AHu0LzYAQ&amp;psig=AFQjCNHzJC3HWaaWv0s9bPlczhrJoUXhgg&amp;ust=1436293393825104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gif"/><Relationship Id="rId5" Type="http://schemas.openxmlformats.org/officeDocument/2006/relationships/image" Target="../media/image45.jpeg"/><Relationship Id="rId4" Type="http://schemas.openxmlformats.org/officeDocument/2006/relationships/image" Target="../media/image44.gi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1">
            <a:extLst>
              <a:ext uri="{FF2B5EF4-FFF2-40B4-BE49-F238E27FC236}">
                <a16:creationId xmlns:a16="http://schemas.microsoft.com/office/drawing/2014/main" id="{50397338-07BB-4520-B120-D10ECADC77AE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5400"/>
            <a:ext cx="9144000" cy="6832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/>
              <a:t>I. Introduction Activity: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0099" y="765538"/>
            <a:ext cx="9144000" cy="1096963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dirty="0"/>
              <a:t>Materials: </a:t>
            </a:r>
          </a:p>
          <a:p>
            <a:pPr algn="ctr">
              <a:buNone/>
            </a:pPr>
            <a:r>
              <a:rPr lang="en-US" dirty="0"/>
              <a:t>1 Sugar Cube &amp; 1 plastic resealable bag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 descr="Isolated sugar cube design Royalty Free Vector Image">
            <a:extLst>
              <a:ext uri="{FF2B5EF4-FFF2-40B4-BE49-F238E27FC236}">
                <a16:creationId xmlns:a16="http://schemas.microsoft.com/office/drawing/2014/main" id="{02043B93-6309-8B35-80C7-BBDA234AFA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89"/>
          <a:stretch/>
        </p:blipFill>
        <p:spPr bwMode="auto">
          <a:xfrm>
            <a:off x="1524000" y="3538581"/>
            <a:ext cx="1422400" cy="143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ealable Bags | Poly Bags | Great American Packaging">
            <a:extLst>
              <a:ext uri="{FF2B5EF4-FFF2-40B4-BE49-F238E27FC236}">
                <a16:creationId xmlns:a16="http://schemas.microsoft.com/office/drawing/2014/main" id="{B9C46D95-BD80-27D2-7259-E200ACD55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599" y="1851070"/>
            <a:ext cx="5006929" cy="500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D7DDD7-35F5-E5F4-831A-8A7AF1661F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0" r="1114"/>
          <a:stretch/>
        </p:blipFill>
        <p:spPr>
          <a:xfrm>
            <a:off x="0" y="190500"/>
            <a:ext cx="9208264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38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5FB6-01DC-9C09-CB90-A5B825D5C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TODAY WE ARE FOCUSING ON: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89EEC4-40C7-9E6E-E059-69C69A93A956}"/>
              </a:ext>
            </a:extLst>
          </p:cNvPr>
          <p:cNvSpPr txBox="1">
            <a:spLocks/>
          </p:cNvSpPr>
          <p:nvPr/>
        </p:nvSpPr>
        <p:spPr>
          <a:xfrm>
            <a:off x="0" y="862148"/>
            <a:ext cx="9109166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>
                <a:solidFill>
                  <a:srgbClr val="0070C0"/>
                </a:solidFill>
                <a:latin typeface="Bernard MT Condensed" panose="02050806060905020404" pitchFamily="18" charset="0"/>
              </a:rPr>
              <a:t>PHYSICAL WEATHERING</a:t>
            </a:r>
          </a:p>
        </p:txBody>
      </p:sp>
      <p:pic>
        <p:nvPicPr>
          <p:cNvPr id="2050" name="Picture 2" descr="Rock Fall GIFs | Tenor">
            <a:extLst>
              <a:ext uri="{FF2B5EF4-FFF2-40B4-BE49-F238E27FC236}">
                <a16:creationId xmlns:a16="http://schemas.microsoft.com/office/drawing/2014/main" id="{C33513A7-68C2-785E-5853-E6271A02C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0" y="1724296"/>
            <a:ext cx="9109166" cy="515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18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8000" b="1" dirty="0">
                <a:solidFill>
                  <a:srgbClr val="0070C0"/>
                </a:solidFill>
              </a:rPr>
              <a:t>THINK ABOUT IT </a:t>
            </a:r>
            <a:r>
              <a:rPr lang="en-US" sz="8000" b="1" dirty="0">
                <a:solidFill>
                  <a:srgbClr val="0070C0"/>
                </a:solidFill>
                <a:sym typeface="Wingdings" pitchFamily="2" charset="2"/>
              </a:rPr>
              <a:t></a:t>
            </a:r>
            <a:endParaRPr lang="en-US" sz="8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657600"/>
            <a:ext cx="9144000" cy="3200400"/>
          </a:xfrm>
        </p:spPr>
        <p:txBody>
          <a:bodyPr/>
          <a:lstStyle/>
          <a:p>
            <a:pPr>
              <a:buNone/>
            </a:pPr>
            <a:r>
              <a:rPr lang="en-US" dirty="0"/>
              <a:t>Q. Give at least </a:t>
            </a:r>
            <a:r>
              <a:rPr lang="en-US" b="1" u="sng" dirty="0">
                <a:solidFill>
                  <a:srgbClr val="FF0000"/>
                </a:solidFill>
              </a:rPr>
              <a:t>3 ABIOTIC reasons </a:t>
            </a:r>
            <a:r>
              <a:rPr lang="en-US" dirty="0"/>
              <a:t>why Lucy’s sandcastle will </a:t>
            </a:r>
            <a:r>
              <a:rPr lang="en-US" b="1" i="1" dirty="0">
                <a:solidFill>
                  <a:srgbClr val="C00000"/>
                </a:solidFill>
              </a:rPr>
              <a:t>NOT</a:t>
            </a:r>
            <a:r>
              <a:rPr lang="en-US" dirty="0"/>
              <a:t> be around a thousand years from now:</a:t>
            </a:r>
          </a:p>
        </p:txBody>
      </p:sp>
      <p:pic>
        <p:nvPicPr>
          <p:cNvPr id="4" name="Picture 3" descr="regents152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14400"/>
            <a:ext cx="9144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6200" y="5105400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AutoNum type="arabicPeriod"/>
            </a:pPr>
            <a:r>
              <a:rPr lang="en-US" sz="4000" b="1" dirty="0">
                <a:solidFill>
                  <a:srgbClr val="7030A0"/>
                </a:solidFill>
                <a:latin typeface="Antique Olive CompactPS" pitchFamily="34" charset="0"/>
              </a:rPr>
              <a:t>Rain will wash it away.</a:t>
            </a:r>
          </a:p>
          <a:p>
            <a:pPr marL="914400" indent="-914400">
              <a:buAutoNum type="arabicPeriod"/>
            </a:pPr>
            <a:r>
              <a:rPr lang="en-US" sz="4000" b="1" dirty="0">
                <a:solidFill>
                  <a:srgbClr val="00B0F0"/>
                </a:solidFill>
                <a:latin typeface="Antique Olive CompactPS" pitchFamily="34" charset="0"/>
              </a:rPr>
              <a:t>Ocean waves break it down.</a:t>
            </a:r>
          </a:p>
          <a:p>
            <a:pPr marL="914400" indent="-914400">
              <a:buAutoNum type="arabicPeriod"/>
            </a:pPr>
            <a:r>
              <a:rPr lang="en-US" sz="4000" b="1" dirty="0">
                <a:solidFill>
                  <a:srgbClr val="002060"/>
                </a:solidFill>
                <a:latin typeface="Antique Olive CompactPS" pitchFamily="34" charset="0"/>
              </a:rPr>
              <a:t>Wind can blow it away.</a:t>
            </a:r>
          </a:p>
          <a:p>
            <a:pPr marL="914400" indent="-914400">
              <a:buAutoNum type="arabicPeriod"/>
            </a:pPr>
            <a:endParaRPr lang="en-US" sz="4000" b="1" dirty="0">
              <a:solidFill>
                <a:srgbClr val="7030A0"/>
              </a:solidFill>
              <a:latin typeface="Antique Olive CompactP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5413F-857E-E338-5526-028BE48E6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578645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I WONDER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E962A-C010-5BAB-95A7-856CAB34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04800"/>
            <a:ext cx="9144000" cy="5821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Why don’t we use glasses bottles to store water in a freezer?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28D1C-BE81-6BE6-17A0-44356CB2B44E}"/>
              </a:ext>
            </a:extLst>
          </p:cNvPr>
          <p:cNvSpPr txBox="1"/>
          <p:nvPr/>
        </p:nvSpPr>
        <p:spPr>
          <a:xfrm>
            <a:off x="0" y="4267200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hlinkClick r:id="rId2"/>
              </a:rPr>
              <a:t>Raw Video: Deep-freeze Shatters Bottle – YouTube</a:t>
            </a:r>
            <a:endParaRPr lang="en-US" sz="6000" dirty="0"/>
          </a:p>
          <a:p>
            <a:pPr algn="ctr"/>
            <a:r>
              <a:rPr lang="en-US" sz="6000" b="1" dirty="0">
                <a:solidFill>
                  <a:srgbClr val="FF0000"/>
                </a:solidFill>
                <a:latin typeface="Antique Olive CompactPS" pitchFamily="34" charset="0"/>
              </a:rPr>
              <a:t>1:40 mins</a:t>
            </a:r>
          </a:p>
        </p:txBody>
      </p:sp>
      <p:pic>
        <p:nvPicPr>
          <p:cNvPr id="3074" name="Picture 2" descr="Uncertain / Shrug Blue Emoji">
            <a:extLst>
              <a:ext uri="{FF2B5EF4-FFF2-40B4-BE49-F238E27FC236}">
                <a16:creationId xmlns:a16="http://schemas.microsoft.com/office/drawing/2014/main" id="{2DB7E658-3CAA-69B4-98CC-F9BA5EC0B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348582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55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ptos Black" panose="020F0502020204030204" pitchFamily="34" charset="0"/>
              </a:rPr>
              <a:t>II. 4 TYPES OF PHYSICAL WEATHERING:</a:t>
            </a:r>
            <a:br>
              <a:rPr lang="en-US" sz="3600" b="1" dirty="0">
                <a:latin typeface="Aptos Black" panose="020F0502020204030204" pitchFamily="34" charset="0"/>
              </a:rPr>
            </a:br>
            <a:endParaRPr lang="en-US" sz="3600" b="1" dirty="0">
              <a:latin typeface="Aptos Black" panose="020F0502020204030204" pitchFamily="34" charset="0"/>
            </a:endParaRPr>
          </a:p>
        </p:txBody>
      </p:sp>
      <p:pic>
        <p:nvPicPr>
          <p:cNvPr id="4" name="Picture 3" descr="CoursesEarthes461"/>
          <p:cNvPicPr/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62100" y="3019524"/>
            <a:ext cx="6019800" cy="3838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" y="7112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2060"/>
                </a:solidFill>
                <a:latin typeface="Antique Olive CompactPS" pitchFamily="34" charset="0"/>
              </a:rPr>
              <a:t>Water gets into cracks,</a:t>
            </a:r>
          </a:p>
          <a:p>
            <a:pPr algn="ctr"/>
            <a:r>
              <a:rPr lang="en-US" sz="4800" b="1" u="sng" dirty="0">
                <a:solidFill>
                  <a:srgbClr val="0070C0"/>
                </a:solidFill>
                <a:latin typeface="Antique Olive CompactPS" pitchFamily="34" charset="0"/>
              </a:rPr>
              <a:t>__________</a:t>
            </a:r>
            <a:r>
              <a:rPr lang="en-US" sz="4800" b="1" dirty="0">
                <a:solidFill>
                  <a:srgbClr val="0070C0"/>
                </a:solidFill>
                <a:latin typeface="Antique Olive CompactPS" pitchFamily="34" charset="0"/>
              </a:rPr>
              <a:t> &amp; </a:t>
            </a:r>
            <a:r>
              <a:rPr lang="en-US" sz="4800" b="1" u="sng" dirty="0">
                <a:solidFill>
                  <a:srgbClr val="0070C0"/>
                </a:solidFill>
                <a:latin typeface="Antique Olive CompactPS" pitchFamily="34" charset="0"/>
              </a:rPr>
              <a:t>__________</a:t>
            </a:r>
            <a:r>
              <a:rPr lang="en-US" sz="4800" b="1" dirty="0">
                <a:solidFill>
                  <a:srgbClr val="0070C0"/>
                </a:solidFill>
                <a:latin typeface="Antique Olive CompactPS" pitchFamily="34" charset="0"/>
              </a:rPr>
              <a:t>,</a:t>
            </a:r>
          </a:p>
          <a:p>
            <a:pPr algn="ctr"/>
            <a:r>
              <a:rPr lang="en-US" sz="4800" b="1" dirty="0">
                <a:solidFill>
                  <a:srgbClr val="002060"/>
                </a:solidFill>
                <a:latin typeface="Antique Olive CompactPS" pitchFamily="34" charset="0"/>
              </a:rPr>
              <a:t>This </a:t>
            </a:r>
            <a:r>
              <a:rPr lang="en-US" sz="4800" b="1" dirty="0">
                <a:latin typeface="Antique Olive CompactPS" pitchFamily="34" charset="0"/>
              </a:rPr>
              <a:t>BREAKS </a:t>
            </a:r>
            <a:r>
              <a:rPr lang="en-US" sz="4800" b="1" dirty="0">
                <a:solidFill>
                  <a:srgbClr val="002060"/>
                </a:solidFill>
                <a:latin typeface="Antique Olive CompactPS" pitchFamily="34" charset="0"/>
              </a:rPr>
              <a:t>the rock apart!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AEF75-6687-5B79-664D-4A91960D4906}"/>
              </a:ext>
            </a:extLst>
          </p:cNvPr>
          <p:cNvSpPr txBox="1"/>
          <p:nvPr/>
        </p:nvSpPr>
        <p:spPr>
          <a:xfrm>
            <a:off x="279400" y="1278929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Antique Olive CompactPS" pitchFamily="34" charset="0"/>
              </a:rPr>
              <a:t>FREEZES        EXPANDS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700"/>
            <a:ext cx="8229600" cy="1143000"/>
          </a:xfrm>
        </p:spPr>
        <p:txBody>
          <a:bodyPr/>
          <a:lstStyle/>
          <a:p>
            <a:r>
              <a:rPr lang="en-US" dirty="0"/>
              <a:t>This is called…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044574"/>
            <a:ext cx="8229600" cy="581342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_________________________________ </a:t>
            </a:r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      _________________________________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Temperature needs to _______________ between freezing &amp; melting temperatures.</a:t>
            </a:r>
          </a:p>
        </p:txBody>
      </p:sp>
      <p:pic>
        <p:nvPicPr>
          <p:cNvPr id="4098" name="Picture 2" descr="Split rocks and long shadows">
            <a:extLst>
              <a:ext uri="{FF2B5EF4-FFF2-40B4-BE49-F238E27FC236}">
                <a16:creationId xmlns:a16="http://schemas.microsoft.com/office/drawing/2014/main" id="{948815FC-6983-B22A-E123-F31C129BB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743200"/>
            <a:ext cx="3810000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9EADDD-5B44-9A25-35DD-3160D922C092}"/>
              </a:ext>
            </a:extLst>
          </p:cNvPr>
          <p:cNvSpPr txBox="1"/>
          <p:nvPr/>
        </p:nvSpPr>
        <p:spPr>
          <a:xfrm>
            <a:off x="25400" y="668635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  <a:latin typeface="Antique Olive CompactPS" pitchFamily="34" charset="0"/>
              </a:rPr>
              <a:t>FROST 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9FE3A9-93E8-C1BA-5AF5-966D9C936BC3}"/>
              </a:ext>
            </a:extLst>
          </p:cNvPr>
          <p:cNvSpPr txBox="1"/>
          <p:nvPr/>
        </p:nvSpPr>
        <p:spPr>
          <a:xfrm>
            <a:off x="25400" y="1857801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  <a:latin typeface="Antique Olive CompactPS" pitchFamily="34" charset="0"/>
              </a:rPr>
              <a:t>ICE WEDGING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53533-1CC2-05F1-63C1-29AE07F4B8FA}"/>
              </a:ext>
            </a:extLst>
          </p:cNvPr>
          <p:cNvSpPr txBox="1"/>
          <p:nvPr/>
        </p:nvSpPr>
        <p:spPr>
          <a:xfrm>
            <a:off x="2057400" y="5330825"/>
            <a:ext cx="784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  <a:latin typeface="Antique Olive CompactPS" pitchFamily="34" charset="0"/>
              </a:rPr>
              <a:t>alternate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build="allAtOnce"/>
      <p:bldP spid="7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CREATES A….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569" y="838200"/>
            <a:ext cx="91440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500" b="1" dirty="0">
                <a:solidFill>
                  <a:srgbClr val="FF0000"/>
                </a:solidFill>
                <a:latin typeface="Antique Olive CompactPS" pitchFamily="34" charset="0"/>
              </a:rPr>
              <a:t>POTHOLE</a:t>
            </a:r>
          </a:p>
        </p:txBody>
      </p:sp>
      <p:pic>
        <p:nvPicPr>
          <p:cNvPr id="66562" name="Picture 2" descr="http://www.wearedesignbureau.com/wp-content/uploads/2011/01/pws_orange_sign_021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457200" y="2819400"/>
            <a:ext cx="4476083" cy="3200400"/>
          </a:xfrm>
          <a:prstGeom prst="rect">
            <a:avLst/>
          </a:prstGeom>
          <a:noFill/>
        </p:spPr>
      </p:pic>
      <p:pic>
        <p:nvPicPr>
          <p:cNvPr id="66564" name="Picture 4" descr="http://i.telegraph.co.uk/multimedia/archive/01933/Pothole_1933257c.jpg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10200" y="4124324"/>
            <a:ext cx="4381500" cy="2733676"/>
          </a:xfrm>
          <a:prstGeom prst="rect">
            <a:avLst/>
          </a:prstGeom>
          <a:noFill/>
        </p:spPr>
      </p:pic>
      <p:pic>
        <p:nvPicPr>
          <p:cNvPr id="66566" name="Picture 6" descr="http://c1345842.cdn.cloudfiles.rackspacecloud.com/assets/apps/icons/000/436/461/original.png?1289547615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00400" y="3276600"/>
            <a:ext cx="2895600" cy="2895601"/>
          </a:xfrm>
          <a:prstGeom prst="rect">
            <a:avLst/>
          </a:prstGeom>
          <a:noFill/>
        </p:spPr>
      </p:pic>
      <p:pic>
        <p:nvPicPr>
          <p:cNvPr id="2050" name="Picture 2" descr="Pothole GIFs - Get the best GIF on GIPHY">
            <a:extLst>
              <a:ext uri="{FF2B5EF4-FFF2-40B4-BE49-F238E27FC236}">
                <a16:creationId xmlns:a16="http://schemas.microsoft.com/office/drawing/2014/main" id="{B88A2F70-0732-2473-D8B2-9A7BB4B58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" y="2819400"/>
            <a:ext cx="9144000" cy="416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1378" name="Picture 2" descr="http://www.firestonecompleteautocare.com/static-fcac/images/cf/articles/pothole-damage-to-tires-and-vehicles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66914" cy="6858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http://assets.nydailynews.com/img/2008/02/12/alg_pothole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Antique Olive CompactPS" pitchFamily="34" charset="0"/>
              </a:rPr>
              <a:t>BYE </a:t>
            </a:r>
            <a:r>
              <a:rPr lang="en-US" sz="4800" b="1" dirty="0" err="1">
                <a:solidFill>
                  <a:schemeClr val="bg1"/>
                </a:solidFill>
                <a:latin typeface="Antique Olive CompactPS" pitchFamily="34" charset="0"/>
              </a:rPr>
              <a:t>BYE</a:t>
            </a:r>
            <a:r>
              <a:rPr lang="en-US" sz="4800" b="1" dirty="0">
                <a:solidFill>
                  <a:schemeClr val="bg1"/>
                </a:solidFill>
                <a:latin typeface="Antique Olive CompactPS" pitchFamily="34" charset="0"/>
              </a:rPr>
              <a:t> TIRE!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http://network.nationalpost.com/np/blogs/posteddriving/0403Pothole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990600" y="3733800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ntique Olive CompactPS" pitchFamily="34" charset="0"/>
              </a:rPr>
              <a:t>WATCH OUT!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 descr="http://blog.divingrates.com/wp-content/uploads/2014/03/2008-02-24-pothole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70866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Some can be very large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0354" name="Picture 2" descr="http://www.blogcdn.com/cars.aol.co.uk/media/2011/10/car-in-a-hole-005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71151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Arial Black" pitchFamily="34" charset="0"/>
              </a:rPr>
              <a:t>Pothole Commercial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5059363"/>
          </a:xfrm>
        </p:spPr>
        <p:txBody>
          <a:bodyPr/>
          <a:lstStyle/>
          <a:p>
            <a:pPr algn="ctr">
              <a:buNone/>
            </a:pPr>
            <a:r>
              <a:rPr lang="en-US" dirty="0">
                <a:hlinkClick r:id="rId2"/>
              </a:rPr>
              <a:t>https://www.youtube.com/watch?v=NjMUfIKktWU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102404" name="Picture 4" descr="http://adirondacktire.com/images/display/potholewon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54405" y="4516973"/>
            <a:ext cx="3235187" cy="2362200"/>
          </a:xfrm>
          <a:prstGeom prst="rect">
            <a:avLst/>
          </a:prstGeom>
          <a:noFill/>
        </p:spPr>
      </p:pic>
      <p:pic>
        <p:nvPicPr>
          <p:cNvPr id="1026" name="Picture 2" descr="Potholes GIF - Potholes - Discover &amp; Share GIFs">
            <a:extLst>
              <a:ext uri="{FF2B5EF4-FFF2-40B4-BE49-F238E27FC236}">
                <a16:creationId xmlns:a16="http://schemas.microsoft.com/office/drawing/2014/main" id="{1A380C01-CD39-8601-CA9C-2CF17192C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376" y="1159927"/>
            <a:ext cx="5271247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706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2. ___________________________</a:t>
            </a:r>
          </a:p>
        </p:txBody>
      </p:sp>
      <p:pic>
        <p:nvPicPr>
          <p:cNvPr id="4" name="Picture 3" descr="http://hays.outcrop.org/images/weathering/press4e/figure-07-13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033465"/>
            <a:ext cx="9144000" cy="3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990600" y="78810"/>
            <a:ext cx="69342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C00000"/>
                </a:solidFill>
                <a:latin typeface="Antique Olive CompactPS" pitchFamily="34" charset="0"/>
              </a:rPr>
              <a:t>EXFOLIATION:</a:t>
            </a:r>
          </a:p>
          <a:p>
            <a:pPr algn="ctr"/>
            <a:r>
              <a:rPr lang="en-US" sz="6000" b="1" dirty="0">
                <a:solidFill>
                  <a:srgbClr val="00B050"/>
                </a:solidFill>
                <a:latin typeface="Antique Olive CompactPS" pitchFamily="34" charset="0"/>
              </a:rPr>
              <a:t>Top layer “PEELS” or BREAKS 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6CCF-8BB7-42AE-8B6F-5432A500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\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C5D7F-E4A7-423E-AB0E-C5DF0CC9B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Rock exfoliation - search in pictures">
            <a:extLst>
              <a:ext uri="{FF2B5EF4-FFF2-40B4-BE49-F238E27FC236}">
                <a16:creationId xmlns:a16="http://schemas.microsoft.com/office/drawing/2014/main" id="{190B2ABF-6350-434A-B808-B9FD7B8C3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7FF2662-1CB5-4009-87F3-22746A370A50}"/>
              </a:ext>
            </a:extLst>
          </p:cNvPr>
          <p:cNvSpPr/>
          <p:nvPr/>
        </p:nvSpPr>
        <p:spPr>
          <a:xfrm rot="2737318">
            <a:off x="2305927" y="564960"/>
            <a:ext cx="3352800" cy="2438400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1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http://www.channel4.com/life/microsites/M/missnakedbeauty/images/features/mnb_feat_exfoliat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3048000" cy="231648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0" y="60270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EXFOLIATE YOUR FACE!</a:t>
            </a:r>
          </a:p>
        </p:txBody>
      </p:sp>
      <p:pic>
        <p:nvPicPr>
          <p:cNvPr id="56322" name="Picture 2" descr="https://encrypted-tbn1.gstatic.com/images?q=tbn:ANd9GcQHKd6yNUuBC1kKrq43PaIkici8wM38dA9UVzpk5-f6oDUSsaYI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95644" y="533400"/>
            <a:ext cx="2848356" cy="4267200"/>
          </a:xfrm>
          <a:prstGeom prst="rect">
            <a:avLst/>
          </a:prstGeom>
          <a:noFill/>
        </p:spPr>
      </p:pic>
      <p:pic>
        <p:nvPicPr>
          <p:cNvPr id="56324" name="Picture 4" descr="http://www.demeterclarc.com/wp-content/uploads/images/2011/11/CLARISONIC-FACIAL-BRUSH.jp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90600" y="2667000"/>
            <a:ext cx="4953000" cy="328824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http://i.ehow.com/images/GlobalPhoto/Articles/4492147/57308182_Ful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3200400" cy="24003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0" y="60270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EXFOLIATE YOUR FEET!</a:t>
            </a:r>
          </a:p>
        </p:txBody>
      </p:sp>
      <p:pic>
        <p:nvPicPr>
          <p:cNvPr id="54274" name="Picture 2" descr="https://www.resultswithlucy.com/wp-content/uploads/2013/12/exfoliate-feet-620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lum/>
          </a:blip>
          <a:srcRect/>
          <a:stretch>
            <a:fillRect/>
          </a:stretch>
        </p:blipFill>
        <p:spPr bwMode="auto">
          <a:xfrm>
            <a:off x="228600" y="2971800"/>
            <a:ext cx="5486400" cy="3097162"/>
          </a:xfrm>
          <a:prstGeom prst="rect">
            <a:avLst/>
          </a:prstGeom>
          <a:noFill/>
        </p:spPr>
      </p:pic>
      <p:pic>
        <p:nvPicPr>
          <p:cNvPr id="54276" name="Picture 4" descr="http://img.webmd.com/dtmcms/live/webmd/consumer_assets/site_images/articles/health_tools/look_younger_beauty_secrets_slideshow/webmd_rf_photo_of_pumice_stone.jp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97741" y="0"/>
            <a:ext cx="5046259" cy="3429000"/>
          </a:xfrm>
          <a:prstGeom prst="rect">
            <a:avLst/>
          </a:prstGeom>
          <a:noFill/>
        </p:spPr>
      </p:pic>
      <p:pic>
        <p:nvPicPr>
          <p:cNvPr id="54278" name="Picture 6" descr="http://ecx.images-amazon.com/images/I/5132VpqOHOL._SY300_.jpg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943600" y="3733800"/>
            <a:ext cx="2819400" cy="228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http://mail.colonial.net/~hkaiter/science%20images/exfoliation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0" y="23193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C00000"/>
                </a:solidFill>
                <a:latin typeface="Antique Olive CompactPS" pitchFamily="34" charset="0"/>
              </a:rPr>
              <a:t>EXFOLIATE THE ROCK!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472BC9F-CE24-42C7-B891-BB43026568FB}"/>
              </a:ext>
            </a:extLst>
          </p:cNvPr>
          <p:cNvSpPr/>
          <p:nvPr/>
        </p:nvSpPr>
        <p:spPr>
          <a:xfrm rot="2737318">
            <a:off x="3188777" y="2431889"/>
            <a:ext cx="3352800" cy="2438400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algn="l"/>
            <a:r>
              <a:rPr lang="en-US" dirty="0"/>
              <a:t>3. _________________________</a:t>
            </a:r>
          </a:p>
        </p:txBody>
      </p:sp>
      <p:pic>
        <p:nvPicPr>
          <p:cNvPr id="4" name="Picture 3" descr="regents107">
            <a:hlinkClick r:id="rId3"/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2362200"/>
            <a:ext cx="9144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0" y="1219200"/>
            <a:ext cx="9372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Antique Olive CompactPS" pitchFamily="34" charset="0"/>
              </a:rPr>
              <a:t>Tree roots can break the ground. </a:t>
            </a:r>
          </a:p>
          <a:p>
            <a:r>
              <a:rPr lang="en-US" sz="4400" b="1" dirty="0">
                <a:solidFill>
                  <a:srgbClr val="C00000"/>
                </a:solidFill>
                <a:latin typeface="Antique Olive CompactPS" pitchFamily="34" charset="0"/>
              </a:rPr>
              <a:t>			         Animals too!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4800"/>
            <a:ext cx="762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b="1" dirty="0">
                <a:solidFill>
                  <a:srgbClr val="00B050"/>
                </a:solidFill>
                <a:latin typeface="Antique Olive CompactPS" pitchFamily="34" charset="0"/>
              </a:rPr>
              <a:t>BIOLOGICAL ACTIVITY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5234" name="Picture 2" descr="http://bretonmarcus.weebly.com/uploads/1/1/8/1/11814123/1539668.png?433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1"/>
            <a:ext cx="9143997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6258" name="Picture 2" descr="http://www.pasadenanow.com/main/wp-content/uploads/2013/08/TreeRootSidewalk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4210" name="Picture 2" descr="http://epod.usra.edu/.a/6a0105371bb32c970b017c3270f324970b-pi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5058" name="Picture 2" descr="http://www.parksinperil.org/images/amistad016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7346" name="Picture 2" descr="http://www.belmont.sd62.bc.ca/teacher/geology12/photos/erosion/tree%20in%20rock1.jpg"/>
          <p:cNvPicPr>
            <a:picLocks noChangeAspect="1" noChangeArrowheads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8734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208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THIS HELPS CREATE…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1490008"/>
            <a:ext cx="4800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b="1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SOIL!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22364-E791-9920-D9DB-0335CD437935}"/>
              </a:ext>
            </a:extLst>
          </p:cNvPr>
          <p:cNvSpPr txBox="1"/>
          <p:nvPr/>
        </p:nvSpPr>
        <p:spPr>
          <a:xfrm>
            <a:off x="4343400" y="4740870"/>
            <a:ext cx="4800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 Black" pitchFamily="34" charset="0"/>
              </a:rPr>
              <a:t>Upper layer of earth that is a mixture of organic remains, clay, and rock particles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449B97-B4C5-C2AB-2819-0BE8E158E7C0}"/>
              </a:ext>
            </a:extLst>
          </p:cNvPr>
          <p:cNvSpPr txBox="1">
            <a:spLocks/>
          </p:cNvSpPr>
          <p:nvPr/>
        </p:nvSpPr>
        <p:spPr>
          <a:xfrm>
            <a:off x="2628900" y="3429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/>
              <a:t>DEFINITION:</a:t>
            </a:r>
          </a:p>
        </p:txBody>
      </p:sp>
      <p:pic>
        <p:nvPicPr>
          <p:cNvPr id="5122" name="Picture 2" descr="Soil and Soil Profile: Introduction, Formation, Horizon of Soil, Questions">
            <a:extLst>
              <a:ext uri="{FF2B5EF4-FFF2-40B4-BE49-F238E27FC236}">
                <a16:creationId xmlns:a16="http://schemas.microsoft.com/office/drawing/2014/main" id="{C54EE7AE-60C3-903D-714B-79B9A1DA2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6138"/>
            <a:ext cx="4572000" cy="601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3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1143000"/>
          </a:xfrm>
        </p:spPr>
        <p:txBody>
          <a:bodyPr/>
          <a:lstStyle/>
          <a:p>
            <a:pPr algn="l"/>
            <a:r>
              <a:rPr lang="en-US" dirty="0"/>
              <a:t>4. ______________________________</a:t>
            </a:r>
          </a:p>
        </p:txBody>
      </p:sp>
      <p:pic>
        <p:nvPicPr>
          <p:cNvPr id="4" name="Picture 3" descr="CoursesEarthq285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819400"/>
            <a:ext cx="9144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0" y="0"/>
            <a:ext cx="9525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rgbClr val="C00000"/>
                </a:solidFill>
                <a:latin typeface="Antique Olive CompactPS" pitchFamily="34" charset="0"/>
              </a:rPr>
              <a:t>ABRASION: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ntique Olive CompactPS" pitchFamily="34" charset="0"/>
              </a:rPr>
              <a:t>Hitting rocks w/ sediments.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61FFE7-B821-4A90-8BA6-34083114D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400"/>
            <a:ext cx="9100680" cy="4038600"/>
          </a:xfrm>
          <a:prstGeom prst="rect">
            <a:avLst/>
          </a:prstGeom>
        </p:spPr>
      </p:pic>
      <p:pic>
        <p:nvPicPr>
          <p:cNvPr id="5" name="Picture 2" descr="http://thumb7.shutterstock.com/photos/thumb_large/1274287/119306779.jpg">
            <a:hlinkClick r:id="rId3"/>
            <a:extLst>
              <a:ext uri="{FF2B5EF4-FFF2-40B4-BE49-F238E27FC236}">
                <a16:creationId xmlns:a16="http://schemas.microsoft.com/office/drawing/2014/main" id="{09B0D2DA-E20E-4432-8A3B-22EDE43BCB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rcRect t="-17736" b="17736"/>
          <a:stretch/>
        </p:blipFill>
        <p:spPr bwMode="auto">
          <a:xfrm>
            <a:off x="2667000" y="-685799"/>
            <a:ext cx="4572000" cy="3505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323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520" y="274638"/>
            <a:ext cx="4830680" cy="6583362"/>
          </a:xfrm>
        </p:spPr>
        <p:txBody>
          <a:bodyPr>
            <a:noAutofit/>
          </a:bodyPr>
          <a:lstStyle/>
          <a:p>
            <a:br>
              <a:rPr lang="en-US" sz="4800" b="1" dirty="0"/>
            </a:br>
            <a:r>
              <a:rPr lang="en-US" sz="4800" b="1" dirty="0"/>
              <a:t>This causes </a:t>
            </a:r>
            <a:br>
              <a:rPr lang="en-US" sz="4800" b="1" dirty="0"/>
            </a:br>
            <a:r>
              <a:rPr lang="en-US" sz="4800" b="1" dirty="0"/>
              <a:t>RIVER ROCKS to become:</a:t>
            </a:r>
            <a:br>
              <a:rPr lang="en-US" sz="4800" b="1" dirty="0"/>
            </a:br>
            <a:r>
              <a:rPr lang="en-US" sz="4800" b="1" dirty="0"/>
              <a:t>__________ in shape</a:t>
            </a:r>
            <a:br>
              <a:rPr lang="en-US" sz="4800" b="1" dirty="0"/>
            </a:br>
            <a:r>
              <a:rPr lang="en-US" sz="4800" b="1" dirty="0"/>
              <a:t>__________ in texture</a:t>
            </a:r>
            <a:br>
              <a:rPr lang="en-US" sz="4800" b="1" dirty="0"/>
            </a:br>
            <a:r>
              <a:rPr lang="en-US" sz="4800" b="1" dirty="0"/>
              <a:t>__________ in size</a:t>
            </a:r>
            <a:br>
              <a:rPr lang="en-US" sz="4800" b="1" dirty="0"/>
            </a:br>
            <a:br>
              <a:rPr lang="en-US" sz="4800" b="1" dirty="0"/>
            </a:br>
            <a:endParaRPr lang="en-US" sz="4800" b="1" dirty="0">
              <a:solidFill>
                <a:srgbClr val="C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BED58C-874A-431B-8D80-57FC743AB929}"/>
              </a:ext>
            </a:extLst>
          </p:cNvPr>
          <p:cNvSpPr txBox="1">
            <a:spLocks/>
          </p:cNvSpPr>
          <p:nvPr/>
        </p:nvSpPr>
        <p:spPr>
          <a:xfrm>
            <a:off x="4138863" y="1816769"/>
            <a:ext cx="473944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rgbClr val="C00000"/>
                </a:solidFill>
              </a:rPr>
              <a:t>ROUND</a:t>
            </a:r>
          </a:p>
        </p:txBody>
      </p:sp>
      <p:pic>
        <p:nvPicPr>
          <p:cNvPr id="4098" name="Picture 2" descr="In The Moment | rivermusic: ~Rock Up~ (to the weekend ;)) gif by...">
            <a:extLst>
              <a:ext uri="{FF2B5EF4-FFF2-40B4-BE49-F238E27FC236}">
                <a16:creationId xmlns:a16="http://schemas.microsoft.com/office/drawing/2014/main" id="{990E51CC-5961-27F8-1693-FC905FCDE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" y="0"/>
            <a:ext cx="4381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CDA8B36-CF56-15EC-2ED8-961DD91BF918}"/>
              </a:ext>
            </a:extLst>
          </p:cNvPr>
          <p:cNvSpPr txBox="1">
            <a:spLocks/>
          </p:cNvSpPr>
          <p:nvPr/>
        </p:nvSpPr>
        <p:spPr>
          <a:xfrm>
            <a:off x="4191000" y="2931695"/>
            <a:ext cx="473944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4800" b="1" dirty="0">
                <a:solidFill>
                  <a:srgbClr val="0070C0"/>
                </a:solidFill>
              </a:rPr>
            </a:br>
            <a:r>
              <a:rPr lang="en-US" sz="6600" b="1" dirty="0">
                <a:solidFill>
                  <a:srgbClr val="0070C0"/>
                </a:solidFill>
              </a:rPr>
              <a:t>SMOOTH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B4855B-0E6C-3DA5-0514-41085791A3E4}"/>
              </a:ext>
            </a:extLst>
          </p:cNvPr>
          <p:cNvSpPr txBox="1">
            <a:spLocks/>
          </p:cNvSpPr>
          <p:nvPr/>
        </p:nvSpPr>
        <p:spPr>
          <a:xfrm>
            <a:off x="4174958" y="4415590"/>
            <a:ext cx="473944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4800" b="1" dirty="0">
                <a:solidFill>
                  <a:srgbClr val="00B050"/>
                </a:solidFill>
              </a:rPr>
            </a:br>
            <a:r>
              <a:rPr lang="en-US" sz="6600" b="1" dirty="0">
                <a:solidFill>
                  <a:srgbClr val="00B050"/>
                </a:solidFill>
              </a:rPr>
              <a:t>SMALLER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Autofit/>
          </a:bodyPr>
          <a:lstStyle/>
          <a:p>
            <a:r>
              <a:rPr lang="en-US" sz="4800" b="1" u="sng" dirty="0"/>
              <a:t>4 MAJOR CAUSES OF ABRASION:</a:t>
            </a:r>
          </a:p>
        </p:txBody>
      </p:sp>
      <p:pic>
        <p:nvPicPr>
          <p:cNvPr id="62466" name="Picture 2" descr="http://www.arthursclipart.org/nature/nature/glacier%204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95400"/>
            <a:ext cx="4114800" cy="3219450"/>
          </a:xfrm>
          <a:prstGeom prst="rect">
            <a:avLst/>
          </a:prstGeom>
          <a:noFill/>
        </p:spPr>
      </p:pic>
      <p:pic>
        <p:nvPicPr>
          <p:cNvPr id="62468" name="Picture 4" descr="http://www.arthursclipart.org/nature/nature/river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1219200"/>
            <a:ext cx="3886200" cy="2667000"/>
          </a:xfrm>
          <a:prstGeom prst="rect">
            <a:avLst/>
          </a:prstGeom>
          <a:noFill/>
        </p:spPr>
      </p:pic>
      <p:pic>
        <p:nvPicPr>
          <p:cNvPr id="62470" name="Picture 6" descr="http://previews2.nvtech.com/100/tf05086/NVTech_peop2223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4175760"/>
            <a:ext cx="4114800" cy="2682240"/>
          </a:xfrm>
          <a:prstGeom prst="rect">
            <a:avLst/>
          </a:prstGeom>
          <a:noFill/>
        </p:spPr>
      </p:pic>
      <p:pic>
        <p:nvPicPr>
          <p:cNvPr id="62472" name="Picture 8" descr="http://www.clipartheaven.com/clipart/landscapes/ocean_with_birds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81600" y="4038600"/>
            <a:ext cx="3962400" cy="28194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0" y="762000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GLACIERS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600" y="838201"/>
            <a:ext cx="396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6400" y="4038600"/>
            <a:ext cx="312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4343400"/>
            <a:ext cx="3886200" cy="238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OCEAN</a:t>
            </a:r>
          </a:p>
          <a:p>
            <a:endParaRPr lang="en-US" sz="4800" b="1" dirty="0">
              <a:solidFill>
                <a:srgbClr val="C00000"/>
              </a:solidFill>
              <a:latin typeface="Antique Olive CompactPS" pitchFamily="34" charset="0"/>
            </a:endParaRPr>
          </a:p>
          <a:p>
            <a:pPr algn="ctr"/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 WAVES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8" grpId="0" build="allAtOnce"/>
      <p:bldP spid="9" grpId="0" build="allAtOnce"/>
      <p:bldP spid="10" grpId="0" uiExpand="1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2" descr="Pict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WIND: “PEDESTAL”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owner\Pictures\Adobe\Digital Camera Photos\2009-07-24-0036-58\IMG_1061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1143001" y="-1143001"/>
            <a:ext cx="6858000" cy="9144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US" sz="8000" b="1" dirty="0">
                <a:solidFill>
                  <a:srgbClr val="002060"/>
                </a:solidFill>
                <a:latin typeface="Aharoni" pitchFamily="2" charset="-79"/>
                <a:cs typeface="Aharoni" pitchFamily="2" charset="-79"/>
              </a:rPr>
              <a:t>OCEAN WAVES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owner\Pictures\Adobe\Digital Camera Photos\2009-07-24-0036-58\IMG_1192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876800"/>
            <a:ext cx="8229600" cy="11430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00"/>
                </a:solidFill>
                <a:latin typeface="Aharoni" pitchFamily="2" charset="-79"/>
                <a:cs typeface="Aharoni" pitchFamily="2" charset="-79"/>
              </a:rPr>
              <a:t>WAVE WAVES/TIDES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RATE OF WEATHERING IS AFFECTED BY…..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14478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9600" dirty="0">
                <a:solidFill>
                  <a:srgbClr val="C00000"/>
                </a:solidFill>
                <a:latin typeface="Arial Black" pitchFamily="34" charset="0"/>
              </a:rPr>
              <a:t>CLIMATE!</a:t>
            </a:r>
          </a:p>
        </p:txBody>
      </p:sp>
      <p:pic>
        <p:nvPicPr>
          <p:cNvPr id="7170" name="Picture 2" descr="http://www.keepbanderabeautiful.org/climate-chang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662624"/>
            <a:ext cx="9144000" cy="41953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Autofit/>
          </a:bodyPr>
          <a:lstStyle/>
          <a:p>
            <a:r>
              <a:rPr lang="en-US" sz="7200" b="1" dirty="0">
                <a:solidFill>
                  <a:srgbClr val="0070C0"/>
                </a:solidFill>
                <a:latin typeface="Albertus Extra Bold" pitchFamily="34" charset="0"/>
              </a:rPr>
              <a:t>Physical Weathering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Increases in a _________ temperature (               ) </a:t>
            </a:r>
          </a:p>
          <a:p>
            <a:pPr>
              <a:buNone/>
            </a:pPr>
            <a:r>
              <a:rPr lang="en-US" dirty="0"/>
              <a:t>&amp; ___________ humidity (                     ) climate.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2050" name="Picture 2" descr="http://www.meteorologyclimate.com/subartic-climat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857500"/>
            <a:ext cx="9144000" cy="40005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819400" y="1371600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  <a:latin typeface="Antique Olive CompactPS" pitchFamily="34" charset="0"/>
              </a:rPr>
              <a:t>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47800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  <a:latin typeface="Antique Olive CompactPS" pitchFamily="34" charset="0"/>
              </a:rPr>
              <a:t>COLD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1200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057400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WET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build="allAtOnce"/>
      <p:bldP spid="7" grpId="0" build="allAtOnce"/>
      <p:bldP spid="8" grpId="0" build="allAtOnce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51163-0152-53A3-27C9-81623B261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76800"/>
            <a:ext cx="9171996" cy="827198"/>
          </a:xfrm>
        </p:spPr>
        <p:txBody>
          <a:bodyPr vert="horz" lIns="68580" tIns="34290" rIns="68580" bIns="3429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6000" b="1" dirty="0">
                <a:solidFill>
                  <a:srgbClr val="FF0000"/>
                </a:solidFill>
              </a:rPr>
              <a:t>ANCHOR PHENOMENON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793465-B189-2136-C7FF-60A4AC235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0" r="30290" b="2"/>
          <a:stretch/>
        </p:blipFill>
        <p:spPr bwMode="auto">
          <a:xfrm>
            <a:off x="0" y="-1"/>
            <a:ext cx="2895600" cy="3994919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0" y="60"/>
                </a:moveTo>
                <a:cubicBezTo>
                  <a:pt x="945946" y="-443"/>
                  <a:pt x="1004682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9" y="18018"/>
                  <a:pt x="2192264" y="13196"/>
                </a:cubicBezTo>
                <a:cubicBezTo>
                  <a:pt x="2323253" y="7660"/>
                  <a:pt x="2454242" y="2928"/>
                  <a:pt x="2585114" y="13911"/>
                </a:cubicBezTo>
                <a:cubicBezTo>
                  <a:pt x="2699008" y="24482"/>
                  <a:pt x="2813668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5" y="161085"/>
                  <a:pt x="3501168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4" y="516245"/>
                  <a:pt x="3512114" y="559861"/>
                </a:cubicBezTo>
                <a:cubicBezTo>
                  <a:pt x="3491119" y="656469"/>
                  <a:pt x="3485618" y="754605"/>
                  <a:pt x="3495724" y="852186"/>
                </a:cubicBezTo>
                <a:cubicBezTo>
                  <a:pt x="3504578" y="948437"/>
                  <a:pt x="3505176" y="1044867"/>
                  <a:pt x="3502664" y="1141386"/>
                </a:cubicBezTo>
                <a:cubicBezTo>
                  <a:pt x="3500391" y="1228440"/>
                  <a:pt x="3500750" y="1315584"/>
                  <a:pt x="3507210" y="1402639"/>
                </a:cubicBezTo>
                <a:cubicBezTo>
                  <a:pt x="3514626" y="1500407"/>
                  <a:pt x="3520966" y="1598176"/>
                  <a:pt x="3506252" y="1695856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5" y="2178986"/>
                  <a:pt x="3505415" y="2292381"/>
                </a:cubicBezTo>
                <a:cubicBezTo>
                  <a:pt x="3514746" y="2447918"/>
                  <a:pt x="3522761" y="2603544"/>
                  <a:pt x="3508406" y="2759171"/>
                </a:cubicBezTo>
                <a:cubicBezTo>
                  <a:pt x="3497997" y="2866762"/>
                  <a:pt x="3488427" y="2974352"/>
                  <a:pt x="3496442" y="3082389"/>
                </a:cubicBezTo>
                <a:cubicBezTo>
                  <a:pt x="3502066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7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8" y="3642229"/>
                  <a:pt x="1771055" y="3636431"/>
                </a:cubicBezTo>
                <a:cubicBezTo>
                  <a:pt x="1659183" y="3633576"/>
                  <a:pt x="1547429" y="3634736"/>
                  <a:pt x="1435675" y="3638305"/>
                </a:cubicBezTo>
                <a:cubicBezTo>
                  <a:pt x="1179420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4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2" y="9535"/>
                </a:cubicBezTo>
                <a:cubicBezTo>
                  <a:pt x="769619" y="4223"/>
                  <a:pt x="828415" y="562"/>
                  <a:pt x="887180" y="6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rthenon - Wikipedia">
            <a:extLst>
              <a:ext uri="{FF2B5EF4-FFF2-40B4-BE49-F238E27FC236}">
                <a16:creationId xmlns:a16="http://schemas.microsoft.com/office/drawing/2014/main" id="{EF09AA8C-3395-6122-9F87-900079DD8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8" r="20604" b="1"/>
          <a:stretch/>
        </p:blipFill>
        <p:spPr bwMode="auto">
          <a:xfrm>
            <a:off x="3212222" y="0"/>
            <a:ext cx="2821576" cy="3892792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1" y="60"/>
                </a:moveTo>
                <a:cubicBezTo>
                  <a:pt x="945947" y="-443"/>
                  <a:pt x="1004683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9" y="18018"/>
                  <a:pt x="2192264" y="13196"/>
                </a:cubicBezTo>
                <a:cubicBezTo>
                  <a:pt x="2323253" y="7660"/>
                  <a:pt x="2454242" y="2928"/>
                  <a:pt x="2585114" y="13911"/>
                </a:cubicBezTo>
                <a:cubicBezTo>
                  <a:pt x="2699008" y="24482"/>
                  <a:pt x="2813669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5" y="161085"/>
                  <a:pt x="3501169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4" y="516245"/>
                  <a:pt x="3512114" y="559861"/>
                </a:cubicBezTo>
                <a:cubicBezTo>
                  <a:pt x="3491119" y="656469"/>
                  <a:pt x="3485618" y="754605"/>
                  <a:pt x="3495724" y="852186"/>
                </a:cubicBezTo>
                <a:cubicBezTo>
                  <a:pt x="3504578" y="948437"/>
                  <a:pt x="3505176" y="1044867"/>
                  <a:pt x="3502664" y="1141385"/>
                </a:cubicBezTo>
                <a:cubicBezTo>
                  <a:pt x="3500391" y="1228440"/>
                  <a:pt x="3500750" y="1315584"/>
                  <a:pt x="3507210" y="1402639"/>
                </a:cubicBezTo>
                <a:cubicBezTo>
                  <a:pt x="3514626" y="1500407"/>
                  <a:pt x="3520966" y="1598176"/>
                  <a:pt x="3506252" y="1695857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6" y="2178986"/>
                  <a:pt x="3505415" y="2292381"/>
                </a:cubicBezTo>
                <a:cubicBezTo>
                  <a:pt x="3514746" y="2447918"/>
                  <a:pt x="3522761" y="2603544"/>
                  <a:pt x="3508406" y="2759171"/>
                </a:cubicBezTo>
                <a:cubicBezTo>
                  <a:pt x="3497997" y="2866762"/>
                  <a:pt x="3488428" y="2974352"/>
                  <a:pt x="3496442" y="3082389"/>
                </a:cubicBezTo>
                <a:cubicBezTo>
                  <a:pt x="3502066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8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8" y="3642229"/>
                  <a:pt x="1771055" y="3636431"/>
                </a:cubicBezTo>
                <a:cubicBezTo>
                  <a:pt x="1659183" y="3633576"/>
                  <a:pt x="1547429" y="3634736"/>
                  <a:pt x="1435676" y="3638305"/>
                </a:cubicBezTo>
                <a:cubicBezTo>
                  <a:pt x="1179420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4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2" y="9535"/>
                </a:cubicBezTo>
                <a:cubicBezTo>
                  <a:pt x="769619" y="4223"/>
                  <a:pt x="828415" y="562"/>
                  <a:pt x="887181" y="6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pyramids of Menkaure, Khafre, and Khufu">
            <a:extLst>
              <a:ext uri="{FF2B5EF4-FFF2-40B4-BE49-F238E27FC236}">
                <a16:creationId xmlns:a16="http://schemas.microsoft.com/office/drawing/2014/main" id="{9C07714F-CFFE-D4DB-92D5-0F6FAB47A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77" r="30440" b="-3"/>
          <a:stretch/>
        </p:blipFill>
        <p:spPr bwMode="auto">
          <a:xfrm>
            <a:off x="6350420" y="0"/>
            <a:ext cx="2821576" cy="3892792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0" y="60"/>
                </a:moveTo>
                <a:cubicBezTo>
                  <a:pt x="945946" y="-443"/>
                  <a:pt x="1004683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8" y="18018"/>
                  <a:pt x="2192263" y="13196"/>
                </a:cubicBezTo>
                <a:cubicBezTo>
                  <a:pt x="2323253" y="7660"/>
                  <a:pt x="2454242" y="2928"/>
                  <a:pt x="2585113" y="13911"/>
                </a:cubicBezTo>
                <a:cubicBezTo>
                  <a:pt x="2699008" y="24482"/>
                  <a:pt x="2813668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4" y="161085"/>
                  <a:pt x="3501168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3" y="516245"/>
                  <a:pt x="3512114" y="559861"/>
                </a:cubicBezTo>
                <a:cubicBezTo>
                  <a:pt x="3491119" y="656469"/>
                  <a:pt x="3485617" y="754605"/>
                  <a:pt x="3495724" y="852186"/>
                </a:cubicBezTo>
                <a:cubicBezTo>
                  <a:pt x="3504577" y="948437"/>
                  <a:pt x="3505176" y="1044867"/>
                  <a:pt x="3502664" y="1141386"/>
                </a:cubicBezTo>
                <a:cubicBezTo>
                  <a:pt x="3500391" y="1228440"/>
                  <a:pt x="3500749" y="1315584"/>
                  <a:pt x="3507210" y="1402639"/>
                </a:cubicBezTo>
                <a:cubicBezTo>
                  <a:pt x="3514626" y="1500407"/>
                  <a:pt x="3520966" y="1598176"/>
                  <a:pt x="3506251" y="1695856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5" y="2178986"/>
                  <a:pt x="3505414" y="2292381"/>
                </a:cubicBezTo>
                <a:cubicBezTo>
                  <a:pt x="3514746" y="2447918"/>
                  <a:pt x="3522760" y="2603544"/>
                  <a:pt x="3508405" y="2759171"/>
                </a:cubicBezTo>
                <a:cubicBezTo>
                  <a:pt x="3497997" y="2866762"/>
                  <a:pt x="3488427" y="2974352"/>
                  <a:pt x="3496442" y="3082389"/>
                </a:cubicBezTo>
                <a:cubicBezTo>
                  <a:pt x="3502065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7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7" y="3642229"/>
                  <a:pt x="1771055" y="3636431"/>
                </a:cubicBezTo>
                <a:cubicBezTo>
                  <a:pt x="1659183" y="3633576"/>
                  <a:pt x="1547429" y="3634736"/>
                  <a:pt x="1435675" y="3638305"/>
                </a:cubicBezTo>
                <a:cubicBezTo>
                  <a:pt x="1179419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3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1" y="9535"/>
                </a:cubicBezTo>
                <a:cubicBezTo>
                  <a:pt x="769618" y="4223"/>
                  <a:pt x="828414" y="562"/>
                  <a:pt x="887180" y="6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AFC329-91E7-2886-DF90-614A1C4A75B0}"/>
              </a:ext>
            </a:extLst>
          </p:cNvPr>
          <p:cNvSpPr txBox="1"/>
          <p:nvPr/>
        </p:nvSpPr>
        <p:spPr>
          <a:xfrm>
            <a:off x="276225" y="4021655"/>
            <a:ext cx="2343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Giant Buddha of Leshan China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315EE-B64D-B972-A87A-E855E6F5274D}"/>
              </a:ext>
            </a:extLst>
          </p:cNvPr>
          <p:cNvSpPr txBox="1"/>
          <p:nvPr/>
        </p:nvSpPr>
        <p:spPr>
          <a:xfrm>
            <a:off x="3354708" y="3943350"/>
            <a:ext cx="2343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The Parthenon in Greece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9A2D5-FB09-9CE8-037C-F21CFC675199}"/>
              </a:ext>
            </a:extLst>
          </p:cNvPr>
          <p:cNvSpPr txBox="1"/>
          <p:nvPr/>
        </p:nvSpPr>
        <p:spPr>
          <a:xfrm>
            <a:off x="6737991" y="3943350"/>
            <a:ext cx="2343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Pyramids of Giza Egypt</a:t>
            </a:r>
          </a:p>
        </p:txBody>
      </p:sp>
    </p:spTree>
    <p:extLst>
      <p:ext uri="{BB962C8B-B14F-4D97-AF65-F5344CB8AC3E}">
        <p14:creationId xmlns:p14="http://schemas.microsoft.com/office/powerpoint/2010/main" val="90202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16CC74870BC944B02857AF781BBE06" ma:contentTypeVersion="6" ma:contentTypeDescription="Create a new document." ma:contentTypeScope="" ma:versionID="94fd17610baa95e33031c4149d7bcbcd">
  <xsd:schema xmlns:xsd="http://www.w3.org/2001/XMLSchema" xmlns:xs="http://www.w3.org/2001/XMLSchema" xmlns:p="http://schemas.microsoft.com/office/2006/metadata/properties" xmlns:ns2="56503b0e-fd31-45b9-a56b-0d6c74c4c7e1" xmlns:ns3="9b4b7e20-709a-4cda-b52c-22b9ad2e8640" targetNamespace="http://schemas.microsoft.com/office/2006/metadata/properties" ma:root="true" ma:fieldsID="7cfca25ec38aea5239af917e1061ab0d" ns2:_="" ns3:_="">
    <xsd:import namespace="56503b0e-fd31-45b9-a56b-0d6c74c4c7e1"/>
    <xsd:import namespace="9b4b7e20-709a-4cda-b52c-22b9ad2e86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503b0e-fd31-45b9-a56b-0d6c74c4c7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b7e20-709a-4cda-b52c-22b9ad2e864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9BC9EC-03EA-4077-B193-F921A9F44BCB}"/>
</file>

<file path=customXml/itemProps2.xml><?xml version="1.0" encoding="utf-8"?>
<ds:datastoreItem xmlns:ds="http://schemas.openxmlformats.org/officeDocument/2006/customXml" ds:itemID="{9B634700-D676-43BA-B8D8-FAB24CDFD371}"/>
</file>

<file path=customXml/itemProps3.xml><?xml version="1.0" encoding="utf-8"?>
<ds:datastoreItem xmlns:ds="http://schemas.openxmlformats.org/officeDocument/2006/customXml" ds:itemID="{C7B1E299-8646-4211-B44A-36FAC025D8D3}"/>
</file>

<file path=docProps/app.xml><?xml version="1.0" encoding="utf-8"?>
<Properties xmlns="http://schemas.openxmlformats.org/officeDocument/2006/extended-properties" xmlns:vt="http://schemas.openxmlformats.org/officeDocument/2006/docPropsVTypes">
  <TotalTime>13805</TotalTime>
  <Words>372</Words>
  <Application>Microsoft Office PowerPoint</Application>
  <PresentationFormat>On-screen Show (4:3)</PresentationFormat>
  <Paragraphs>106</Paragraphs>
  <Slides>37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Aharoni</vt:lpstr>
      <vt:lpstr>Albertus Extra Bold</vt:lpstr>
      <vt:lpstr>Antique Olive CompactPS</vt:lpstr>
      <vt:lpstr>Aptos Black</vt:lpstr>
      <vt:lpstr>Arial</vt:lpstr>
      <vt:lpstr>Arial Black</vt:lpstr>
      <vt:lpstr>Bernard MT Condensed</vt:lpstr>
      <vt:lpstr>Calibri</vt:lpstr>
      <vt:lpstr>Wingdings</vt:lpstr>
      <vt:lpstr>Office Theme</vt:lpstr>
      <vt:lpstr>PowerPoint Presentation</vt:lpstr>
      <vt:lpstr>I. Introduction Activity:</vt:lpstr>
      <vt:lpstr>PowerPoint Presentation</vt:lpstr>
      <vt:lpstr>TODAY WE ARE FOCUSING ON:</vt:lpstr>
      <vt:lpstr>THINK ABOUT IT </vt:lpstr>
      <vt:lpstr>I WONDER WHY?</vt:lpstr>
      <vt:lpstr>II. 4 TYPES OF PHYSICAL WEATHERING: </vt:lpstr>
      <vt:lpstr>This is called…</vt:lpstr>
      <vt:lpstr>THIS CREATES A….</vt:lpstr>
      <vt:lpstr>PowerPoint Presentation</vt:lpstr>
      <vt:lpstr>PowerPoint Presentation</vt:lpstr>
      <vt:lpstr>PowerPoint Presentation</vt:lpstr>
      <vt:lpstr>Some can be very large</vt:lpstr>
      <vt:lpstr>PowerPoint Presentation</vt:lpstr>
      <vt:lpstr>Pothole Commercial</vt:lpstr>
      <vt:lpstr>2. ___________________________</vt:lpstr>
      <vt:lpstr>\</vt:lpstr>
      <vt:lpstr>PowerPoint Presentation</vt:lpstr>
      <vt:lpstr>PowerPoint Presentation</vt:lpstr>
      <vt:lpstr>PowerPoint Presentation</vt:lpstr>
      <vt:lpstr>3. _________________________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THIS HELPS CREATE…</vt:lpstr>
      <vt:lpstr>4. ______________________________</vt:lpstr>
      <vt:lpstr>PowerPoint Presentation</vt:lpstr>
      <vt:lpstr> This causes  RIVER ROCKS to become: __________ in shape __________ in texture __________ in size  </vt:lpstr>
      <vt:lpstr>4 MAJOR CAUSES OF ABRASION:</vt:lpstr>
      <vt:lpstr>WIND: “PEDESTAL”</vt:lpstr>
      <vt:lpstr>OCEAN WAVES</vt:lpstr>
      <vt:lpstr>WAVE WAVES/TIDES</vt:lpstr>
      <vt:lpstr>THE RATE OF WEATHERING IS AFFECTED BY…..</vt:lpstr>
      <vt:lpstr>Physical Weathering</vt:lpstr>
      <vt:lpstr>ANCHOR PHENOMENON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Kerri</dc:creator>
  <cp:lastModifiedBy>Kerri Guzzardo</cp:lastModifiedBy>
  <cp:revision>74</cp:revision>
  <dcterms:created xsi:type="dcterms:W3CDTF">2009-09-03T00:47:04Z</dcterms:created>
  <dcterms:modified xsi:type="dcterms:W3CDTF">2024-08-06T00:15:06Z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0x010100AD16CC74870BC944B02857AF781BBE06</vt:lpwstr>
  </property>
</Properties>
</file>