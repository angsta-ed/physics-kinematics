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85" r:id="rId3"/>
    <p:sldId id="287" r:id="rId4"/>
    <p:sldId id="286" r:id="rId5"/>
    <p:sldId id="258" r:id="rId6"/>
    <p:sldId id="259" r:id="rId7"/>
    <p:sldId id="257" r:id="rId8"/>
    <p:sldId id="263" r:id="rId9"/>
    <p:sldId id="271" r:id="rId10"/>
    <p:sldId id="266" r:id="rId11"/>
    <p:sldId id="267" r:id="rId12"/>
    <p:sldId id="268" r:id="rId13"/>
    <p:sldId id="269" r:id="rId14"/>
    <p:sldId id="272" r:id="rId15"/>
    <p:sldId id="260" r:id="rId16"/>
    <p:sldId id="279" r:id="rId17"/>
    <p:sldId id="274" r:id="rId18"/>
    <p:sldId id="284" r:id="rId19"/>
    <p:sldId id="265" r:id="rId20"/>
    <p:sldId id="280" r:id="rId21"/>
    <p:sldId id="276" r:id="rId22"/>
    <p:sldId id="288" r:id="rId23"/>
    <p:sldId id="281" r:id="rId24"/>
    <p:sldId id="261" r:id="rId25"/>
    <p:sldId id="262" r:id="rId26"/>
    <p:sldId id="282" r:id="rId27"/>
    <p:sldId id="283" r:id="rId28"/>
    <p:sldId id="27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A06E63-F37B-45AB-9ADE-B3112AB5C928}" v="858" dt="2024-07-23T17:10:20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rri Guzzardo" userId="302796c4-f288-4f3f-ad03-2b7a977b1a26" providerId="ADAL" clId="{CDA06E63-F37B-45AB-9ADE-B3112AB5C928}"/>
    <pc:docChg chg="undo custSel addSld delSld modSld">
      <pc:chgData name="Kerri Guzzardo" userId="302796c4-f288-4f3f-ad03-2b7a977b1a26" providerId="ADAL" clId="{CDA06E63-F37B-45AB-9ADE-B3112AB5C928}" dt="2024-07-23T17:10:24.238" v="3248" actId="14100"/>
      <pc:docMkLst>
        <pc:docMk/>
      </pc:docMkLst>
      <pc:sldChg chg="addSp delSp modSp mod">
        <pc:chgData name="Kerri Guzzardo" userId="302796c4-f288-4f3f-ad03-2b7a977b1a26" providerId="ADAL" clId="{CDA06E63-F37B-45AB-9ADE-B3112AB5C928}" dt="2024-07-23T15:51:01.449" v="2775" actId="1076"/>
        <pc:sldMkLst>
          <pc:docMk/>
          <pc:sldMk cId="724438326" sldId="257"/>
        </pc:sldMkLst>
        <pc:spChg chg="mod">
          <ac:chgData name="Kerri Guzzardo" userId="302796c4-f288-4f3f-ad03-2b7a977b1a26" providerId="ADAL" clId="{CDA06E63-F37B-45AB-9ADE-B3112AB5C928}" dt="2024-07-23T15:50:48.512" v="2772" actId="20577"/>
          <ac:spMkLst>
            <pc:docMk/>
            <pc:sldMk cId="724438326" sldId="257"/>
            <ac:spMk id="3" creationId="{406A86C2-B8F4-432E-A7B4-2AA7C27C511E}"/>
          </ac:spMkLst>
        </pc:spChg>
        <pc:spChg chg="mod">
          <ac:chgData name="Kerri Guzzardo" userId="302796c4-f288-4f3f-ad03-2b7a977b1a26" providerId="ADAL" clId="{CDA06E63-F37B-45AB-9ADE-B3112AB5C928}" dt="2024-07-23T13:35:51.006" v="11" actId="1076"/>
          <ac:spMkLst>
            <pc:docMk/>
            <pc:sldMk cId="724438326" sldId="257"/>
            <ac:spMk id="4" creationId="{24D7AEC2-CFFF-42A2-93E8-38C09643AC77}"/>
          </ac:spMkLst>
        </pc:spChg>
        <pc:picChg chg="del">
          <ac:chgData name="Kerri Guzzardo" userId="302796c4-f288-4f3f-ad03-2b7a977b1a26" providerId="ADAL" clId="{CDA06E63-F37B-45AB-9ADE-B3112AB5C928}" dt="2024-07-23T13:35:08.581" v="0" actId="478"/>
          <ac:picMkLst>
            <pc:docMk/>
            <pc:sldMk cId="724438326" sldId="257"/>
            <ac:picMk id="2" creationId="{3FF40DE1-2E89-42ED-AD05-5C699BBD0F77}"/>
          </ac:picMkLst>
        </pc:picChg>
        <pc:picChg chg="add mod ord">
          <ac:chgData name="Kerri Guzzardo" userId="302796c4-f288-4f3f-ad03-2b7a977b1a26" providerId="ADAL" clId="{CDA06E63-F37B-45AB-9ADE-B3112AB5C928}" dt="2024-07-23T15:51:01.449" v="2775" actId="1076"/>
          <ac:picMkLst>
            <pc:docMk/>
            <pc:sldMk cId="724438326" sldId="257"/>
            <ac:picMk id="6" creationId="{7227E4C0-3261-9362-8A4A-CE00AA7DD3AF}"/>
          </ac:picMkLst>
        </pc:picChg>
      </pc:sldChg>
      <pc:sldChg chg="modSp mod">
        <pc:chgData name="Kerri Guzzardo" userId="302796c4-f288-4f3f-ad03-2b7a977b1a26" providerId="ADAL" clId="{CDA06E63-F37B-45AB-9ADE-B3112AB5C928}" dt="2024-07-23T16:08:28.004" v="2976" actId="122"/>
        <pc:sldMkLst>
          <pc:docMk/>
          <pc:sldMk cId="2642381352" sldId="258"/>
        </pc:sldMkLst>
        <pc:spChg chg="mod">
          <ac:chgData name="Kerri Guzzardo" userId="302796c4-f288-4f3f-ad03-2b7a977b1a26" providerId="ADAL" clId="{CDA06E63-F37B-45AB-9ADE-B3112AB5C928}" dt="2024-07-23T16:08:28.004" v="2976" actId="122"/>
          <ac:spMkLst>
            <pc:docMk/>
            <pc:sldMk cId="2642381352" sldId="258"/>
            <ac:spMk id="3" creationId="{A8D8FF65-CFB6-4787-BFEB-33C5C6881A69}"/>
          </ac:spMkLst>
        </pc:spChg>
      </pc:sldChg>
      <pc:sldChg chg="modSp">
        <pc:chgData name="Kerri Guzzardo" userId="302796c4-f288-4f3f-ad03-2b7a977b1a26" providerId="ADAL" clId="{CDA06E63-F37B-45AB-9ADE-B3112AB5C928}" dt="2024-07-23T16:08:57.608" v="2980" actId="207"/>
        <pc:sldMkLst>
          <pc:docMk/>
          <pc:sldMk cId="440542634" sldId="259"/>
        </pc:sldMkLst>
        <pc:spChg chg="mod">
          <ac:chgData name="Kerri Guzzardo" userId="302796c4-f288-4f3f-ad03-2b7a977b1a26" providerId="ADAL" clId="{CDA06E63-F37B-45AB-9ADE-B3112AB5C928}" dt="2024-07-23T16:08:57.608" v="2980" actId="207"/>
          <ac:spMkLst>
            <pc:docMk/>
            <pc:sldMk cId="440542634" sldId="259"/>
            <ac:spMk id="4" creationId="{D85C2131-22B5-4CF1-AB34-DB54DDFBD82B}"/>
          </ac:spMkLst>
        </pc:spChg>
        <pc:picChg chg="mod">
          <ac:chgData name="Kerri Guzzardo" userId="302796c4-f288-4f3f-ad03-2b7a977b1a26" providerId="ADAL" clId="{CDA06E63-F37B-45AB-9ADE-B3112AB5C928}" dt="2024-07-23T16:08:38.819" v="2977" actId="14100"/>
          <ac:picMkLst>
            <pc:docMk/>
            <pc:sldMk cId="440542634" sldId="259"/>
            <ac:picMk id="2050" creationId="{5C8AD2E2-709E-42DD-B399-07BC26868446}"/>
          </ac:picMkLst>
        </pc:picChg>
      </pc:sldChg>
      <pc:sldChg chg="addSp delSp modSp mod delAnim modAnim">
        <pc:chgData name="Kerri Guzzardo" userId="302796c4-f288-4f3f-ad03-2b7a977b1a26" providerId="ADAL" clId="{CDA06E63-F37B-45AB-9ADE-B3112AB5C928}" dt="2024-07-23T15:52:59.614" v="2784" actId="14100"/>
        <pc:sldMkLst>
          <pc:docMk/>
          <pc:sldMk cId="2825632215" sldId="260"/>
        </pc:sldMkLst>
        <pc:spChg chg="add mod">
          <ac:chgData name="Kerri Guzzardo" userId="302796c4-f288-4f3f-ad03-2b7a977b1a26" providerId="ADAL" clId="{CDA06E63-F37B-45AB-9ADE-B3112AB5C928}" dt="2024-07-23T14:29:55.644" v="902" actId="113"/>
          <ac:spMkLst>
            <pc:docMk/>
            <pc:sldMk cId="2825632215" sldId="260"/>
            <ac:spMk id="3" creationId="{545AEF1A-1084-EDE9-232F-65557F44888D}"/>
          </ac:spMkLst>
        </pc:spChg>
        <pc:spChg chg="add mod">
          <ac:chgData name="Kerri Guzzardo" userId="302796c4-f288-4f3f-ad03-2b7a977b1a26" providerId="ADAL" clId="{CDA06E63-F37B-45AB-9ADE-B3112AB5C928}" dt="2024-07-23T14:31:29.227" v="1012" actId="1076"/>
          <ac:spMkLst>
            <pc:docMk/>
            <pc:sldMk cId="2825632215" sldId="260"/>
            <ac:spMk id="4" creationId="{865FDF63-EDB5-7051-1A4D-178A1647FC51}"/>
          </ac:spMkLst>
        </pc:spChg>
        <pc:spChg chg="mod">
          <ac:chgData name="Kerri Guzzardo" userId="302796c4-f288-4f3f-ad03-2b7a977b1a26" providerId="ADAL" clId="{CDA06E63-F37B-45AB-9ADE-B3112AB5C928}" dt="2024-07-23T14:31:48.780" v="1018" actId="1076"/>
          <ac:spMkLst>
            <pc:docMk/>
            <pc:sldMk cId="2825632215" sldId="260"/>
            <ac:spMk id="5" creationId="{45AF1B37-7912-49EE-A9A4-00B43C4D0C8C}"/>
          </ac:spMkLst>
        </pc:spChg>
        <pc:spChg chg="del">
          <ac:chgData name="Kerri Guzzardo" userId="302796c4-f288-4f3f-ad03-2b7a977b1a26" providerId="ADAL" clId="{CDA06E63-F37B-45AB-9ADE-B3112AB5C928}" dt="2024-07-23T14:23:17.550" v="796" actId="478"/>
          <ac:spMkLst>
            <pc:docMk/>
            <pc:sldMk cId="2825632215" sldId="260"/>
            <ac:spMk id="7" creationId="{550396AB-12BA-4561-B075-5849E69B7A20}"/>
          </ac:spMkLst>
        </pc:spChg>
        <pc:spChg chg="mod">
          <ac:chgData name="Kerri Guzzardo" userId="302796c4-f288-4f3f-ad03-2b7a977b1a26" providerId="ADAL" clId="{CDA06E63-F37B-45AB-9ADE-B3112AB5C928}" dt="2024-07-23T14:31:53.908" v="1019" actId="1076"/>
          <ac:spMkLst>
            <pc:docMk/>
            <pc:sldMk cId="2825632215" sldId="260"/>
            <ac:spMk id="8" creationId="{5C209C39-4544-4FD0-8EF5-8BF226F031A9}"/>
          </ac:spMkLst>
        </pc:spChg>
        <pc:spChg chg="del">
          <ac:chgData name="Kerri Guzzardo" userId="302796c4-f288-4f3f-ad03-2b7a977b1a26" providerId="ADAL" clId="{CDA06E63-F37B-45AB-9ADE-B3112AB5C928}" dt="2024-07-23T14:23:21.389" v="798" actId="478"/>
          <ac:spMkLst>
            <pc:docMk/>
            <pc:sldMk cId="2825632215" sldId="260"/>
            <ac:spMk id="10" creationId="{502D2C7C-96F4-483C-B58D-8DE18706B726}"/>
          </ac:spMkLst>
        </pc:spChg>
        <pc:spChg chg="del">
          <ac:chgData name="Kerri Guzzardo" userId="302796c4-f288-4f3f-ad03-2b7a977b1a26" providerId="ADAL" clId="{CDA06E63-F37B-45AB-9ADE-B3112AB5C928}" dt="2024-07-23T14:23:12.754" v="793" actId="478"/>
          <ac:spMkLst>
            <pc:docMk/>
            <pc:sldMk cId="2825632215" sldId="260"/>
            <ac:spMk id="12" creationId="{2A557DE4-0EF5-4944-B90F-CA5A0C7F0BEC}"/>
          </ac:spMkLst>
        </pc:spChg>
        <pc:spChg chg="mod">
          <ac:chgData name="Kerri Guzzardo" userId="302796c4-f288-4f3f-ad03-2b7a977b1a26" providerId="ADAL" clId="{CDA06E63-F37B-45AB-9ADE-B3112AB5C928}" dt="2024-07-23T14:32:06.277" v="1021" actId="1076"/>
          <ac:spMkLst>
            <pc:docMk/>
            <pc:sldMk cId="2825632215" sldId="260"/>
            <ac:spMk id="13" creationId="{797EDB45-D7EE-4088-9878-05D2157F96EA}"/>
          </ac:spMkLst>
        </pc:spChg>
        <pc:spChg chg="del">
          <ac:chgData name="Kerri Guzzardo" userId="302796c4-f288-4f3f-ad03-2b7a977b1a26" providerId="ADAL" clId="{CDA06E63-F37B-45AB-9ADE-B3112AB5C928}" dt="2024-07-23T14:23:11.272" v="792" actId="478"/>
          <ac:spMkLst>
            <pc:docMk/>
            <pc:sldMk cId="2825632215" sldId="260"/>
            <ac:spMk id="15" creationId="{28EC20BD-1F79-4820-8ADD-189E9A416AE3}"/>
          </ac:spMkLst>
        </pc:spChg>
        <pc:spChg chg="mod">
          <ac:chgData name="Kerri Guzzardo" userId="302796c4-f288-4f3f-ad03-2b7a977b1a26" providerId="ADAL" clId="{CDA06E63-F37B-45AB-9ADE-B3112AB5C928}" dt="2024-07-23T14:32:00.509" v="1020" actId="1076"/>
          <ac:spMkLst>
            <pc:docMk/>
            <pc:sldMk cId="2825632215" sldId="260"/>
            <ac:spMk id="16" creationId="{2062B71E-23C0-4FF4-AF19-49F04EEC0C32}"/>
          </ac:spMkLst>
        </pc:spChg>
        <pc:spChg chg="del">
          <ac:chgData name="Kerri Guzzardo" userId="302796c4-f288-4f3f-ad03-2b7a977b1a26" providerId="ADAL" clId="{CDA06E63-F37B-45AB-9ADE-B3112AB5C928}" dt="2024-07-23T14:31:09.590" v="1010" actId="478"/>
          <ac:spMkLst>
            <pc:docMk/>
            <pc:sldMk cId="2825632215" sldId="260"/>
            <ac:spMk id="17" creationId="{E517920C-A25C-4EEC-B470-3666144C04CC}"/>
          </ac:spMkLst>
        </pc:spChg>
        <pc:spChg chg="add mod">
          <ac:chgData name="Kerri Guzzardo" userId="302796c4-f288-4f3f-ad03-2b7a977b1a26" providerId="ADAL" clId="{CDA06E63-F37B-45AB-9ADE-B3112AB5C928}" dt="2024-07-23T15:52:59.614" v="2784" actId="14100"/>
          <ac:spMkLst>
            <pc:docMk/>
            <pc:sldMk cId="2825632215" sldId="260"/>
            <ac:spMk id="40" creationId="{9AB85266-794D-481F-BA9E-024BE538720C}"/>
          </ac:spMkLst>
        </pc:spChg>
        <pc:picChg chg="mod modCrop">
          <ac:chgData name="Kerri Guzzardo" userId="302796c4-f288-4f3f-ad03-2b7a977b1a26" providerId="ADAL" clId="{CDA06E63-F37B-45AB-9ADE-B3112AB5C928}" dt="2024-07-23T14:31:19.468" v="1011" actId="732"/>
          <ac:picMkLst>
            <pc:docMk/>
            <pc:sldMk cId="2825632215" sldId="260"/>
            <ac:picMk id="2" creationId="{32BEB496-A386-4139-BFA9-A27FAD946A98}"/>
          </ac:picMkLst>
        </pc:picChg>
        <pc:picChg chg="del">
          <ac:chgData name="Kerri Guzzardo" userId="302796c4-f288-4f3f-ad03-2b7a977b1a26" providerId="ADAL" clId="{CDA06E63-F37B-45AB-9ADE-B3112AB5C928}" dt="2024-07-23T14:23:15.484" v="795" actId="478"/>
          <ac:picMkLst>
            <pc:docMk/>
            <pc:sldMk cId="2825632215" sldId="260"/>
            <ac:picMk id="6" creationId="{B707EBC3-6A15-4116-AF11-9C065809AA91}"/>
          </ac:picMkLst>
        </pc:picChg>
        <pc:picChg chg="del">
          <ac:chgData name="Kerri Guzzardo" userId="302796c4-f288-4f3f-ad03-2b7a977b1a26" providerId="ADAL" clId="{CDA06E63-F37B-45AB-9ADE-B3112AB5C928}" dt="2024-07-23T14:23:19.424" v="797" actId="478"/>
          <ac:picMkLst>
            <pc:docMk/>
            <pc:sldMk cId="2825632215" sldId="260"/>
            <ac:picMk id="9" creationId="{E6242C1C-9556-491D-9A68-A60424F70335}"/>
          </ac:picMkLst>
        </pc:picChg>
        <pc:picChg chg="del">
          <ac:chgData name="Kerri Guzzardo" userId="302796c4-f288-4f3f-ad03-2b7a977b1a26" providerId="ADAL" clId="{CDA06E63-F37B-45AB-9ADE-B3112AB5C928}" dt="2024-07-23T14:23:13.458" v="794" actId="478"/>
          <ac:picMkLst>
            <pc:docMk/>
            <pc:sldMk cId="2825632215" sldId="260"/>
            <ac:picMk id="11" creationId="{3BB646DF-F65C-4793-A19F-C88EE1494F8F}"/>
          </ac:picMkLst>
        </pc:picChg>
        <pc:picChg chg="del">
          <ac:chgData name="Kerri Guzzardo" userId="302796c4-f288-4f3f-ad03-2b7a977b1a26" providerId="ADAL" clId="{CDA06E63-F37B-45AB-9ADE-B3112AB5C928}" dt="2024-07-23T14:23:09.558" v="791" actId="478"/>
          <ac:picMkLst>
            <pc:docMk/>
            <pc:sldMk cId="2825632215" sldId="260"/>
            <ac:picMk id="14" creationId="{FA9BD23F-5261-4ABE-A6D0-8B323F282A39}"/>
          </ac:picMkLst>
        </pc:picChg>
        <pc:picChg chg="add mod">
          <ac:chgData name="Kerri Guzzardo" userId="302796c4-f288-4f3f-ad03-2b7a977b1a26" providerId="ADAL" clId="{CDA06E63-F37B-45AB-9ADE-B3112AB5C928}" dt="2024-07-23T14:32:58.615" v="1024" actId="14100"/>
          <ac:picMkLst>
            <pc:docMk/>
            <pc:sldMk cId="2825632215" sldId="260"/>
            <ac:picMk id="19" creationId="{15A754A8-B0B3-153B-3E96-DBDADA41CEA4}"/>
          </ac:picMkLst>
        </pc:picChg>
        <pc:picChg chg="add mod">
          <ac:chgData name="Kerri Guzzardo" userId="302796c4-f288-4f3f-ad03-2b7a977b1a26" providerId="ADAL" clId="{CDA06E63-F37B-45AB-9ADE-B3112AB5C928}" dt="2024-07-23T14:33:49.148" v="1028" actId="1076"/>
          <ac:picMkLst>
            <pc:docMk/>
            <pc:sldMk cId="2825632215" sldId="260"/>
            <ac:picMk id="21" creationId="{7C38F92E-359B-7E0B-F53C-BD8704DCAB4C}"/>
          </ac:picMkLst>
        </pc:picChg>
        <pc:picChg chg="add mod">
          <ac:chgData name="Kerri Guzzardo" userId="302796c4-f288-4f3f-ad03-2b7a977b1a26" providerId="ADAL" clId="{CDA06E63-F37B-45AB-9ADE-B3112AB5C928}" dt="2024-07-23T14:34:40.656" v="1032" actId="1076"/>
          <ac:picMkLst>
            <pc:docMk/>
            <pc:sldMk cId="2825632215" sldId="260"/>
            <ac:picMk id="23" creationId="{22A963CF-F80A-B503-9050-0692DC83B64B}"/>
          </ac:picMkLst>
        </pc:picChg>
        <pc:picChg chg="add mod">
          <ac:chgData name="Kerri Guzzardo" userId="302796c4-f288-4f3f-ad03-2b7a977b1a26" providerId="ADAL" clId="{CDA06E63-F37B-45AB-9ADE-B3112AB5C928}" dt="2024-07-23T14:35:52.148" v="1035" actId="14100"/>
          <ac:picMkLst>
            <pc:docMk/>
            <pc:sldMk cId="2825632215" sldId="260"/>
            <ac:picMk id="25" creationId="{FB06834B-E4C9-1F59-0340-5D38E2182E0B}"/>
          </ac:picMkLst>
        </pc:picChg>
        <pc:picChg chg="add mod">
          <ac:chgData name="Kerri Guzzardo" userId="302796c4-f288-4f3f-ad03-2b7a977b1a26" providerId="ADAL" clId="{CDA06E63-F37B-45AB-9ADE-B3112AB5C928}" dt="2024-07-23T14:40:17.498" v="1056" actId="1076"/>
          <ac:picMkLst>
            <pc:docMk/>
            <pc:sldMk cId="2825632215" sldId="260"/>
            <ac:picMk id="38" creationId="{4B59CDD7-092B-2459-CB26-D6D31E9B82CE}"/>
          </ac:picMkLst>
        </pc:picChg>
        <pc:inkChg chg="add">
          <ac:chgData name="Kerri Guzzardo" userId="302796c4-f288-4f3f-ad03-2b7a977b1a26" providerId="ADAL" clId="{CDA06E63-F37B-45AB-9ADE-B3112AB5C928}" dt="2024-07-23T14:36:24.760" v="1041" actId="9405"/>
          <ac:inkMkLst>
            <pc:docMk/>
            <pc:sldMk cId="2825632215" sldId="260"/>
            <ac:inkMk id="26" creationId="{9D758EA5-38E6-F811-6498-62FB7A5D8C93}"/>
          </ac:inkMkLst>
        </pc:inkChg>
        <pc:inkChg chg="add del">
          <ac:chgData name="Kerri Guzzardo" userId="302796c4-f288-4f3f-ad03-2b7a977b1a26" providerId="ADAL" clId="{CDA06E63-F37B-45AB-9ADE-B3112AB5C928}" dt="2024-07-23T14:36:37.261" v="1043" actId="9405"/>
          <ac:inkMkLst>
            <pc:docMk/>
            <pc:sldMk cId="2825632215" sldId="260"/>
            <ac:inkMk id="27" creationId="{8B7DE58A-E87A-D430-6636-1E2052AF072C}"/>
          </ac:inkMkLst>
        </pc:inkChg>
        <pc:inkChg chg="add">
          <ac:chgData name="Kerri Guzzardo" userId="302796c4-f288-4f3f-ad03-2b7a977b1a26" providerId="ADAL" clId="{CDA06E63-F37B-45AB-9ADE-B3112AB5C928}" dt="2024-07-23T14:36:44.668" v="1044" actId="9405"/>
          <ac:inkMkLst>
            <pc:docMk/>
            <pc:sldMk cId="2825632215" sldId="260"/>
            <ac:inkMk id="28" creationId="{267C9B2F-E0B2-EA05-FDF4-01F18FA59E52}"/>
          </ac:inkMkLst>
        </pc:inkChg>
        <pc:inkChg chg="add">
          <ac:chgData name="Kerri Guzzardo" userId="302796c4-f288-4f3f-ad03-2b7a977b1a26" providerId="ADAL" clId="{CDA06E63-F37B-45AB-9ADE-B3112AB5C928}" dt="2024-07-23T14:36:50.150" v="1045" actId="9405"/>
          <ac:inkMkLst>
            <pc:docMk/>
            <pc:sldMk cId="2825632215" sldId="260"/>
            <ac:inkMk id="29" creationId="{85234D33-AA52-7A60-054C-CD7458E19492}"/>
          </ac:inkMkLst>
        </pc:inkChg>
        <pc:inkChg chg="add">
          <ac:chgData name="Kerri Guzzardo" userId="302796c4-f288-4f3f-ad03-2b7a977b1a26" providerId="ADAL" clId="{CDA06E63-F37B-45AB-9ADE-B3112AB5C928}" dt="2024-07-23T14:36:54.508" v="1046" actId="9405"/>
          <ac:inkMkLst>
            <pc:docMk/>
            <pc:sldMk cId="2825632215" sldId="260"/>
            <ac:inkMk id="30" creationId="{8AD39014-14B6-EE4C-848F-90AC813C572C}"/>
          </ac:inkMkLst>
        </pc:inkChg>
        <pc:inkChg chg="add">
          <ac:chgData name="Kerri Guzzardo" userId="302796c4-f288-4f3f-ad03-2b7a977b1a26" providerId="ADAL" clId="{CDA06E63-F37B-45AB-9ADE-B3112AB5C928}" dt="2024-07-23T14:37:04.201" v="1047" actId="9405"/>
          <ac:inkMkLst>
            <pc:docMk/>
            <pc:sldMk cId="2825632215" sldId="260"/>
            <ac:inkMk id="31" creationId="{22955247-DA43-33AC-9E34-097C7269B2D1}"/>
          </ac:inkMkLst>
        </pc:inkChg>
        <pc:inkChg chg="add del">
          <ac:chgData name="Kerri Guzzardo" userId="302796c4-f288-4f3f-ad03-2b7a977b1a26" providerId="ADAL" clId="{CDA06E63-F37B-45AB-9ADE-B3112AB5C928}" dt="2024-07-23T14:37:29.792" v="1049" actId="9405"/>
          <ac:inkMkLst>
            <pc:docMk/>
            <pc:sldMk cId="2825632215" sldId="260"/>
            <ac:inkMk id="32" creationId="{D9FC56EE-00E1-3609-636B-4147A868A17B}"/>
          </ac:inkMkLst>
        </pc:inkChg>
        <pc:inkChg chg="add">
          <ac:chgData name="Kerri Guzzardo" userId="302796c4-f288-4f3f-ad03-2b7a977b1a26" providerId="ADAL" clId="{CDA06E63-F37B-45AB-9ADE-B3112AB5C928}" dt="2024-07-23T14:37:41.043" v="1050" actId="9405"/>
          <ac:inkMkLst>
            <pc:docMk/>
            <pc:sldMk cId="2825632215" sldId="260"/>
            <ac:inkMk id="33" creationId="{FCDE1B5F-08AB-4D75-A64D-F1C9281DE2C9}"/>
          </ac:inkMkLst>
        </pc:inkChg>
        <pc:inkChg chg="add">
          <ac:chgData name="Kerri Guzzardo" userId="302796c4-f288-4f3f-ad03-2b7a977b1a26" providerId="ADAL" clId="{CDA06E63-F37B-45AB-9ADE-B3112AB5C928}" dt="2024-07-23T14:37:46.403" v="1051" actId="9405"/>
          <ac:inkMkLst>
            <pc:docMk/>
            <pc:sldMk cId="2825632215" sldId="260"/>
            <ac:inkMk id="34" creationId="{12129440-24A8-6B78-28EC-84BA806E2EBE}"/>
          </ac:inkMkLst>
        </pc:inkChg>
        <pc:inkChg chg="add">
          <ac:chgData name="Kerri Guzzardo" userId="302796c4-f288-4f3f-ad03-2b7a977b1a26" providerId="ADAL" clId="{CDA06E63-F37B-45AB-9ADE-B3112AB5C928}" dt="2024-07-23T14:37:51.295" v="1052" actId="9405"/>
          <ac:inkMkLst>
            <pc:docMk/>
            <pc:sldMk cId="2825632215" sldId="260"/>
            <ac:inkMk id="35" creationId="{7F57DA8F-8854-EE00-E0D4-3183B72E992A}"/>
          </ac:inkMkLst>
        </pc:inkChg>
        <pc:inkChg chg="add">
          <ac:chgData name="Kerri Guzzardo" userId="302796c4-f288-4f3f-ad03-2b7a977b1a26" providerId="ADAL" clId="{CDA06E63-F37B-45AB-9ADE-B3112AB5C928}" dt="2024-07-23T14:38:00.076" v="1053" actId="9405"/>
          <ac:inkMkLst>
            <pc:docMk/>
            <pc:sldMk cId="2825632215" sldId="260"/>
            <ac:inkMk id="36" creationId="{AEAE3909-A0AB-46A3-F643-493C544C7D8C}"/>
          </ac:inkMkLst>
        </pc:inkChg>
        <pc:inkChg chg="add">
          <ac:chgData name="Kerri Guzzardo" userId="302796c4-f288-4f3f-ad03-2b7a977b1a26" providerId="ADAL" clId="{CDA06E63-F37B-45AB-9ADE-B3112AB5C928}" dt="2024-07-23T14:40:42.620" v="1063" actId="9405"/>
          <ac:inkMkLst>
            <pc:docMk/>
            <pc:sldMk cId="2825632215" sldId="260"/>
            <ac:inkMk id="39" creationId="{6476C3A8-ECB1-ECCD-4FC0-704EF73DAAD1}"/>
          </ac:inkMkLst>
        </pc:inkChg>
      </pc:sldChg>
      <pc:sldChg chg="addSp delSp modSp mod delAnim">
        <pc:chgData name="Kerri Guzzardo" userId="302796c4-f288-4f3f-ad03-2b7a977b1a26" providerId="ADAL" clId="{CDA06E63-F37B-45AB-9ADE-B3112AB5C928}" dt="2024-07-23T15:56:44.706" v="2815" actId="1076"/>
        <pc:sldMkLst>
          <pc:docMk/>
          <pc:sldMk cId="1338374850" sldId="261"/>
        </pc:sldMkLst>
        <pc:spChg chg="del">
          <ac:chgData name="Kerri Guzzardo" userId="302796c4-f288-4f3f-ad03-2b7a977b1a26" providerId="ADAL" clId="{CDA06E63-F37B-45AB-9ADE-B3112AB5C928}" dt="2024-07-23T15:53:57.037" v="2793" actId="478"/>
          <ac:spMkLst>
            <pc:docMk/>
            <pc:sldMk cId="1338374850" sldId="261"/>
            <ac:spMk id="6" creationId="{3477C4BB-0252-4690-BA40-22804F4CFC75}"/>
          </ac:spMkLst>
        </pc:spChg>
        <pc:spChg chg="del">
          <ac:chgData name="Kerri Guzzardo" userId="302796c4-f288-4f3f-ad03-2b7a977b1a26" providerId="ADAL" clId="{CDA06E63-F37B-45AB-9ADE-B3112AB5C928}" dt="2024-07-23T15:53:52.606" v="2790" actId="478"/>
          <ac:spMkLst>
            <pc:docMk/>
            <pc:sldMk cId="1338374850" sldId="261"/>
            <ac:spMk id="14" creationId="{93E459B1-A180-4665-9225-9E4D21731E2A}"/>
          </ac:spMkLst>
        </pc:spChg>
        <pc:spChg chg="del">
          <ac:chgData name="Kerri Guzzardo" userId="302796c4-f288-4f3f-ad03-2b7a977b1a26" providerId="ADAL" clId="{CDA06E63-F37B-45AB-9ADE-B3112AB5C928}" dt="2024-07-23T15:53:54.066" v="2791" actId="478"/>
          <ac:spMkLst>
            <pc:docMk/>
            <pc:sldMk cId="1338374850" sldId="261"/>
            <ac:spMk id="15" creationId="{9BBBFE56-7A9B-424E-9B6E-79FCA73BCCF4}"/>
          </ac:spMkLst>
        </pc:spChg>
        <pc:spChg chg="del mod">
          <ac:chgData name="Kerri Guzzardo" userId="302796c4-f288-4f3f-ad03-2b7a977b1a26" providerId="ADAL" clId="{CDA06E63-F37B-45AB-9ADE-B3112AB5C928}" dt="2024-07-23T15:53:51.010" v="2789" actId="478"/>
          <ac:spMkLst>
            <pc:docMk/>
            <pc:sldMk cId="1338374850" sldId="261"/>
            <ac:spMk id="17" creationId="{598391BD-6A72-48A3-AF8A-E1B2C7770C4A}"/>
          </ac:spMkLst>
        </pc:spChg>
        <pc:spChg chg="del">
          <ac:chgData name="Kerri Guzzardo" userId="302796c4-f288-4f3f-ad03-2b7a977b1a26" providerId="ADAL" clId="{CDA06E63-F37B-45AB-9ADE-B3112AB5C928}" dt="2024-07-23T15:53:55.412" v="2792" actId="478"/>
          <ac:spMkLst>
            <pc:docMk/>
            <pc:sldMk cId="1338374850" sldId="261"/>
            <ac:spMk id="20" creationId="{E0A172CB-6537-4690-BED8-786CBBAA0FC9}"/>
          </ac:spMkLst>
        </pc:spChg>
        <pc:picChg chg="del">
          <ac:chgData name="Kerri Guzzardo" userId="302796c4-f288-4f3f-ad03-2b7a977b1a26" providerId="ADAL" clId="{CDA06E63-F37B-45AB-9ADE-B3112AB5C928}" dt="2024-07-23T15:53:46.402" v="2786" actId="478"/>
          <ac:picMkLst>
            <pc:docMk/>
            <pc:sldMk cId="1338374850" sldId="261"/>
            <ac:picMk id="3" creationId="{3A5F3DB6-72FA-4B8C-A486-2B52C316E853}"/>
          </ac:picMkLst>
        </pc:picChg>
        <pc:picChg chg="add mod">
          <ac:chgData name="Kerri Guzzardo" userId="302796c4-f288-4f3f-ad03-2b7a977b1a26" providerId="ADAL" clId="{CDA06E63-F37B-45AB-9ADE-B3112AB5C928}" dt="2024-07-23T15:56:44.706" v="2815" actId="1076"/>
          <ac:picMkLst>
            <pc:docMk/>
            <pc:sldMk cId="1338374850" sldId="261"/>
            <ac:picMk id="19" creationId="{7DA271A9-0AAD-91AF-E62B-6815EF1B4772}"/>
          </ac:picMkLst>
        </pc:picChg>
      </pc:sldChg>
      <pc:sldChg chg="addSp delSp modSp mod modAnim">
        <pc:chgData name="Kerri Guzzardo" userId="302796c4-f288-4f3f-ad03-2b7a977b1a26" providerId="ADAL" clId="{CDA06E63-F37B-45AB-9ADE-B3112AB5C928}" dt="2024-07-23T15:56:34.186" v="2814" actId="1076"/>
        <pc:sldMkLst>
          <pc:docMk/>
          <pc:sldMk cId="1934176944" sldId="262"/>
        </pc:sldMkLst>
        <pc:spChg chg="mod ord">
          <ac:chgData name="Kerri Guzzardo" userId="302796c4-f288-4f3f-ad03-2b7a977b1a26" providerId="ADAL" clId="{CDA06E63-F37B-45AB-9ADE-B3112AB5C928}" dt="2024-07-23T15:56:34.186" v="2814" actId="1076"/>
          <ac:spMkLst>
            <pc:docMk/>
            <pc:sldMk cId="1934176944" sldId="262"/>
            <ac:spMk id="7" creationId="{0134B5C2-C26A-43EA-9AF5-2581AF4E4097}"/>
          </ac:spMkLst>
        </pc:spChg>
        <pc:picChg chg="del">
          <ac:chgData name="Kerri Guzzardo" userId="302796c4-f288-4f3f-ad03-2b7a977b1a26" providerId="ADAL" clId="{CDA06E63-F37B-45AB-9ADE-B3112AB5C928}" dt="2024-07-23T15:55:18.297" v="2797" actId="478"/>
          <ac:picMkLst>
            <pc:docMk/>
            <pc:sldMk cId="1934176944" sldId="262"/>
            <ac:picMk id="3" creationId="{AD62FEBF-35F0-4DB1-9496-3BDA925264DE}"/>
          </ac:picMkLst>
        </pc:picChg>
        <pc:picChg chg="add mod modCrop">
          <ac:chgData name="Kerri Guzzardo" userId="302796c4-f288-4f3f-ad03-2b7a977b1a26" providerId="ADAL" clId="{CDA06E63-F37B-45AB-9ADE-B3112AB5C928}" dt="2024-07-23T15:56:31.386" v="2813" actId="1076"/>
          <ac:picMkLst>
            <pc:docMk/>
            <pc:sldMk cId="1934176944" sldId="262"/>
            <ac:picMk id="10" creationId="{2B01E9B1-4916-AB6B-3359-ABB5C50EF50A}"/>
          </ac:picMkLst>
        </pc:picChg>
      </pc:sldChg>
      <pc:sldChg chg="addSp delSp modSp mod delAnim modAnim">
        <pc:chgData name="Kerri Guzzardo" userId="302796c4-f288-4f3f-ad03-2b7a977b1a26" providerId="ADAL" clId="{CDA06E63-F37B-45AB-9ADE-B3112AB5C928}" dt="2024-07-23T13:39:14.343" v="42"/>
        <pc:sldMkLst>
          <pc:docMk/>
          <pc:sldMk cId="3148441255" sldId="263"/>
        </pc:sldMkLst>
        <pc:spChg chg="mod">
          <ac:chgData name="Kerri Guzzardo" userId="302796c4-f288-4f3f-ad03-2b7a977b1a26" providerId="ADAL" clId="{CDA06E63-F37B-45AB-9ADE-B3112AB5C928}" dt="2024-07-23T13:37:49.774" v="25" actId="14100"/>
          <ac:spMkLst>
            <pc:docMk/>
            <pc:sldMk cId="3148441255" sldId="263"/>
            <ac:spMk id="3" creationId="{A2B58244-59DE-44B9-861C-CBDA81E215C6}"/>
          </ac:spMkLst>
        </pc:spChg>
        <pc:picChg chg="del">
          <ac:chgData name="Kerri Guzzardo" userId="302796c4-f288-4f3f-ad03-2b7a977b1a26" providerId="ADAL" clId="{CDA06E63-F37B-45AB-9ADE-B3112AB5C928}" dt="2024-07-23T13:36:35.880" v="12" actId="478"/>
          <ac:picMkLst>
            <pc:docMk/>
            <pc:sldMk cId="3148441255" sldId="263"/>
            <ac:picMk id="2" creationId="{06DB27FF-0C06-4946-9E74-57DC7A9B0E8F}"/>
          </ac:picMkLst>
        </pc:picChg>
        <pc:picChg chg="del">
          <ac:chgData name="Kerri Guzzardo" userId="302796c4-f288-4f3f-ad03-2b7a977b1a26" providerId="ADAL" clId="{CDA06E63-F37B-45AB-9ADE-B3112AB5C928}" dt="2024-07-23T13:36:47.802" v="15" actId="478"/>
          <ac:picMkLst>
            <pc:docMk/>
            <pc:sldMk cId="3148441255" sldId="263"/>
            <ac:picMk id="5" creationId="{F905C179-9A1F-4869-BF50-59FB499051D0}"/>
          </ac:picMkLst>
        </pc:picChg>
        <pc:picChg chg="add mod ord">
          <ac:chgData name="Kerri Guzzardo" userId="302796c4-f288-4f3f-ad03-2b7a977b1a26" providerId="ADAL" clId="{CDA06E63-F37B-45AB-9ADE-B3112AB5C928}" dt="2024-07-23T13:37:04.235" v="20" actId="171"/>
          <ac:picMkLst>
            <pc:docMk/>
            <pc:sldMk cId="3148441255" sldId="263"/>
            <ac:picMk id="9" creationId="{CF20E0C2-EEF8-15CD-1640-E9B4E01FC379}"/>
          </ac:picMkLst>
        </pc:picChg>
        <pc:picChg chg="add mod ord">
          <ac:chgData name="Kerri Guzzardo" userId="302796c4-f288-4f3f-ad03-2b7a977b1a26" providerId="ADAL" clId="{CDA06E63-F37B-45AB-9ADE-B3112AB5C928}" dt="2024-07-23T13:38:27.135" v="32" actId="171"/>
          <ac:picMkLst>
            <pc:docMk/>
            <pc:sldMk cId="3148441255" sldId="263"/>
            <ac:picMk id="11" creationId="{67E58071-E22B-A7E2-5A40-85AA99687BA0}"/>
          </ac:picMkLst>
        </pc:picChg>
        <pc:inkChg chg="mod">
          <ac:chgData name="Kerri Guzzardo" userId="302796c4-f288-4f3f-ad03-2b7a977b1a26" providerId="ADAL" clId="{CDA06E63-F37B-45AB-9ADE-B3112AB5C928}" dt="2024-07-23T13:37:16.070" v="22" actId="14100"/>
          <ac:inkMkLst>
            <pc:docMk/>
            <pc:sldMk cId="3148441255" sldId="263"/>
            <ac:inkMk id="6" creationId="{1447E59A-DEBC-48AA-BD0A-6607D608B2D9}"/>
          </ac:inkMkLst>
        </pc:inkChg>
        <pc:inkChg chg="del mod">
          <ac:chgData name="Kerri Guzzardo" userId="302796c4-f288-4f3f-ad03-2b7a977b1a26" providerId="ADAL" clId="{CDA06E63-F37B-45AB-9ADE-B3112AB5C928}" dt="2024-07-23T13:38:42.522" v="37" actId="478"/>
          <ac:inkMkLst>
            <pc:docMk/>
            <pc:sldMk cId="3148441255" sldId="263"/>
            <ac:inkMk id="7" creationId="{7D027CA6-A0FD-420C-B2C9-78E58432D7D5}"/>
          </ac:inkMkLst>
        </pc:inkChg>
        <pc:inkChg chg="del">
          <ac:chgData name="Kerri Guzzardo" userId="302796c4-f288-4f3f-ad03-2b7a977b1a26" providerId="ADAL" clId="{CDA06E63-F37B-45AB-9ADE-B3112AB5C928}" dt="2024-07-23T13:38:43.795" v="38" actId="478"/>
          <ac:inkMkLst>
            <pc:docMk/>
            <pc:sldMk cId="3148441255" sldId="263"/>
            <ac:inkMk id="8" creationId="{C3FA3E72-B79B-4DDF-9E7A-C60C22A29BA6}"/>
          </ac:inkMkLst>
        </pc:inkChg>
        <pc:inkChg chg="add">
          <ac:chgData name="Kerri Guzzardo" userId="302796c4-f288-4f3f-ad03-2b7a977b1a26" providerId="ADAL" clId="{CDA06E63-F37B-45AB-9ADE-B3112AB5C928}" dt="2024-07-23T13:38:56.638" v="39" actId="9405"/>
          <ac:inkMkLst>
            <pc:docMk/>
            <pc:sldMk cId="3148441255" sldId="263"/>
            <ac:inkMk id="12" creationId="{2CF9D384-5691-8CBF-5E84-ADCCB7409DAA}"/>
          </ac:inkMkLst>
        </pc:inkChg>
        <pc:inkChg chg="add">
          <ac:chgData name="Kerri Guzzardo" userId="302796c4-f288-4f3f-ad03-2b7a977b1a26" providerId="ADAL" clId="{CDA06E63-F37B-45AB-9ADE-B3112AB5C928}" dt="2024-07-23T13:39:04.640" v="40" actId="9405"/>
          <ac:inkMkLst>
            <pc:docMk/>
            <pc:sldMk cId="3148441255" sldId="263"/>
            <ac:inkMk id="13" creationId="{7663A90F-B7AC-8F48-9006-50082122DB40}"/>
          </ac:inkMkLst>
        </pc:inkChg>
      </pc:sldChg>
      <pc:sldChg chg="addSp delSp modSp mod delAnim modAnim">
        <pc:chgData name="Kerri Guzzardo" userId="302796c4-f288-4f3f-ad03-2b7a977b1a26" providerId="ADAL" clId="{CDA06E63-F37B-45AB-9ADE-B3112AB5C928}" dt="2024-07-23T17:00:51.402" v="3137"/>
        <pc:sldMkLst>
          <pc:docMk/>
          <pc:sldMk cId="1148784069" sldId="265"/>
        </pc:sldMkLst>
        <pc:spChg chg="del">
          <ac:chgData name="Kerri Guzzardo" userId="302796c4-f288-4f3f-ad03-2b7a977b1a26" providerId="ADAL" clId="{CDA06E63-F37B-45AB-9ADE-B3112AB5C928}" dt="2024-07-23T15:14:44.210" v="1537" actId="478"/>
          <ac:spMkLst>
            <pc:docMk/>
            <pc:sldMk cId="1148784069" sldId="265"/>
            <ac:spMk id="2" creationId="{2D47AC49-343B-4F23-AD6F-F85CC6FADEC4}"/>
          </ac:spMkLst>
        </pc:spChg>
        <pc:spChg chg="del">
          <ac:chgData name="Kerri Guzzardo" userId="302796c4-f288-4f3f-ad03-2b7a977b1a26" providerId="ADAL" clId="{CDA06E63-F37B-45AB-9ADE-B3112AB5C928}" dt="2024-07-23T15:14:47.716" v="1538" actId="478"/>
          <ac:spMkLst>
            <pc:docMk/>
            <pc:sldMk cId="1148784069" sldId="265"/>
            <ac:spMk id="3" creationId="{11D37B08-7B4F-41DF-868E-26D7E54C814B}"/>
          </ac:spMkLst>
        </pc:spChg>
        <pc:spChg chg="mod">
          <ac:chgData name="Kerri Guzzardo" userId="302796c4-f288-4f3f-ad03-2b7a977b1a26" providerId="ADAL" clId="{CDA06E63-F37B-45AB-9ADE-B3112AB5C928}" dt="2024-07-23T15:17:17.742" v="1738" actId="1076"/>
          <ac:spMkLst>
            <pc:docMk/>
            <pc:sldMk cId="1148784069" sldId="265"/>
            <ac:spMk id="6" creationId="{00000000-0000-0000-0000-000000000000}"/>
          </ac:spMkLst>
        </pc:spChg>
        <pc:spChg chg="del mod">
          <ac:chgData name="Kerri Guzzardo" userId="302796c4-f288-4f3f-ad03-2b7a977b1a26" providerId="ADAL" clId="{CDA06E63-F37B-45AB-9ADE-B3112AB5C928}" dt="2024-07-23T15:17:05.774" v="1735" actId="478"/>
          <ac:spMkLst>
            <pc:docMk/>
            <pc:sldMk cId="1148784069" sldId="265"/>
            <ac:spMk id="7" creationId="{00000000-0000-0000-0000-000000000000}"/>
          </ac:spMkLst>
        </pc:spChg>
        <pc:spChg chg="mod">
          <ac:chgData name="Kerri Guzzardo" userId="302796c4-f288-4f3f-ad03-2b7a977b1a26" providerId="ADAL" clId="{CDA06E63-F37B-45AB-9ADE-B3112AB5C928}" dt="2024-07-23T15:18:32.638" v="1756" actId="1076"/>
          <ac:spMkLst>
            <pc:docMk/>
            <pc:sldMk cId="1148784069" sldId="265"/>
            <ac:spMk id="8" creationId="{00000000-0000-0000-0000-000000000000}"/>
          </ac:spMkLst>
        </pc:spChg>
        <pc:spChg chg="add mod">
          <ac:chgData name="Kerri Guzzardo" userId="302796c4-f288-4f3f-ad03-2b7a977b1a26" providerId="ADAL" clId="{CDA06E63-F37B-45AB-9ADE-B3112AB5C928}" dt="2024-07-23T15:17:12.486" v="1737" actId="20577"/>
          <ac:spMkLst>
            <pc:docMk/>
            <pc:sldMk cId="1148784069" sldId="265"/>
            <ac:spMk id="9" creationId="{103E6873-F952-086C-48D7-CF5E38389F0A}"/>
          </ac:spMkLst>
        </pc:spChg>
        <pc:spChg chg="add mod">
          <ac:chgData name="Kerri Guzzardo" userId="302796c4-f288-4f3f-ad03-2b7a977b1a26" providerId="ADAL" clId="{CDA06E63-F37B-45AB-9ADE-B3112AB5C928}" dt="2024-07-23T15:19:21.345" v="1793" actId="255"/>
          <ac:spMkLst>
            <pc:docMk/>
            <pc:sldMk cId="1148784069" sldId="265"/>
            <ac:spMk id="12" creationId="{72C9356D-90AD-7178-30C1-2A5CE6C40AF7}"/>
          </ac:spMkLst>
        </pc:spChg>
        <pc:spChg chg="del">
          <ac:chgData name="Kerri Guzzardo" userId="302796c4-f288-4f3f-ad03-2b7a977b1a26" providerId="ADAL" clId="{CDA06E63-F37B-45AB-9ADE-B3112AB5C928}" dt="2024-07-23T15:14:58.395" v="1539" actId="478"/>
          <ac:spMkLst>
            <pc:docMk/>
            <pc:sldMk cId="1148784069" sldId="265"/>
            <ac:spMk id="15" creationId="{63FC7199-BC29-454F-BFF3-529762CBC6F0}"/>
          </ac:spMkLst>
        </pc:spChg>
        <pc:picChg chg="del mod">
          <ac:chgData name="Kerri Guzzardo" userId="302796c4-f288-4f3f-ad03-2b7a977b1a26" providerId="ADAL" clId="{CDA06E63-F37B-45AB-9ADE-B3112AB5C928}" dt="2024-07-23T15:17:01.564" v="1732" actId="478"/>
          <ac:picMkLst>
            <pc:docMk/>
            <pc:sldMk cId="1148784069" sldId="265"/>
            <ac:picMk id="4" creationId="{00000000-0000-0000-0000-000000000000}"/>
          </ac:picMkLst>
        </pc:picChg>
        <pc:picChg chg="del">
          <ac:chgData name="Kerri Guzzardo" userId="302796c4-f288-4f3f-ad03-2b7a977b1a26" providerId="ADAL" clId="{CDA06E63-F37B-45AB-9ADE-B3112AB5C928}" dt="2024-07-23T15:14:42.452" v="1536" actId="478"/>
          <ac:picMkLst>
            <pc:docMk/>
            <pc:sldMk cId="1148784069" sldId="265"/>
            <ac:picMk id="5" creationId="{00000000-0000-0000-0000-000000000000}"/>
          </ac:picMkLst>
        </pc:picChg>
        <pc:picChg chg="add mod modCrop">
          <ac:chgData name="Kerri Guzzardo" userId="302796c4-f288-4f3f-ad03-2b7a977b1a26" providerId="ADAL" clId="{CDA06E63-F37B-45AB-9ADE-B3112AB5C928}" dt="2024-07-23T15:17:45.683" v="1743" actId="1076"/>
          <ac:picMkLst>
            <pc:docMk/>
            <pc:sldMk cId="1148784069" sldId="265"/>
            <ac:picMk id="11" creationId="{00AE32F2-7839-5B44-98D6-08892603B56B}"/>
          </ac:picMkLst>
        </pc:picChg>
        <pc:inkChg chg="add">
          <ac:chgData name="Kerri Guzzardo" userId="302796c4-f288-4f3f-ad03-2b7a977b1a26" providerId="ADAL" clId="{CDA06E63-F37B-45AB-9ADE-B3112AB5C928}" dt="2024-07-23T15:19:55.448" v="1794" actId="9405"/>
          <ac:inkMkLst>
            <pc:docMk/>
            <pc:sldMk cId="1148784069" sldId="265"/>
            <ac:inkMk id="13" creationId="{7988E637-AF24-8D57-351C-074C5BB17962}"/>
          </ac:inkMkLst>
        </pc:inkChg>
        <pc:inkChg chg="add">
          <ac:chgData name="Kerri Guzzardo" userId="302796c4-f288-4f3f-ad03-2b7a977b1a26" providerId="ADAL" clId="{CDA06E63-F37B-45AB-9ADE-B3112AB5C928}" dt="2024-07-23T15:20:07.940" v="1795" actId="9405"/>
          <ac:inkMkLst>
            <pc:docMk/>
            <pc:sldMk cId="1148784069" sldId="265"/>
            <ac:inkMk id="14" creationId="{7CA9F2B7-3E1D-DFA3-DF96-D174D01B5D77}"/>
          </ac:inkMkLst>
        </pc:inkChg>
        <pc:inkChg chg="add">
          <ac:chgData name="Kerri Guzzardo" userId="302796c4-f288-4f3f-ad03-2b7a977b1a26" providerId="ADAL" clId="{CDA06E63-F37B-45AB-9ADE-B3112AB5C928}" dt="2024-07-23T15:20:10.471" v="1796" actId="9405"/>
          <ac:inkMkLst>
            <pc:docMk/>
            <pc:sldMk cId="1148784069" sldId="265"/>
            <ac:inkMk id="16" creationId="{2D6AD45B-79F5-3082-F9E9-69E527CD86FB}"/>
          </ac:inkMkLst>
        </pc:inkChg>
        <pc:inkChg chg="add">
          <ac:chgData name="Kerri Guzzardo" userId="302796c4-f288-4f3f-ad03-2b7a977b1a26" providerId="ADAL" clId="{CDA06E63-F37B-45AB-9ADE-B3112AB5C928}" dt="2024-07-23T15:20:26.495" v="1797" actId="9405"/>
          <ac:inkMkLst>
            <pc:docMk/>
            <pc:sldMk cId="1148784069" sldId="265"/>
            <ac:inkMk id="17" creationId="{384EDB35-69EE-6740-FF15-FE10A6BC545B}"/>
          </ac:inkMkLst>
        </pc:inkChg>
      </pc:sldChg>
      <pc:sldChg chg="addSp delSp modSp mod delAnim modAnim">
        <pc:chgData name="Kerri Guzzardo" userId="302796c4-f288-4f3f-ad03-2b7a977b1a26" providerId="ADAL" clId="{CDA06E63-F37B-45AB-9ADE-B3112AB5C928}" dt="2024-07-23T13:59:38.969" v="359"/>
        <pc:sldMkLst>
          <pc:docMk/>
          <pc:sldMk cId="3946773638" sldId="266"/>
        </pc:sldMkLst>
        <pc:spChg chg="mod">
          <ac:chgData name="Kerri Guzzardo" userId="302796c4-f288-4f3f-ad03-2b7a977b1a26" providerId="ADAL" clId="{CDA06E63-F37B-45AB-9ADE-B3112AB5C928}" dt="2024-07-23T13:53:17.863" v="219" actId="113"/>
          <ac:spMkLst>
            <pc:docMk/>
            <pc:sldMk cId="3946773638" sldId="266"/>
            <ac:spMk id="2" creationId="{064FDAE2-B5E3-4958-BEB4-83D45B6AB6F8}"/>
          </ac:spMkLst>
        </pc:spChg>
        <pc:spChg chg="del">
          <ac:chgData name="Kerri Guzzardo" userId="302796c4-f288-4f3f-ad03-2b7a977b1a26" providerId="ADAL" clId="{CDA06E63-F37B-45AB-9ADE-B3112AB5C928}" dt="2024-07-23T13:50:38.322" v="108" actId="478"/>
          <ac:spMkLst>
            <pc:docMk/>
            <pc:sldMk cId="3946773638" sldId="266"/>
            <ac:spMk id="5" creationId="{00000000-0000-0000-0000-000000000000}"/>
          </ac:spMkLst>
        </pc:spChg>
        <pc:spChg chg="mod ord">
          <ac:chgData name="Kerri Guzzardo" userId="302796c4-f288-4f3f-ad03-2b7a977b1a26" providerId="ADAL" clId="{CDA06E63-F37B-45AB-9ADE-B3112AB5C928}" dt="2024-07-23T13:49:13.669" v="101" actId="14100"/>
          <ac:spMkLst>
            <pc:docMk/>
            <pc:sldMk cId="3946773638" sldId="266"/>
            <ac:spMk id="22" creationId="{317034FF-C95E-44DC-8A92-89FD738F3185}"/>
          </ac:spMkLst>
        </pc:spChg>
        <pc:spChg chg="del">
          <ac:chgData name="Kerri Guzzardo" userId="302796c4-f288-4f3f-ad03-2b7a977b1a26" providerId="ADAL" clId="{CDA06E63-F37B-45AB-9ADE-B3112AB5C928}" dt="2024-07-23T13:41:05.384" v="53" actId="478"/>
          <ac:spMkLst>
            <pc:docMk/>
            <pc:sldMk cId="3946773638" sldId="266"/>
            <ac:spMk id="23" creationId="{C0AA218E-253B-4E21-9562-C21E48645094}"/>
          </ac:spMkLst>
        </pc:spChg>
        <pc:spChg chg="del">
          <ac:chgData name="Kerri Guzzardo" userId="302796c4-f288-4f3f-ad03-2b7a977b1a26" providerId="ADAL" clId="{CDA06E63-F37B-45AB-9ADE-B3112AB5C928}" dt="2024-07-23T13:41:08.881" v="55" actId="478"/>
          <ac:spMkLst>
            <pc:docMk/>
            <pc:sldMk cId="3946773638" sldId="266"/>
            <ac:spMk id="25" creationId="{CD57A0EF-4EBD-4218-91A5-25F096C27316}"/>
          </ac:spMkLst>
        </pc:spChg>
        <pc:spChg chg="del">
          <ac:chgData name="Kerri Guzzardo" userId="302796c4-f288-4f3f-ad03-2b7a977b1a26" providerId="ADAL" clId="{CDA06E63-F37B-45AB-9ADE-B3112AB5C928}" dt="2024-07-23T13:41:07.071" v="54" actId="478"/>
          <ac:spMkLst>
            <pc:docMk/>
            <pc:sldMk cId="3946773638" sldId="266"/>
            <ac:spMk id="26" creationId="{7E3F2B91-6958-4637-B34C-D575F08CE240}"/>
          </ac:spMkLst>
        </pc:spChg>
        <pc:spChg chg="del">
          <ac:chgData name="Kerri Guzzardo" userId="302796c4-f288-4f3f-ad03-2b7a977b1a26" providerId="ADAL" clId="{CDA06E63-F37B-45AB-9ADE-B3112AB5C928}" dt="2024-07-23T13:41:02.890" v="52" actId="478"/>
          <ac:spMkLst>
            <pc:docMk/>
            <pc:sldMk cId="3946773638" sldId="266"/>
            <ac:spMk id="27" creationId="{D04EF483-220D-4120-89B3-D143E892673A}"/>
          </ac:spMkLst>
        </pc:spChg>
        <pc:spChg chg="del">
          <ac:chgData name="Kerri Guzzardo" userId="302796c4-f288-4f3f-ad03-2b7a977b1a26" providerId="ADAL" clId="{CDA06E63-F37B-45AB-9ADE-B3112AB5C928}" dt="2024-07-23T13:50:33.218" v="106" actId="478"/>
          <ac:spMkLst>
            <pc:docMk/>
            <pc:sldMk cId="3946773638" sldId="266"/>
            <ac:spMk id="28" creationId="{D23EF576-3DDD-42D9-B6C0-ADED554DD86D}"/>
          </ac:spMkLst>
        </pc:spChg>
        <pc:spChg chg="add mod">
          <ac:chgData name="Kerri Guzzardo" userId="302796c4-f288-4f3f-ad03-2b7a977b1a26" providerId="ADAL" clId="{CDA06E63-F37B-45AB-9ADE-B3112AB5C928}" dt="2024-07-23T13:56:44.129" v="291" actId="208"/>
          <ac:spMkLst>
            <pc:docMk/>
            <pc:sldMk cId="3946773638" sldId="266"/>
            <ac:spMk id="30" creationId="{25ABF498-403E-01A7-8692-79C0D01F9F24}"/>
          </ac:spMkLst>
        </pc:spChg>
        <pc:spChg chg="add mod">
          <ac:chgData name="Kerri Guzzardo" userId="302796c4-f288-4f3f-ad03-2b7a977b1a26" providerId="ADAL" clId="{CDA06E63-F37B-45AB-9ADE-B3112AB5C928}" dt="2024-07-23T13:58:33.350" v="302" actId="208"/>
          <ac:spMkLst>
            <pc:docMk/>
            <pc:sldMk cId="3946773638" sldId="266"/>
            <ac:spMk id="33" creationId="{B8D572F9-4111-CFD9-B472-37FB7C477FB8}"/>
          </ac:spMkLst>
        </pc:spChg>
        <pc:spChg chg="add del">
          <ac:chgData name="Kerri Guzzardo" userId="302796c4-f288-4f3f-ad03-2b7a977b1a26" providerId="ADAL" clId="{CDA06E63-F37B-45AB-9ADE-B3112AB5C928}" dt="2024-07-23T13:59:03.034" v="306" actId="11529"/>
          <ac:spMkLst>
            <pc:docMk/>
            <pc:sldMk cId="3946773638" sldId="266"/>
            <ac:spMk id="34" creationId="{25B8AA84-7E35-8DB4-2185-73E95C19E134}"/>
          </ac:spMkLst>
        </pc:spChg>
        <pc:spChg chg="add mod">
          <ac:chgData name="Kerri Guzzardo" userId="302796c4-f288-4f3f-ad03-2b7a977b1a26" providerId="ADAL" clId="{CDA06E63-F37B-45AB-9ADE-B3112AB5C928}" dt="2024-07-23T13:59:31.452" v="358" actId="1076"/>
          <ac:spMkLst>
            <pc:docMk/>
            <pc:sldMk cId="3946773638" sldId="266"/>
            <ac:spMk id="35" creationId="{8A422C81-E9C3-E28F-2A01-25F8FCFFE108}"/>
          </ac:spMkLst>
        </pc:spChg>
        <pc:picChg chg="add mod modCrop">
          <ac:chgData name="Kerri Guzzardo" userId="302796c4-f288-4f3f-ad03-2b7a977b1a26" providerId="ADAL" clId="{CDA06E63-F37B-45AB-9ADE-B3112AB5C928}" dt="2024-07-23T13:52:55.750" v="217" actId="1076"/>
          <ac:picMkLst>
            <pc:docMk/>
            <pc:sldMk cId="3946773638" sldId="266"/>
            <ac:picMk id="4" creationId="{9E8FA88D-D448-79E2-57C0-CB54AB4A9B5A}"/>
          </ac:picMkLst>
        </pc:picChg>
        <pc:picChg chg="del">
          <ac:chgData name="Kerri Guzzardo" userId="302796c4-f288-4f3f-ad03-2b7a977b1a26" providerId="ADAL" clId="{CDA06E63-F37B-45AB-9ADE-B3112AB5C928}" dt="2024-07-23T13:41:00.832" v="51" actId="478"/>
          <ac:picMkLst>
            <pc:docMk/>
            <pc:sldMk cId="3946773638" sldId="266"/>
            <ac:picMk id="21" creationId="{FBC0246B-3D15-4D72-B852-74927BFBE275}"/>
          </ac:picMkLst>
        </pc:picChg>
        <pc:picChg chg="add mod">
          <ac:chgData name="Kerri Guzzardo" userId="302796c4-f288-4f3f-ad03-2b7a977b1a26" providerId="ADAL" clId="{CDA06E63-F37B-45AB-9ADE-B3112AB5C928}" dt="2024-07-23T13:58:02.935" v="298" actId="1076"/>
          <ac:picMkLst>
            <pc:docMk/>
            <pc:sldMk cId="3946773638" sldId="266"/>
            <ac:picMk id="32" creationId="{BBB75C23-0918-47C6-91B4-5F02E7EC8307}"/>
          </ac:picMkLst>
        </pc:picChg>
        <pc:picChg chg="del">
          <ac:chgData name="Kerri Guzzardo" userId="302796c4-f288-4f3f-ad03-2b7a977b1a26" providerId="ADAL" clId="{CDA06E63-F37B-45AB-9ADE-B3112AB5C928}" dt="2024-07-23T13:40:21.719" v="45" actId="478"/>
          <ac:picMkLst>
            <pc:docMk/>
            <pc:sldMk cId="3946773638" sldId="266"/>
            <ac:picMk id="3074" creationId="{00000000-0000-0000-0000-000000000000}"/>
          </ac:picMkLst>
        </pc:picChg>
        <pc:inkChg chg="del">
          <ac:chgData name="Kerri Guzzardo" userId="302796c4-f288-4f3f-ad03-2b7a977b1a26" providerId="ADAL" clId="{CDA06E63-F37B-45AB-9ADE-B3112AB5C928}" dt="2024-07-23T13:40:31.278" v="49" actId="478"/>
          <ac:inkMkLst>
            <pc:docMk/>
            <pc:sldMk cId="3946773638" sldId="266"/>
            <ac:inkMk id="3" creationId="{9357A8A8-C207-4A31-8A15-8C8B9A8E330B}"/>
          </ac:inkMkLst>
        </pc:inkChg>
        <pc:inkChg chg="add">
          <ac:chgData name="Kerri Guzzardo" userId="302796c4-f288-4f3f-ad03-2b7a977b1a26" providerId="ADAL" clId="{CDA06E63-F37B-45AB-9ADE-B3112AB5C928}" dt="2024-07-23T13:45:36.382" v="63" actId="9405"/>
          <ac:inkMkLst>
            <pc:docMk/>
            <pc:sldMk cId="3946773638" sldId="266"/>
            <ac:inkMk id="6" creationId="{A8CF7503-3724-F1A7-045D-CD0DD8A5626B}"/>
          </ac:inkMkLst>
        </pc:inkChg>
        <pc:inkChg chg="add">
          <ac:chgData name="Kerri Guzzardo" userId="302796c4-f288-4f3f-ad03-2b7a977b1a26" providerId="ADAL" clId="{CDA06E63-F37B-45AB-9ADE-B3112AB5C928}" dt="2024-07-23T13:45:48.850" v="64" actId="9405"/>
          <ac:inkMkLst>
            <pc:docMk/>
            <pc:sldMk cId="3946773638" sldId="266"/>
            <ac:inkMk id="7" creationId="{D86BABB2-B7FB-EDF2-0CBB-9873F48A6182}"/>
          </ac:inkMkLst>
        </pc:inkChg>
        <pc:inkChg chg="del">
          <ac:chgData name="Kerri Guzzardo" userId="302796c4-f288-4f3f-ad03-2b7a977b1a26" providerId="ADAL" clId="{CDA06E63-F37B-45AB-9ADE-B3112AB5C928}" dt="2024-07-23T13:40:29.463" v="48" actId="478"/>
          <ac:inkMkLst>
            <pc:docMk/>
            <pc:sldMk cId="3946773638" sldId="266"/>
            <ac:inkMk id="8" creationId="{D9178B25-6DA6-47F3-8410-00AEAD26D85E}"/>
          </ac:inkMkLst>
        </pc:inkChg>
        <pc:inkChg chg="del">
          <ac:chgData name="Kerri Guzzardo" userId="302796c4-f288-4f3f-ad03-2b7a977b1a26" providerId="ADAL" clId="{CDA06E63-F37B-45AB-9ADE-B3112AB5C928}" dt="2024-07-23T13:40:23.520" v="46" actId="478"/>
          <ac:inkMkLst>
            <pc:docMk/>
            <pc:sldMk cId="3946773638" sldId="266"/>
            <ac:inkMk id="9" creationId="{16DF1C0B-3BFE-4C01-B88C-770C4B17B584}"/>
          </ac:inkMkLst>
        </pc:inkChg>
        <pc:inkChg chg="del">
          <ac:chgData name="Kerri Guzzardo" userId="302796c4-f288-4f3f-ad03-2b7a977b1a26" providerId="ADAL" clId="{CDA06E63-F37B-45AB-9ADE-B3112AB5C928}" dt="2024-07-23T13:40:28.022" v="47" actId="478"/>
          <ac:inkMkLst>
            <pc:docMk/>
            <pc:sldMk cId="3946773638" sldId="266"/>
            <ac:inkMk id="10" creationId="{08F44493-A33C-4B2A-970C-1FA3BF0F53BB}"/>
          </ac:inkMkLst>
        </pc:inkChg>
        <pc:inkChg chg="add">
          <ac:chgData name="Kerri Guzzardo" userId="302796c4-f288-4f3f-ad03-2b7a977b1a26" providerId="ADAL" clId="{CDA06E63-F37B-45AB-9ADE-B3112AB5C928}" dt="2024-07-23T13:46:00.597" v="65" actId="9405"/>
          <ac:inkMkLst>
            <pc:docMk/>
            <pc:sldMk cId="3946773638" sldId="266"/>
            <ac:inkMk id="11" creationId="{95CE9840-5059-A379-FABE-DB2FC6F96296}"/>
          </ac:inkMkLst>
        </pc:inkChg>
        <pc:inkChg chg="add">
          <ac:chgData name="Kerri Guzzardo" userId="302796c4-f288-4f3f-ad03-2b7a977b1a26" providerId="ADAL" clId="{CDA06E63-F37B-45AB-9ADE-B3112AB5C928}" dt="2024-07-23T13:46:04.963" v="66" actId="9405"/>
          <ac:inkMkLst>
            <pc:docMk/>
            <pc:sldMk cId="3946773638" sldId="266"/>
            <ac:inkMk id="12" creationId="{BEA29FC2-C106-E95E-A19B-2F54F61913C2}"/>
          </ac:inkMkLst>
        </pc:inkChg>
        <pc:inkChg chg="add">
          <ac:chgData name="Kerri Guzzardo" userId="302796c4-f288-4f3f-ad03-2b7a977b1a26" providerId="ADAL" clId="{CDA06E63-F37B-45AB-9ADE-B3112AB5C928}" dt="2024-07-23T13:46:26.364" v="67" actId="9405"/>
          <ac:inkMkLst>
            <pc:docMk/>
            <pc:sldMk cId="3946773638" sldId="266"/>
            <ac:inkMk id="13" creationId="{FAD5CB44-8FBD-76A8-FB28-92DEE9D5BF19}"/>
          </ac:inkMkLst>
        </pc:inkChg>
        <pc:inkChg chg="add">
          <ac:chgData name="Kerri Guzzardo" userId="302796c4-f288-4f3f-ad03-2b7a977b1a26" providerId="ADAL" clId="{CDA06E63-F37B-45AB-9ADE-B3112AB5C928}" dt="2024-07-23T13:46:34.882" v="68" actId="9405"/>
          <ac:inkMkLst>
            <pc:docMk/>
            <pc:sldMk cId="3946773638" sldId="266"/>
            <ac:inkMk id="14" creationId="{860A31F3-3908-D036-594F-9E23DFBDFDF3}"/>
          </ac:inkMkLst>
        </pc:inkChg>
        <pc:inkChg chg="add">
          <ac:chgData name="Kerri Guzzardo" userId="302796c4-f288-4f3f-ad03-2b7a977b1a26" providerId="ADAL" clId="{CDA06E63-F37B-45AB-9ADE-B3112AB5C928}" dt="2024-07-23T13:46:41.776" v="69" actId="9405"/>
          <ac:inkMkLst>
            <pc:docMk/>
            <pc:sldMk cId="3946773638" sldId="266"/>
            <ac:inkMk id="15" creationId="{A6D092D3-1EC6-92E1-3E58-4B20C1E00D43}"/>
          </ac:inkMkLst>
        </pc:inkChg>
        <pc:inkChg chg="add">
          <ac:chgData name="Kerri Guzzardo" userId="302796c4-f288-4f3f-ad03-2b7a977b1a26" providerId="ADAL" clId="{CDA06E63-F37B-45AB-9ADE-B3112AB5C928}" dt="2024-07-23T13:46:53.554" v="70" actId="9405"/>
          <ac:inkMkLst>
            <pc:docMk/>
            <pc:sldMk cId="3946773638" sldId="266"/>
            <ac:inkMk id="16" creationId="{0F42CC45-C6A2-3F22-7667-D58AC2A41883}"/>
          </ac:inkMkLst>
        </pc:inkChg>
        <pc:inkChg chg="add del">
          <ac:chgData name="Kerri Guzzardo" userId="302796c4-f288-4f3f-ad03-2b7a977b1a26" providerId="ADAL" clId="{CDA06E63-F37B-45AB-9ADE-B3112AB5C928}" dt="2024-07-23T13:47:02.066" v="74" actId="9405"/>
          <ac:inkMkLst>
            <pc:docMk/>
            <pc:sldMk cId="3946773638" sldId="266"/>
            <ac:inkMk id="17" creationId="{1AE0E700-23FB-3876-4C51-B45DD59E5E53}"/>
          </ac:inkMkLst>
        </pc:inkChg>
        <pc:inkChg chg="add del">
          <ac:chgData name="Kerri Guzzardo" userId="302796c4-f288-4f3f-ad03-2b7a977b1a26" providerId="ADAL" clId="{CDA06E63-F37B-45AB-9ADE-B3112AB5C928}" dt="2024-07-23T13:47:01.638" v="73" actId="9405"/>
          <ac:inkMkLst>
            <pc:docMk/>
            <pc:sldMk cId="3946773638" sldId="266"/>
            <ac:inkMk id="18" creationId="{AF63A9FE-D3EF-D41C-59AF-3AD45735B313}"/>
          </ac:inkMkLst>
        </pc:inkChg>
        <pc:inkChg chg="del">
          <ac:chgData name="Kerri Guzzardo" userId="302796c4-f288-4f3f-ad03-2b7a977b1a26" providerId="ADAL" clId="{CDA06E63-F37B-45AB-9ADE-B3112AB5C928}" dt="2024-07-23T13:40:33.587" v="50" actId="478"/>
          <ac:inkMkLst>
            <pc:docMk/>
            <pc:sldMk cId="3946773638" sldId="266"/>
            <ac:inkMk id="19" creationId="{8AD0B05E-6EB9-4479-BE18-4E1527307697}"/>
          </ac:inkMkLst>
        </pc:inkChg>
        <pc:inkChg chg="add">
          <ac:chgData name="Kerri Guzzardo" userId="302796c4-f288-4f3f-ad03-2b7a977b1a26" providerId="ADAL" clId="{CDA06E63-F37B-45AB-9ADE-B3112AB5C928}" dt="2024-07-23T13:47:05.877" v="75" actId="9405"/>
          <ac:inkMkLst>
            <pc:docMk/>
            <pc:sldMk cId="3946773638" sldId="266"/>
            <ac:inkMk id="20" creationId="{CD58E1FF-D754-9487-847C-B8BED23CCFEB}"/>
          </ac:inkMkLst>
        </pc:inkChg>
        <pc:inkChg chg="add">
          <ac:chgData name="Kerri Guzzardo" userId="302796c4-f288-4f3f-ad03-2b7a977b1a26" providerId="ADAL" clId="{CDA06E63-F37B-45AB-9ADE-B3112AB5C928}" dt="2024-07-23T13:47:16.207" v="76" actId="9405"/>
          <ac:inkMkLst>
            <pc:docMk/>
            <pc:sldMk cId="3946773638" sldId="266"/>
            <ac:inkMk id="24" creationId="{4821ECED-7E8E-E24F-1E82-6F5A66687EE9}"/>
          </ac:inkMkLst>
        </pc:inkChg>
        <pc:inkChg chg="add">
          <ac:chgData name="Kerri Guzzardo" userId="302796c4-f288-4f3f-ad03-2b7a977b1a26" providerId="ADAL" clId="{CDA06E63-F37B-45AB-9ADE-B3112AB5C928}" dt="2024-07-23T13:47:28.444" v="77" actId="9405"/>
          <ac:inkMkLst>
            <pc:docMk/>
            <pc:sldMk cId="3946773638" sldId="266"/>
            <ac:inkMk id="29" creationId="{1458EDC1-8A6C-34A1-318C-E8A6A6F5619F}"/>
          </ac:inkMkLst>
        </pc:inkChg>
      </pc:sldChg>
      <pc:sldChg chg="addSp delSp modSp mod delAnim modAnim">
        <pc:chgData name="Kerri Guzzardo" userId="302796c4-f288-4f3f-ad03-2b7a977b1a26" providerId="ADAL" clId="{CDA06E63-F37B-45AB-9ADE-B3112AB5C928}" dt="2024-07-23T14:24:11.433" v="800" actId="14100"/>
        <pc:sldMkLst>
          <pc:docMk/>
          <pc:sldMk cId="1516091284" sldId="267"/>
        </pc:sldMkLst>
        <pc:spChg chg="del">
          <ac:chgData name="Kerri Guzzardo" userId="302796c4-f288-4f3f-ad03-2b7a977b1a26" providerId="ADAL" clId="{CDA06E63-F37B-45AB-9ADE-B3112AB5C928}" dt="2024-07-23T14:01:31.720" v="389" actId="478"/>
          <ac:spMkLst>
            <pc:docMk/>
            <pc:sldMk cId="1516091284" sldId="267"/>
            <ac:spMk id="8" creationId="{00000000-0000-0000-0000-000000000000}"/>
          </ac:spMkLst>
        </pc:spChg>
        <pc:spChg chg="del">
          <ac:chgData name="Kerri Guzzardo" userId="302796c4-f288-4f3f-ad03-2b7a977b1a26" providerId="ADAL" clId="{CDA06E63-F37B-45AB-9ADE-B3112AB5C928}" dt="2024-07-23T14:01:35.815" v="390" actId="478"/>
          <ac:spMkLst>
            <pc:docMk/>
            <pc:sldMk cId="1516091284" sldId="267"/>
            <ac:spMk id="9" creationId="{00000000-0000-0000-0000-000000000000}"/>
          </ac:spMkLst>
        </pc:spChg>
        <pc:spChg chg="mod">
          <ac:chgData name="Kerri Guzzardo" userId="302796c4-f288-4f3f-ad03-2b7a977b1a26" providerId="ADAL" clId="{CDA06E63-F37B-45AB-9ADE-B3112AB5C928}" dt="2024-07-23T14:12:08.293" v="630" actId="115"/>
          <ac:spMkLst>
            <pc:docMk/>
            <pc:sldMk cId="1516091284" sldId="267"/>
            <ac:spMk id="15" creationId="{85BF7BFC-137D-4C6A-ADE3-E6CA4D9D9281}"/>
          </ac:spMkLst>
        </pc:spChg>
        <pc:spChg chg="mod ord">
          <ac:chgData name="Kerri Guzzardo" userId="302796c4-f288-4f3f-ad03-2b7a977b1a26" providerId="ADAL" clId="{CDA06E63-F37B-45AB-9ADE-B3112AB5C928}" dt="2024-07-23T14:04:06.318" v="504" actId="14100"/>
          <ac:spMkLst>
            <pc:docMk/>
            <pc:sldMk cId="1516091284" sldId="267"/>
            <ac:spMk id="20" creationId="{18F657A5-D140-4937-8974-FA6B4C799EF1}"/>
          </ac:spMkLst>
        </pc:spChg>
        <pc:spChg chg="del">
          <ac:chgData name="Kerri Guzzardo" userId="302796c4-f288-4f3f-ad03-2b7a977b1a26" providerId="ADAL" clId="{CDA06E63-F37B-45AB-9ADE-B3112AB5C928}" dt="2024-07-23T14:00:26.081" v="367" actId="478"/>
          <ac:spMkLst>
            <pc:docMk/>
            <pc:sldMk cId="1516091284" sldId="267"/>
            <ac:spMk id="21" creationId="{E943BA39-CC56-420A-9A55-8868AA59F407}"/>
          </ac:spMkLst>
        </pc:spChg>
        <pc:spChg chg="del">
          <ac:chgData name="Kerri Guzzardo" userId="302796c4-f288-4f3f-ad03-2b7a977b1a26" providerId="ADAL" clId="{CDA06E63-F37B-45AB-9ADE-B3112AB5C928}" dt="2024-07-23T14:00:24.558" v="366" actId="478"/>
          <ac:spMkLst>
            <pc:docMk/>
            <pc:sldMk cId="1516091284" sldId="267"/>
            <ac:spMk id="22" creationId="{A421CABC-BF83-4D7B-A7A0-650EBB288A06}"/>
          </ac:spMkLst>
        </pc:spChg>
        <pc:spChg chg="del">
          <ac:chgData name="Kerri Guzzardo" userId="302796c4-f288-4f3f-ad03-2b7a977b1a26" providerId="ADAL" clId="{CDA06E63-F37B-45AB-9ADE-B3112AB5C928}" dt="2024-07-23T14:00:19.084" v="363" actId="478"/>
          <ac:spMkLst>
            <pc:docMk/>
            <pc:sldMk cId="1516091284" sldId="267"/>
            <ac:spMk id="23" creationId="{07C6182E-B6AE-4FA2-9AD0-A8FFDC3E2810}"/>
          </ac:spMkLst>
        </pc:spChg>
        <pc:spChg chg="del">
          <ac:chgData name="Kerri Guzzardo" userId="302796c4-f288-4f3f-ad03-2b7a977b1a26" providerId="ADAL" clId="{CDA06E63-F37B-45AB-9ADE-B3112AB5C928}" dt="2024-07-23T14:00:22.393" v="365" actId="478"/>
          <ac:spMkLst>
            <pc:docMk/>
            <pc:sldMk cId="1516091284" sldId="267"/>
            <ac:spMk id="24" creationId="{85A78DC3-7210-4B54-9D75-2C252C3EEFC4}"/>
          </ac:spMkLst>
        </pc:spChg>
        <pc:spChg chg="add mod">
          <ac:chgData name="Kerri Guzzardo" userId="302796c4-f288-4f3f-ad03-2b7a977b1a26" providerId="ADAL" clId="{CDA06E63-F37B-45AB-9ADE-B3112AB5C928}" dt="2024-07-23T14:09:30.496" v="605" actId="207"/>
          <ac:spMkLst>
            <pc:docMk/>
            <pc:sldMk cId="1516091284" sldId="267"/>
            <ac:spMk id="30" creationId="{57456319-ABC0-3D72-6DD7-166CD752F1ED}"/>
          </ac:spMkLst>
        </pc:spChg>
        <pc:spChg chg="add mod">
          <ac:chgData name="Kerri Guzzardo" userId="302796c4-f288-4f3f-ad03-2b7a977b1a26" providerId="ADAL" clId="{CDA06E63-F37B-45AB-9ADE-B3112AB5C928}" dt="2024-07-23T14:24:11.433" v="800" actId="14100"/>
          <ac:spMkLst>
            <pc:docMk/>
            <pc:sldMk cId="1516091284" sldId="267"/>
            <ac:spMk id="33" creationId="{1C02F36F-988C-9DA9-6B95-65958CF22B5C}"/>
          </ac:spMkLst>
        </pc:spChg>
        <pc:spChg chg="add mod">
          <ac:chgData name="Kerri Guzzardo" userId="302796c4-f288-4f3f-ad03-2b7a977b1a26" providerId="ADAL" clId="{CDA06E63-F37B-45AB-9ADE-B3112AB5C928}" dt="2024-07-23T14:11:43.145" v="620" actId="14100"/>
          <ac:spMkLst>
            <pc:docMk/>
            <pc:sldMk cId="1516091284" sldId="267"/>
            <ac:spMk id="34" creationId="{CA352967-F8AE-A5BF-8A33-34CFB036F0A5}"/>
          </ac:spMkLst>
        </pc:spChg>
        <pc:picChg chg="add mod modCrop">
          <ac:chgData name="Kerri Guzzardo" userId="302796c4-f288-4f3f-ad03-2b7a977b1a26" providerId="ADAL" clId="{CDA06E63-F37B-45AB-9ADE-B3112AB5C928}" dt="2024-07-23T14:01:06.903" v="374" actId="14100"/>
          <ac:picMkLst>
            <pc:docMk/>
            <pc:sldMk cId="1516091284" sldId="267"/>
            <ac:picMk id="4" creationId="{C52F1608-6451-3728-A5A2-137B2F18B124}"/>
          </ac:picMkLst>
        </pc:picChg>
        <pc:picChg chg="del">
          <ac:chgData name="Kerri Guzzardo" userId="302796c4-f288-4f3f-ad03-2b7a977b1a26" providerId="ADAL" clId="{CDA06E63-F37B-45AB-9ADE-B3112AB5C928}" dt="2024-07-23T14:00:20.376" v="364" actId="478"/>
          <ac:picMkLst>
            <pc:docMk/>
            <pc:sldMk cId="1516091284" sldId="267"/>
            <ac:picMk id="19" creationId="{4139AA23-3C83-4DC6-88E8-12171B07F96F}"/>
          </ac:picMkLst>
        </pc:picChg>
        <pc:picChg chg="add mod">
          <ac:chgData name="Kerri Guzzardo" userId="302796c4-f288-4f3f-ad03-2b7a977b1a26" providerId="ADAL" clId="{CDA06E63-F37B-45AB-9ADE-B3112AB5C928}" dt="2024-07-23T14:10:37.969" v="609" actId="14100"/>
          <ac:picMkLst>
            <pc:docMk/>
            <pc:sldMk cId="1516091284" sldId="267"/>
            <ac:picMk id="32" creationId="{C177C292-1CC3-32E3-9628-B59A7A1DB249}"/>
          </ac:picMkLst>
        </pc:picChg>
        <pc:picChg chg="del">
          <ac:chgData name="Kerri Guzzardo" userId="302796c4-f288-4f3f-ad03-2b7a977b1a26" providerId="ADAL" clId="{CDA06E63-F37B-45AB-9ADE-B3112AB5C928}" dt="2024-07-23T14:00:13.463" v="360" actId="478"/>
          <ac:picMkLst>
            <pc:docMk/>
            <pc:sldMk cId="1516091284" sldId="267"/>
            <ac:picMk id="3074" creationId="{00000000-0000-0000-0000-000000000000}"/>
          </ac:picMkLst>
        </pc:picChg>
        <pc:inkChg chg="del">
          <ac:chgData name="Kerri Guzzardo" userId="302796c4-f288-4f3f-ad03-2b7a977b1a26" providerId="ADAL" clId="{CDA06E63-F37B-45AB-9ADE-B3112AB5C928}" dt="2024-07-23T14:00:15.333" v="361" actId="478"/>
          <ac:inkMkLst>
            <pc:docMk/>
            <pc:sldMk cId="1516091284" sldId="267"/>
            <ac:inkMk id="5" creationId="{EBFF3047-E4FF-47E2-83FB-145EDBE4C929}"/>
          </ac:inkMkLst>
        </pc:inkChg>
        <pc:inkChg chg="del">
          <ac:chgData name="Kerri Guzzardo" userId="302796c4-f288-4f3f-ad03-2b7a977b1a26" providerId="ADAL" clId="{CDA06E63-F37B-45AB-9ADE-B3112AB5C928}" dt="2024-07-23T14:00:16.766" v="362" actId="478"/>
          <ac:inkMkLst>
            <pc:docMk/>
            <pc:sldMk cId="1516091284" sldId="267"/>
            <ac:inkMk id="6" creationId="{ED77AF36-8E7A-4A45-BDA4-848B1DE2A2C8}"/>
          </ac:inkMkLst>
        </pc:inkChg>
        <pc:inkChg chg="add del">
          <ac:chgData name="Kerri Guzzardo" userId="302796c4-f288-4f3f-ad03-2b7a977b1a26" providerId="ADAL" clId="{CDA06E63-F37B-45AB-9ADE-B3112AB5C928}" dt="2024-07-23T14:04:53.757" v="510" actId="9405"/>
          <ac:inkMkLst>
            <pc:docMk/>
            <pc:sldMk cId="1516091284" sldId="267"/>
            <ac:inkMk id="7" creationId="{E2325522-8AE3-ACCD-53D9-BEB07C77D240}"/>
          </ac:inkMkLst>
        </pc:inkChg>
        <pc:inkChg chg="add del">
          <ac:chgData name="Kerri Guzzardo" userId="302796c4-f288-4f3f-ad03-2b7a977b1a26" providerId="ADAL" clId="{CDA06E63-F37B-45AB-9ADE-B3112AB5C928}" dt="2024-07-23T14:04:45.750" v="507" actId="9405"/>
          <ac:inkMkLst>
            <pc:docMk/>
            <pc:sldMk cId="1516091284" sldId="267"/>
            <ac:inkMk id="10" creationId="{F396FD5C-AE01-F604-7E70-2DCEC285FD94}"/>
          </ac:inkMkLst>
        </pc:inkChg>
        <pc:inkChg chg="add del">
          <ac:chgData name="Kerri Guzzardo" userId="302796c4-f288-4f3f-ad03-2b7a977b1a26" providerId="ADAL" clId="{CDA06E63-F37B-45AB-9ADE-B3112AB5C928}" dt="2024-07-23T14:04:53.289" v="509" actId="9405"/>
          <ac:inkMkLst>
            <pc:docMk/>
            <pc:sldMk cId="1516091284" sldId="267"/>
            <ac:inkMk id="11" creationId="{CA7ECA09-5A0F-FE2A-D387-E35155FF4B03}"/>
          </ac:inkMkLst>
        </pc:inkChg>
        <pc:inkChg chg="add">
          <ac:chgData name="Kerri Guzzardo" userId="302796c4-f288-4f3f-ad03-2b7a977b1a26" providerId="ADAL" clId="{CDA06E63-F37B-45AB-9ADE-B3112AB5C928}" dt="2024-07-23T14:05:06.063" v="511" actId="9405"/>
          <ac:inkMkLst>
            <pc:docMk/>
            <pc:sldMk cId="1516091284" sldId="267"/>
            <ac:inkMk id="12" creationId="{40F8029F-A4D8-E84C-E313-878F84FE5C05}"/>
          </ac:inkMkLst>
        </pc:inkChg>
        <pc:inkChg chg="add">
          <ac:chgData name="Kerri Guzzardo" userId="302796c4-f288-4f3f-ad03-2b7a977b1a26" providerId="ADAL" clId="{CDA06E63-F37B-45AB-9ADE-B3112AB5C928}" dt="2024-07-23T14:05:12.213" v="512" actId="9405"/>
          <ac:inkMkLst>
            <pc:docMk/>
            <pc:sldMk cId="1516091284" sldId="267"/>
            <ac:inkMk id="13" creationId="{75FF31AF-EAA3-2A4B-5611-06BB0F0696B8}"/>
          </ac:inkMkLst>
        </pc:inkChg>
        <pc:inkChg chg="add">
          <ac:chgData name="Kerri Guzzardo" userId="302796c4-f288-4f3f-ad03-2b7a977b1a26" providerId="ADAL" clId="{CDA06E63-F37B-45AB-9ADE-B3112AB5C928}" dt="2024-07-23T14:05:21.574" v="513" actId="9405"/>
          <ac:inkMkLst>
            <pc:docMk/>
            <pc:sldMk cId="1516091284" sldId="267"/>
            <ac:inkMk id="14" creationId="{E9B9DEF7-3C8D-3403-2CB1-ADFAB7526115}"/>
          </ac:inkMkLst>
        </pc:inkChg>
        <pc:inkChg chg="add">
          <ac:chgData name="Kerri Guzzardo" userId="302796c4-f288-4f3f-ad03-2b7a977b1a26" providerId="ADAL" clId="{CDA06E63-F37B-45AB-9ADE-B3112AB5C928}" dt="2024-07-23T14:05:32.296" v="514" actId="9405"/>
          <ac:inkMkLst>
            <pc:docMk/>
            <pc:sldMk cId="1516091284" sldId="267"/>
            <ac:inkMk id="16" creationId="{70F4D018-989E-8D0A-A56E-43AA15383830}"/>
          </ac:inkMkLst>
        </pc:inkChg>
        <pc:inkChg chg="add">
          <ac:chgData name="Kerri Guzzardo" userId="302796c4-f288-4f3f-ad03-2b7a977b1a26" providerId="ADAL" clId="{CDA06E63-F37B-45AB-9ADE-B3112AB5C928}" dt="2024-07-23T14:05:39.422" v="515" actId="9405"/>
          <ac:inkMkLst>
            <pc:docMk/>
            <pc:sldMk cId="1516091284" sldId="267"/>
            <ac:inkMk id="17" creationId="{B6AEA3CC-D102-4B37-7A3A-74949C41C1DC}"/>
          </ac:inkMkLst>
        </pc:inkChg>
        <pc:inkChg chg="add">
          <ac:chgData name="Kerri Guzzardo" userId="302796c4-f288-4f3f-ad03-2b7a977b1a26" providerId="ADAL" clId="{CDA06E63-F37B-45AB-9ADE-B3112AB5C928}" dt="2024-07-23T14:05:43.974" v="516" actId="9405"/>
          <ac:inkMkLst>
            <pc:docMk/>
            <pc:sldMk cId="1516091284" sldId="267"/>
            <ac:inkMk id="18" creationId="{9A78ACA1-31D8-C4C4-FAE0-A5A287440AA8}"/>
          </ac:inkMkLst>
        </pc:inkChg>
        <pc:inkChg chg="add del">
          <ac:chgData name="Kerri Guzzardo" userId="302796c4-f288-4f3f-ad03-2b7a977b1a26" providerId="ADAL" clId="{CDA06E63-F37B-45AB-9ADE-B3112AB5C928}" dt="2024-07-23T14:05:49.763" v="518" actId="9405"/>
          <ac:inkMkLst>
            <pc:docMk/>
            <pc:sldMk cId="1516091284" sldId="267"/>
            <ac:inkMk id="25" creationId="{68A95132-62C2-9022-A868-9085478892C6}"/>
          </ac:inkMkLst>
        </pc:inkChg>
        <pc:inkChg chg="add">
          <ac:chgData name="Kerri Guzzardo" userId="302796c4-f288-4f3f-ad03-2b7a977b1a26" providerId="ADAL" clId="{CDA06E63-F37B-45AB-9ADE-B3112AB5C928}" dt="2024-07-23T14:06:05.762" v="519" actId="9405"/>
          <ac:inkMkLst>
            <pc:docMk/>
            <pc:sldMk cId="1516091284" sldId="267"/>
            <ac:inkMk id="26" creationId="{0B502E11-4E79-2315-E96E-55D1D48E45EC}"/>
          </ac:inkMkLst>
        </pc:inkChg>
        <pc:inkChg chg="add">
          <ac:chgData name="Kerri Guzzardo" userId="302796c4-f288-4f3f-ad03-2b7a977b1a26" providerId="ADAL" clId="{CDA06E63-F37B-45AB-9ADE-B3112AB5C928}" dt="2024-07-23T14:06:12.764" v="520" actId="9405"/>
          <ac:inkMkLst>
            <pc:docMk/>
            <pc:sldMk cId="1516091284" sldId="267"/>
            <ac:inkMk id="27" creationId="{67C38373-9F6A-95EF-6035-13DB1EE9AF8B}"/>
          </ac:inkMkLst>
        </pc:inkChg>
        <pc:inkChg chg="add">
          <ac:chgData name="Kerri Guzzardo" userId="302796c4-f288-4f3f-ad03-2b7a977b1a26" providerId="ADAL" clId="{CDA06E63-F37B-45AB-9ADE-B3112AB5C928}" dt="2024-07-23T14:06:17.111" v="521" actId="9405"/>
          <ac:inkMkLst>
            <pc:docMk/>
            <pc:sldMk cId="1516091284" sldId="267"/>
            <ac:inkMk id="28" creationId="{53B994BB-4D49-3C5B-A874-E6F5284DB316}"/>
          </ac:inkMkLst>
        </pc:inkChg>
        <pc:inkChg chg="add">
          <ac:chgData name="Kerri Guzzardo" userId="302796c4-f288-4f3f-ad03-2b7a977b1a26" providerId="ADAL" clId="{CDA06E63-F37B-45AB-9ADE-B3112AB5C928}" dt="2024-07-23T14:08:24.218" v="541" actId="9405"/>
          <ac:inkMkLst>
            <pc:docMk/>
            <pc:sldMk cId="1516091284" sldId="267"/>
            <ac:inkMk id="29" creationId="{D0B3B7E4-C50E-25C5-A3DA-D5A0862C3514}"/>
          </ac:inkMkLst>
        </pc:inkChg>
      </pc:sldChg>
      <pc:sldChg chg="addSp delSp modSp mod delAnim modAnim">
        <pc:chgData name="Kerri Guzzardo" userId="302796c4-f288-4f3f-ad03-2b7a977b1a26" providerId="ADAL" clId="{CDA06E63-F37B-45AB-9ADE-B3112AB5C928}" dt="2024-07-23T16:26:02.305" v="3045" actId="1076"/>
        <pc:sldMkLst>
          <pc:docMk/>
          <pc:sldMk cId="298173689" sldId="268"/>
        </pc:sldMkLst>
        <pc:spChg chg="mod">
          <ac:chgData name="Kerri Guzzardo" userId="302796c4-f288-4f3f-ad03-2b7a977b1a26" providerId="ADAL" clId="{CDA06E63-F37B-45AB-9ADE-B3112AB5C928}" dt="2024-07-23T16:26:02.305" v="3045" actId="1076"/>
          <ac:spMkLst>
            <pc:docMk/>
            <pc:sldMk cId="298173689" sldId="268"/>
            <ac:spMk id="7" creationId="{00000000-0000-0000-0000-000000000000}"/>
          </ac:spMkLst>
        </pc:spChg>
        <pc:spChg chg="del">
          <ac:chgData name="Kerri Guzzardo" userId="302796c4-f288-4f3f-ad03-2b7a977b1a26" providerId="ADAL" clId="{CDA06E63-F37B-45AB-9ADE-B3112AB5C928}" dt="2024-07-23T14:12:49.938" v="636" actId="478"/>
          <ac:spMkLst>
            <pc:docMk/>
            <pc:sldMk cId="298173689" sldId="268"/>
            <ac:spMk id="9" creationId="{00000000-0000-0000-0000-000000000000}"/>
          </ac:spMkLst>
        </pc:spChg>
        <pc:spChg chg="mod">
          <ac:chgData name="Kerri Guzzardo" userId="302796c4-f288-4f3f-ad03-2b7a977b1a26" providerId="ADAL" clId="{CDA06E63-F37B-45AB-9ADE-B3112AB5C928}" dt="2024-07-23T14:18:37.397" v="742" actId="113"/>
          <ac:spMkLst>
            <pc:docMk/>
            <pc:sldMk cId="298173689" sldId="268"/>
            <ac:spMk id="10" creationId="{8660886B-6D8E-4EA3-ADEC-E4D95AF5022E}"/>
          </ac:spMkLst>
        </pc:spChg>
        <pc:spChg chg="del">
          <ac:chgData name="Kerri Guzzardo" userId="302796c4-f288-4f3f-ad03-2b7a977b1a26" providerId="ADAL" clId="{CDA06E63-F37B-45AB-9ADE-B3112AB5C928}" dt="2024-07-23T14:12:45.481" v="634" actId="478"/>
          <ac:spMkLst>
            <pc:docMk/>
            <pc:sldMk cId="298173689" sldId="268"/>
            <ac:spMk id="14" creationId="{A5AE96BA-EFB3-4030-AFBF-61261DE880C0}"/>
          </ac:spMkLst>
        </pc:spChg>
        <pc:spChg chg="add mod">
          <ac:chgData name="Kerri Guzzardo" userId="302796c4-f288-4f3f-ad03-2b7a977b1a26" providerId="ADAL" clId="{CDA06E63-F37B-45AB-9ADE-B3112AB5C928}" dt="2024-07-23T14:16:36.883" v="687" actId="1076"/>
          <ac:spMkLst>
            <pc:docMk/>
            <pc:sldMk cId="298173689" sldId="268"/>
            <ac:spMk id="18" creationId="{BD94F67C-7187-8A9D-A670-8E8D057DFAD1}"/>
          </ac:spMkLst>
        </pc:spChg>
        <pc:spChg chg="add mod">
          <ac:chgData name="Kerri Guzzardo" userId="302796c4-f288-4f3f-ad03-2b7a977b1a26" providerId="ADAL" clId="{CDA06E63-F37B-45AB-9ADE-B3112AB5C928}" dt="2024-07-23T14:16:46.178" v="689" actId="1076"/>
          <ac:spMkLst>
            <pc:docMk/>
            <pc:sldMk cId="298173689" sldId="268"/>
            <ac:spMk id="19" creationId="{7F9C37FE-2D12-BF28-6E6B-39B8605E7E77}"/>
          </ac:spMkLst>
        </pc:spChg>
        <pc:spChg chg="add mod">
          <ac:chgData name="Kerri Guzzardo" userId="302796c4-f288-4f3f-ad03-2b7a977b1a26" providerId="ADAL" clId="{CDA06E63-F37B-45AB-9ADE-B3112AB5C928}" dt="2024-07-23T14:16:54.411" v="691" actId="1076"/>
          <ac:spMkLst>
            <pc:docMk/>
            <pc:sldMk cId="298173689" sldId="268"/>
            <ac:spMk id="20" creationId="{C5C5915F-9247-43BC-A737-5B46EADF1F03}"/>
          </ac:spMkLst>
        </pc:spChg>
        <pc:picChg chg="add mod modCrop">
          <ac:chgData name="Kerri Guzzardo" userId="302796c4-f288-4f3f-ad03-2b7a977b1a26" providerId="ADAL" clId="{CDA06E63-F37B-45AB-9ADE-B3112AB5C928}" dt="2024-07-23T14:13:56.050" v="663" actId="1076"/>
          <ac:picMkLst>
            <pc:docMk/>
            <pc:sldMk cId="298173689" sldId="268"/>
            <ac:picMk id="3" creationId="{622578D7-AB6E-407B-D067-9F282D0B9A8E}"/>
          </ac:picMkLst>
        </pc:picChg>
        <pc:picChg chg="mod">
          <ac:chgData name="Kerri Guzzardo" userId="302796c4-f288-4f3f-ad03-2b7a977b1a26" providerId="ADAL" clId="{CDA06E63-F37B-45AB-9ADE-B3112AB5C928}" dt="2024-07-23T16:25:54.825" v="3044" actId="1076"/>
          <ac:picMkLst>
            <pc:docMk/>
            <pc:sldMk cId="298173689" sldId="268"/>
            <ac:picMk id="4" creationId="{00000000-0000-0000-0000-000000000000}"/>
          </ac:picMkLst>
        </pc:picChg>
        <pc:picChg chg="del">
          <ac:chgData name="Kerri Guzzardo" userId="302796c4-f288-4f3f-ad03-2b7a977b1a26" providerId="ADAL" clId="{CDA06E63-F37B-45AB-9ADE-B3112AB5C928}" dt="2024-07-23T14:12:39.662" v="632" actId="478"/>
          <ac:picMkLst>
            <pc:docMk/>
            <pc:sldMk cId="298173689" sldId="268"/>
            <ac:picMk id="8" creationId="{00000000-0000-0000-0000-000000000000}"/>
          </ac:picMkLst>
        </pc:picChg>
        <pc:inkChg chg="add del">
          <ac:chgData name="Kerri Guzzardo" userId="302796c4-f288-4f3f-ad03-2b7a977b1a26" providerId="ADAL" clId="{CDA06E63-F37B-45AB-9ADE-B3112AB5C928}" dt="2024-07-23T14:15:20.649" v="669" actId="478"/>
          <ac:inkMkLst>
            <pc:docMk/>
            <pc:sldMk cId="298173689" sldId="268"/>
            <ac:inkMk id="5" creationId="{8D8120E4-6D6C-680E-346A-23784C17A492}"/>
          </ac:inkMkLst>
        </pc:inkChg>
        <pc:inkChg chg="add del">
          <ac:chgData name="Kerri Guzzardo" userId="302796c4-f288-4f3f-ad03-2b7a977b1a26" providerId="ADAL" clId="{CDA06E63-F37B-45AB-9ADE-B3112AB5C928}" dt="2024-07-23T14:14:53.328" v="667" actId="478"/>
          <ac:inkMkLst>
            <pc:docMk/>
            <pc:sldMk cId="298173689" sldId="268"/>
            <ac:inkMk id="11" creationId="{3C237153-1A53-3777-E689-C2B9A1750D1D}"/>
          </ac:inkMkLst>
        </pc:inkChg>
        <pc:inkChg chg="del">
          <ac:chgData name="Kerri Guzzardo" userId="302796c4-f288-4f3f-ad03-2b7a977b1a26" providerId="ADAL" clId="{CDA06E63-F37B-45AB-9ADE-B3112AB5C928}" dt="2024-07-23T14:12:47.636" v="635" actId="478"/>
          <ac:inkMkLst>
            <pc:docMk/>
            <pc:sldMk cId="298173689" sldId="268"/>
            <ac:inkMk id="12" creationId="{6F105580-8F4B-45E6-BD97-FA3B30A7433D}"/>
          </ac:inkMkLst>
        </pc:inkChg>
        <pc:inkChg chg="del">
          <ac:chgData name="Kerri Guzzardo" userId="302796c4-f288-4f3f-ad03-2b7a977b1a26" providerId="ADAL" clId="{CDA06E63-F37B-45AB-9ADE-B3112AB5C928}" dt="2024-07-23T14:12:41.209" v="633" actId="478"/>
          <ac:inkMkLst>
            <pc:docMk/>
            <pc:sldMk cId="298173689" sldId="268"/>
            <ac:inkMk id="13" creationId="{E0FF64FA-18DB-43D3-B556-65556144AC30}"/>
          </ac:inkMkLst>
        </pc:inkChg>
        <pc:inkChg chg="add">
          <ac:chgData name="Kerri Guzzardo" userId="302796c4-f288-4f3f-ad03-2b7a977b1a26" providerId="ADAL" clId="{CDA06E63-F37B-45AB-9ADE-B3112AB5C928}" dt="2024-07-23T14:14:45.579" v="666" actId="9405"/>
          <ac:inkMkLst>
            <pc:docMk/>
            <pc:sldMk cId="298173689" sldId="268"/>
            <ac:inkMk id="15" creationId="{AD3D3ED4-69C7-8CF9-F85A-D056E6876D60}"/>
          </ac:inkMkLst>
        </pc:inkChg>
        <pc:inkChg chg="add mod">
          <ac:chgData name="Kerri Guzzardo" userId="302796c4-f288-4f3f-ad03-2b7a977b1a26" providerId="ADAL" clId="{CDA06E63-F37B-45AB-9ADE-B3112AB5C928}" dt="2024-07-23T14:17:37.509" v="699" actId="1076"/>
          <ac:inkMkLst>
            <pc:docMk/>
            <pc:sldMk cId="298173689" sldId="268"/>
            <ac:inkMk id="16" creationId="{5A3FC12F-D8FA-4E5F-9587-3BE9E6FC377C}"/>
          </ac:inkMkLst>
        </pc:inkChg>
        <pc:inkChg chg="add">
          <ac:chgData name="Kerri Guzzardo" userId="302796c4-f288-4f3f-ad03-2b7a977b1a26" providerId="ADAL" clId="{CDA06E63-F37B-45AB-9ADE-B3112AB5C928}" dt="2024-07-23T14:15:37.497" v="670" actId="9405"/>
          <ac:inkMkLst>
            <pc:docMk/>
            <pc:sldMk cId="298173689" sldId="268"/>
            <ac:inkMk id="17" creationId="{D6CEC336-8E9A-775B-F8A2-605E1A9F0CE7}"/>
          </ac:inkMkLst>
        </pc:inkChg>
      </pc:sldChg>
      <pc:sldChg chg="addSp delSp modSp add del mod addAnim delAnim modAnim">
        <pc:chgData name="Kerri Guzzardo" userId="302796c4-f288-4f3f-ad03-2b7a977b1a26" providerId="ADAL" clId="{CDA06E63-F37B-45AB-9ADE-B3112AB5C928}" dt="2024-07-23T16:33:08.572" v="3096" actId="1076"/>
        <pc:sldMkLst>
          <pc:docMk/>
          <pc:sldMk cId="649307654" sldId="269"/>
        </pc:sldMkLst>
        <pc:spChg chg="del">
          <ac:chgData name="Kerri Guzzardo" userId="302796c4-f288-4f3f-ad03-2b7a977b1a26" providerId="ADAL" clId="{CDA06E63-F37B-45AB-9ADE-B3112AB5C928}" dt="2024-07-23T16:26:37.777" v="3048" actId="478"/>
          <ac:spMkLst>
            <pc:docMk/>
            <pc:sldMk cId="649307654" sldId="269"/>
            <ac:spMk id="6" creationId="{00000000-0000-0000-0000-000000000000}"/>
          </ac:spMkLst>
        </pc:spChg>
        <pc:spChg chg="add mod">
          <ac:chgData name="Kerri Guzzardo" userId="302796c4-f288-4f3f-ad03-2b7a977b1a26" providerId="ADAL" clId="{CDA06E63-F37B-45AB-9ADE-B3112AB5C928}" dt="2024-07-23T14:21:53.174" v="774" actId="1076"/>
          <ac:spMkLst>
            <pc:docMk/>
            <pc:sldMk cId="649307654" sldId="269"/>
            <ac:spMk id="9" creationId="{2DF1F325-0AE5-3803-4DBF-AF15A15C9AC2}"/>
          </ac:spMkLst>
        </pc:spChg>
        <pc:spChg chg="mod">
          <ac:chgData name="Kerri Guzzardo" userId="302796c4-f288-4f3f-ad03-2b7a977b1a26" providerId="ADAL" clId="{CDA06E63-F37B-45AB-9ADE-B3112AB5C928}" dt="2024-07-23T16:32:40.533" v="3086" actId="14100"/>
          <ac:spMkLst>
            <pc:docMk/>
            <pc:sldMk cId="649307654" sldId="269"/>
            <ac:spMk id="10" creationId="{8660886B-6D8E-4EA3-ADEC-E4D95AF5022E}"/>
          </ac:spMkLst>
        </pc:spChg>
        <pc:spChg chg="add mod">
          <ac:chgData name="Kerri Guzzardo" userId="302796c4-f288-4f3f-ad03-2b7a977b1a26" providerId="ADAL" clId="{CDA06E63-F37B-45AB-9ADE-B3112AB5C928}" dt="2024-07-23T14:22:16.831" v="780" actId="1076"/>
          <ac:spMkLst>
            <pc:docMk/>
            <pc:sldMk cId="649307654" sldId="269"/>
            <ac:spMk id="14" creationId="{63D59138-D7C7-7F12-3F4C-7320AF0700EC}"/>
          </ac:spMkLst>
        </pc:spChg>
        <pc:spChg chg="del">
          <ac:chgData name="Kerri Guzzardo" userId="302796c4-f288-4f3f-ad03-2b7a977b1a26" providerId="ADAL" clId="{CDA06E63-F37B-45AB-9ADE-B3112AB5C928}" dt="2024-07-23T14:19:03.065" v="748" actId="478"/>
          <ac:spMkLst>
            <pc:docMk/>
            <pc:sldMk cId="649307654" sldId="269"/>
            <ac:spMk id="16" creationId="{5D9854AE-DD0A-4A85-9D22-685698760933}"/>
          </ac:spMkLst>
        </pc:spChg>
        <pc:spChg chg="del">
          <ac:chgData name="Kerri Guzzardo" userId="302796c4-f288-4f3f-ad03-2b7a977b1a26" providerId="ADAL" clId="{CDA06E63-F37B-45AB-9ADE-B3112AB5C928}" dt="2024-07-23T14:19:00.927" v="747" actId="478"/>
          <ac:spMkLst>
            <pc:docMk/>
            <pc:sldMk cId="649307654" sldId="269"/>
            <ac:spMk id="17" creationId="{31075BF7-BB40-41B9-AC36-94FBFA0AC436}"/>
          </ac:spMkLst>
        </pc:spChg>
        <pc:spChg chg="del">
          <ac:chgData name="Kerri Guzzardo" userId="302796c4-f288-4f3f-ad03-2b7a977b1a26" providerId="ADAL" clId="{CDA06E63-F37B-45AB-9ADE-B3112AB5C928}" dt="2024-07-23T14:19:08.038" v="750" actId="478"/>
          <ac:spMkLst>
            <pc:docMk/>
            <pc:sldMk cId="649307654" sldId="269"/>
            <ac:spMk id="18" creationId="{DFADBBE1-2E1E-4016-B8CE-A149C105E1BC}"/>
          </ac:spMkLst>
        </pc:spChg>
        <pc:spChg chg="del mod">
          <ac:chgData name="Kerri Guzzardo" userId="302796c4-f288-4f3f-ad03-2b7a977b1a26" providerId="ADAL" clId="{CDA06E63-F37B-45AB-9ADE-B3112AB5C928}" dt="2024-07-23T16:26:39.665" v="3049" actId="478"/>
          <ac:spMkLst>
            <pc:docMk/>
            <pc:sldMk cId="649307654" sldId="269"/>
            <ac:spMk id="19" creationId="{E4060C90-59E4-4D07-ACFF-AB1101154366}"/>
          </ac:spMkLst>
        </pc:spChg>
        <pc:spChg chg="add mod">
          <ac:chgData name="Kerri Guzzardo" userId="302796c4-f288-4f3f-ad03-2b7a977b1a26" providerId="ADAL" clId="{CDA06E63-F37B-45AB-9ADE-B3112AB5C928}" dt="2024-07-23T14:22:32.475" v="782" actId="1076"/>
          <ac:spMkLst>
            <pc:docMk/>
            <pc:sldMk cId="649307654" sldId="269"/>
            <ac:spMk id="20" creationId="{8CFEFCE4-EE77-2AA8-CEDA-BB4DD7E65BD1}"/>
          </ac:spMkLst>
        </pc:spChg>
        <pc:spChg chg="add mod">
          <ac:chgData name="Kerri Guzzardo" userId="302796c4-f288-4f3f-ad03-2b7a977b1a26" providerId="ADAL" clId="{CDA06E63-F37B-45AB-9ADE-B3112AB5C928}" dt="2024-07-23T16:33:08.572" v="3096" actId="1076"/>
          <ac:spMkLst>
            <pc:docMk/>
            <pc:sldMk cId="649307654" sldId="269"/>
            <ac:spMk id="21" creationId="{D8EAC1CD-22A8-5B13-4852-4D824FDC4CB0}"/>
          </ac:spMkLst>
        </pc:spChg>
        <pc:picChg chg="add del mod modCrop">
          <ac:chgData name="Kerri Guzzardo" userId="302796c4-f288-4f3f-ad03-2b7a977b1a26" providerId="ADAL" clId="{CDA06E63-F37B-45AB-9ADE-B3112AB5C928}" dt="2024-07-23T16:32:41.546" v="3088" actId="478"/>
          <ac:picMkLst>
            <pc:docMk/>
            <pc:sldMk cId="649307654" sldId="269"/>
            <ac:picMk id="3" creationId="{80C430BA-640A-D258-4631-75282D1685F2}"/>
          </ac:picMkLst>
        </pc:picChg>
        <pc:picChg chg="mod">
          <ac:chgData name="Kerri Guzzardo" userId="302796c4-f288-4f3f-ad03-2b7a977b1a26" providerId="ADAL" clId="{CDA06E63-F37B-45AB-9ADE-B3112AB5C928}" dt="2024-07-23T16:32:56.375" v="3094" actId="1035"/>
          <ac:picMkLst>
            <pc:docMk/>
            <pc:sldMk cId="649307654" sldId="269"/>
            <ac:picMk id="4" creationId="{00000000-0000-0000-0000-000000000000}"/>
          </ac:picMkLst>
        </pc:picChg>
        <pc:picChg chg="del">
          <ac:chgData name="Kerri Guzzardo" userId="302796c4-f288-4f3f-ad03-2b7a977b1a26" providerId="ADAL" clId="{CDA06E63-F37B-45AB-9ADE-B3112AB5C928}" dt="2024-07-23T14:18:52.773" v="744" actId="478"/>
          <ac:picMkLst>
            <pc:docMk/>
            <pc:sldMk cId="649307654" sldId="269"/>
            <ac:picMk id="11" creationId="{C8FFD501-6B2E-4149-975F-D9EA9D5FED8C}"/>
          </ac:picMkLst>
        </pc:picChg>
        <pc:inkChg chg="add del">
          <ac:chgData name="Kerri Guzzardo" userId="302796c4-f288-4f3f-ad03-2b7a977b1a26" providerId="ADAL" clId="{CDA06E63-F37B-45AB-9ADE-B3112AB5C928}" dt="2024-07-23T16:32:41.710" v="3089" actId="478"/>
          <ac:inkMkLst>
            <pc:docMk/>
            <pc:sldMk cId="649307654" sldId="269"/>
            <ac:inkMk id="5" creationId="{6C18787E-14AB-51E5-E3B8-DD3C5C8910D4}"/>
          </ac:inkMkLst>
        </pc:inkChg>
        <pc:inkChg chg="add">
          <ac:chgData name="Kerri Guzzardo" userId="302796c4-f288-4f3f-ad03-2b7a977b1a26" providerId="ADAL" clId="{CDA06E63-F37B-45AB-9ADE-B3112AB5C928}" dt="2024-07-23T14:20:48.675" v="759" actId="9405"/>
          <ac:inkMkLst>
            <pc:docMk/>
            <pc:sldMk cId="649307654" sldId="269"/>
            <ac:inkMk id="7" creationId="{B893EE1D-07E5-0C9E-8B5B-45525C7ACFB3}"/>
          </ac:inkMkLst>
        </pc:inkChg>
        <pc:inkChg chg="add">
          <ac:chgData name="Kerri Guzzardo" userId="302796c4-f288-4f3f-ad03-2b7a977b1a26" providerId="ADAL" clId="{CDA06E63-F37B-45AB-9ADE-B3112AB5C928}" dt="2024-07-23T14:21:05.623" v="760" actId="9405"/>
          <ac:inkMkLst>
            <pc:docMk/>
            <pc:sldMk cId="649307654" sldId="269"/>
            <ac:inkMk id="8" creationId="{3411B04C-3D0F-E75B-FFDB-F64E3191D61C}"/>
          </ac:inkMkLst>
        </pc:inkChg>
        <pc:inkChg chg="del">
          <ac:chgData name="Kerri Guzzardo" userId="302796c4-f288-4f3f-ad03-2b7a977b1a26" providerId="ADAL" clId="{CDA06E63-F37B-45AB-9ADE-B3112AB5C928}" dt="2024-07-23T14:18:54.910" v="745" actId="478"/>
          <ac:inkMkLst>
            <pc:docMk/>
            <pc:sldMk cId="649307654" sldId="269"/>
            <ac:inkMk id="12" creationId="{6F105580-8F4B-45E6-BD97-FA3B30A7433D}"/>
          </ac:inkMkLst>
        </pc:inkChg>
        <pc:inkChg chg="del">
          <ac:chgData name="Kerri Guzzardo" userId="302796c4-f288-4f3f-ad03-2b7a977b1a26" providerId="ADAL" clId="{CDA06E63-F37B-45AB-9ADE-B3112AB5C928}" dt="2024-07-23T14:19:04.879" v="749" actId="478"/>
          <ac:inkMkLst>
            <pc:docMk/>
            <pc:sldMk cId="649307654" sldId="269"/>
            <ac:inkMk id="13" creationId="{E0FF64FA-18DB-43D3-B556-65556144AC30}"/>
          </ac:inkMkLst>
        </pc:inkChg>
        <pc:inkChg chg="del">
          <ac:chgData name="Kerri Guzzardo" userId="302796c4-f288-4f3f-ad03-2b7a977b1a26" providerId="ADAL" clId="{CDA06E63-F37B-45AB-9ADE-B3112AB5C928}" dt="2024-07-23T14:18:57.486" v="746" actId="478"/>
          <ac:inkMkLst>
            <pc:docMk/>
            <pc:sldMk cId="649307654" sldId="269"/>
            <ac:inkMk id="15" creationId="{70FDD2C3-9AA8-4D8F-ABCC-53C92283D266}"/>
          </ac:inkMkLst>
        </pc:inkChg>
      </pc:sldChg>
      <pc:sldChg chg="modSp mod">
        <pc:chgData name="Kerri Guzzardo" userId="302796c4-f288-4f3f-ad03-2b7a977b1a26" providerId="ADAL" clId="{CDA06E63-F37B-45AB-9ADE-B3112AB5C928}" dt="2024-07-23T13:39:40.699" v="44" actId="255"/>
        <pc:sldMkLst>
          <pc:docMk/>
          <pc:sldMk cId="2717182912" sldId="271"/>
        </pc:sldMkLst>
        <pc:spChg chg="mod">
          <ac:chgData name="Kerri Guzzardo" userId="302796c4-f288-4f3f-ad03-2b7a977b1a26" providerId="ADAL" clId="{CDA06E63-F37B-45AB-9ADE-B3112AB5C928}" dt="2024-07-23T13:39:40.699" v="44" actId="255"/>
          <ac:spMkLst>
            <pc:docMk/>
            <pc:sldMk cId="2717182912" sldId="271"/>
            <ac:spMk id="2" creationId="{5B0228DE-41BC-4D48-A3E6-2796F70C3F49}"/>
          </ac:spMkLst>
        </pc:spChg>
      </pc:sldChg>
      <pc:sldChg chg="addSp delSp modSp add del mod delAnim modAnim">
        <pc:chgData name="Kerri Guzzardo" userId="302796c4-f288-4f3f-ad03-2b7a977b1a26" providerId="ADAL" clId="{CDA06E63-F37B-45AB-9ADE-B3112AB5C928}" dt="2024-07-23T15:10:50.533" v="1485"/>
        <pc:sldMkLst>
          <pc:docMk/>
          <pc:sldMk cId="2843038334" sldId="274"/>
        </pc:sldMkLst>
        <pc:spChg chg="mod ord">
          <ac:chgData name="Kerri Guzzardo" userId="302796c4-f288-4f3f-ad03-2b7a977b1a26" providerId="ADAL" clId="{CDA06E63-F37B-45AB-9ADE-B3112AB5C928}" dt="2024-07-23T15:07:06.099" v="1433" actId="14100"/>
          <ac:spMkLst>
            <pc:docMk/>
            <pc:sldMk cId="2843038334" sldId="274"/>
            <ac:spMk id="2" creationId="{00000000-0000-0000-0000-000000000000}"/>
          </ac:spMkLst>
        </pc:spChg>
        <pc:spChg chg="del">
          <ac:chgData name="Kerri Guzzardo" userId="302796c4-f288-4f3f-ad03-2b7a977b1a26" providerId="ADAL" clId="{CDA06E63-F37B-45AB-9ADE-B3112AB5C928}" dt="2024-07-23T15:02:32.611" v="1258" actId="478"/>
          <ac:spMkLst>
            <pc:docMk/>
            <pc:sldMk cId="2843038334" sldId="274"/>
            <ac:spMk id="3" creationId="{BC6F7C02-BC41-463B-9AF3-E1CAFE132242}"/>
          </ac:spMkLst>
        </pc:spChg>
        <pc:spChg chg="del">
          <ac:chgData name="Kerri Guzzardo" userId="302796c4-f288-4f3f-ad03-2b7a977b1a26" providerId="ADAL" clId="{CDA06E63-F37B-45AB-9ADE-B3112AB5C928}" dt="2024-07-23T15:06:46.887" v="1428" actId="478"/>
          <ac:spMkLst>
            <pc:docMk/>
            <pc:sldMk cId="2843038334" sldId="274"/>
            <ac:spMk id="7" creationId="{00000000-0000-0000-0000-000000000000}"/>
          </ac:spMkLst>
        </pc:spChg>
        <pc:spChg chg="add mod">
          <ac:chgData name="Kerri Guzzardo" userId="302796c4-f288-4f3f-ad03-2b7a977b1a26" providerId="ADAL" clId="{CDA06E63-F37B-45AB-9ADE-B3112AB5C928}" dt="2024-07-23T15:06:39.208" v="1426" actId="255"/>
          <ac:spMkLst>
            <pc:docMk/>
            <pc:sldMk cId="2843038334" sldId="274"/>
            <ac:spMk id="9" creationId="{ADA9D37A-3F6C-21BE-B27A-25EB273D3F21}"/>
          </ac:spMkLst>
        </pc:spChg>
        <pc:spChg chg="add mod">
          <ac:chgData name="Kerri Guzzardo" userId="302796c4-f288-4f3f-ad03-2b7a977b1a26" providerId="ADAL" clId="{CDA06E63-F37B-45AB-9ADE-B3112AB5C928}" dt="2024-07-23T15:10:37.228" v="1483" actId="207"/>
          <ac:spMkLst>
            <pc:docMk/>
            <pc:sldMk cId="2843038334" sldId="274"/>
            <ac:spMk id="15" creationId="{281AD37C-ABB2-8618-C16A-58755CAEF425}"/>
          </ac:spMkLst>
        </pc:spChg>
        <pc:picChg chg="del">
          <ac:chgData name="Kerri Guzzardo" userId="302796c4-f288-4f3f-ad03-2b7a977b1a26" providerId="ADAL" clId="{CDA06E63-F37B-45AB-9ADE-B3112AB5C928}" dt="2024-07-23T15:02:39.108" v="1259" actId="478"/>
          <ac:picMkLst>
            <pc:docMk/>
            <pc:sldMk cId="2843038334" sldId="274"/>
            <ac:picMk id="5" creationId="{00000000-0000-0000-0000-000000000000}"/>
          </ac:picMkLst>
        </pc:picChg>
        <pc:picChg chg="del mod">
          <ac:chgData name="Kerri Guzzardo" userId="302796c4-f288-4f3f-ad03-2b7a977b1a26" providerId="ADAL" clId="{CDA06E63-F37B-45AB-9ADE-B3112AB5C928}" dt="2024-07-23T15:05:56.574" v="1407" actId="478"/>
          <ac:picMkLst>
            <pc:docMk/>
            <pc:sldMk cId="2843038334" sldId="274"/>
            <ac:picMk id="6" creationId="{00000000-0000-0000-0000-000000000000}"/>
          </ac:picMkLst>
        </pc:picChg>
        <pc:picChg chg="add mod modCrop">
          <ac:chgData name="Kerri Guzzardo" userId="302796c4-f288-4f3f-ad03-2b7a977b1a26" providerId="ADAL" clId="{CDA06E63-F37B-45AB-9ADE-B3112AB5C928}" dt="2024-07-23T15:06:43.175" v="1427" actId="1076"/>
          <ac:picMkLst>
            <pc:docMk/>
            <pc:sldMk cId="2843038334" sldId="274"/>
            <ac:picMk id="8" creationId="{F034F4F5-A78C-BB02-7F2D-3489F939B3CA}"/>
          </ac:picMkLst>
        </pc:picChg>
        <pc:inkChg chg="add">
          <ac:chgData name="Kerri Guzzardo" userId="302796c4-f288-4f3f-ad03-2b7a977b1a26" providerId="ADAL" clId="{CDA06E63-F37B-45AB-9ADE-B3112AB5C928}" dt="2024-07-23T15:08:31.026" v="1434" actId="9405"/>
          <ac:inkMkLst>
            <pc:docMk/>
            <pc:sldMk cId="2843038334" sldId="274"/>
            <ac:inkMk id="10" creationId="{62AA4575-6B69-A80B-8891-320DB171EA81}"/>
          </ac:inkMkLst>
        </pc:inkChg>
        <pc:inkChg chg="add del">
          <ac:chgData name="Kerri Guzzardo" userId="302796c4-f288-4f3f-ad03-2b7a977b1a26" providerId="ADAL" clId="{CDA06E63-F37B-45AB-9ADE-B3112AB5C928}" dt="2024-07-23T15:08:42.528" v="1438" actId="9405"/>
          <ac:inkMkLst>
            <pc:docMk/>
            <pc:sldMk cId="2843038334" sldId="274"/>
            <ac:inkMk id="11" creationId="{22A7FC1B-CAC9-494A-859D-E576F05609ED}"/>
          </ac:inkMkLst>
        </pc:inkChg>
        <pc:inkChg chg="add del">
          <ac:chgData name="Kerri Guzzardo" userId="302796c4-f288-4f3f-ad03-2b7a977b1a26" providerId="ADAL" clId="{CDA06E63-F37B-45AB-9ADE-B3112AB5C928}" dt="2024-07-23T15:08:41.709" v="1437" actId="9405"/>
          <ac:inkMkLst>
            <pc:docMk/>
            <pc:sldMk cId="2843038334" sldId="274"/>
            <ac:inkMk id="12" creationId="{075AC949-ECDF-4F8A-60F9-C9C3619F1530}"/>
          </ac:inkMkLst>
        </pc:inkChg>
        <pc:inkChg chg="add">
          <ac:chgData name="Kerri Guzzardo" userId="302796c4-f288-4f3f-ad03-2b7a977b1a26" providerId="ADAL" clId="{CDA06E63-F37B-45AB-9ADE-B3112AB5C928}" dt="2024-07-23T15:09:13.434" v="1439" actId="9405"/>
          <ac:inkMkLst>
            <pc:docMk/>
            <pc:sldMk cId="2843038334" sldId="274"/>
            <ac:inkMk id="13" creationId="{3192B9B3-5A7C-CA28-6DED-346B80839529}"/>
          </ac:inkMkLst>
        </pc:inkChg>
        <pc:inkChg chg="add">
          <ac:chgData name="Kerri Guzzardo" userId="302796c4-f288-4f3f-ad03-2b7a977b1a26" providerId="ADAL" clId="{CDA06E63-F37B-45AB-9ADE-B3112AB5C928}" dt="2024-07-23T15:09:24.667" v="1440" actId="9405"/>
          <ac:inkMkLst>
            <pc:docMk/>
            <pc:sldMk cId="2843038334" sldId="274"/>
            <ac:inkMk id="14" creationId="{BD707242-0D20-54CD-16D6-D0BEC5C599B7}"/>
          </ac:inkMkLst>
        </pc:inkChg>
      </pc:sldChg>
      <pc:sldChg chg="delSp del mod delAnim">
        <pc:chgData name="Kerri Guzzardo" userId="302796c4-f288-4f3f-ad03-2b7a977b1a26" providerId="ADAL" clId="{CDA06E63-F37B-45AB-9ADE-B3112AB5C928}" dt="2024-07-23T15:11:18.105" v="1491" actId="47"/>
        <pc:sldMkLst>
          <pc:docMk/>
          <pc:sldMk cId="3945203516" sldId="275"/>
        </pc:sldMkLst>
        <pc:spChg chg="del">
          <ac:chgData name="Kerri Guzzardo" userId="302796c4-f288-4f3f-ad03-2b7a977b1a26" providerId="ADAL" clId="{CDA06E63-F37B-45AB-9ADE-B3112AB5C928}" dt="2024-07-23T15:10:59.253" v="1486" actId="478"/>
          <ac:spMkLst>
            <pc:docMk/>
            <pc:sldMk cId="3945203516" sldId="275"/>
            <ac:spMk id="3" creationId="{06BD218E-5320-441E-B6A3-71D1124D8993}"/>
          </ac:spMkLst>
        </pc:spChg>
        <pc:spChg chg="del">
          <ac:chgData name="Kerri Guzzardo" userId="302796c4-f288-4f3f-ad03-2b7a977b1a26" providerId="ADAL" clId="{CDA06E63-F37B-45AB-9ADE-B3112AB5C928}" dt="2024-07-23T15:11:03.624" v="1488" actId="478"/>
          <ac:spMkLst>
            <pc:docMk/>
            <pc:sldMk cId="3945203516" sldId="275"/>
            <ac:spMk id="4" creationId="{E705ED17-6EA4-42C1-A340-2B2EF4C18ED9}"/>
          </ac:spMkLst>
        </pc:spChg>
        <pc:spChg chg="del">
          <ac:chgData name="Kerri Guzzardo" userId="302796c4-f288-4f3f-ad03-2b7a977b1a26" providerId="ADAL" clId="{CDA06E63-F37B-45AB-9ADE-B3112AB5C928}" dt="2024-07-23T15:11:09.544" v="1490" actId="478"/>
          <ac:spMkLst>
            <pc:docMk/>
            <pc:sldMk cId="3945203516" sldId="275"/>
            <ac:spMk id="7" creationId="{00000000-0000-0000-0000-000000000000}"/>
          </ac:spMkLst>
        </pc:spChg>
        <pc:picChg chg="del">
          <ac:chgData name="Kerri Guzzardo" userId="302796c4-f288-4f3f-ad03-2b7a977b1a26" providerId="ADAL" clId="{CDA06E63-F37B-45AB-9ADE-B3112AB5C928}" dt="2024-07-23T15:11:01.165" v="1487" actId="478"/>
          <ac:picMkLst>
            <pc:docMk/>
            <pc:sldMk cId="3945203516" sldId="275"/>
            <ac:picMk id="5" creationId="{00000000-0000-0000-0000-000000000000}"/>
          </ac:picMkLst>
        </pc:picChg>
        <pc:picChg chg="del">
          <ac:chgData name="Kerri Guzzardo" userId="302796c4-f288-4f3f-ad03-2b7a977b1a26" providerId="ADAL" clId="{CDA06E63-F37B-45AB-9ADE-B3112AB5C928}" dt="2024-07-23T15:11:06.920" v="1489" actId="478"/>
          <ac:picMkLst>
            <pc:docMk/>
            <pc:sldMk cId="3945203516" sldId="275"/>
            <ac:picMk id="8" creationId="{00000000-0000-0000-0000-000000000000}"/>
          </ac:picMkLst>
        </pc:picChg>
      </pc:sldChg>
      <pc:sldChg chg="addSp delSp modSp mod delAnim modAnim">
        <pc:chgData name="Kerri Guzzardo" userId="302796c4-f288-4f3f-ad03-2b7a977b1a26" providerId="ADAL" clId="{CDA06E63-F37B-45AB-9ADE-B3112AB5C928}" dt="2024-07-23T17:07:28.288" v="3225" actId="255"/>
        <pc:sldMkLst>
          <pc:docMk/>
          <pc:sldMk cId="1704354618" sldId="276"/>
        </pc:sldMkLst>
        <pc:spChg chg="add mod">
          <ac:chgData name="Kerri Guzzardo" userId="302796c4-f288-4f3f-ad03-2b7a977b1a26" providerId="ADAL" clId="{CDA06E63-F37B-45AB-9ADE-B3112AB5C928}" dt="2024-07-23T16:45:09.004" v="3134" actId="20577"/>
          <ac:spMkLst>
            <pc:docMk/>
            <pc:sldMk cId="1704354618" sldId="276"/>
            <ac:spMk id="2" creationId="{7F9B9F26-FD82-90E4-DC59-883B4DE79801}"/>
          </ac:spMkLst>
        </pc:spChg>
        <pc:spChg chg="del">
          <ac:chgData name="Kerri Guzzardo" userId="302796c4-f288-4f3f-ad03-2b7a977b1a26" providerId="ADAL" clId="{CDA06E63-F37B-45AB-9ADE-B3112AB5C928}" dt="2024-07-23T15:34:22.392" v="2150" actId="478"/>
          <ac:spMkLst>
            <pc:docMk/>
            <pc:sldMk cId="1704354618" sldId="276"/>
            <ac:spMk id="8" creationId="{00000000-0000-0000-0000-000000000000}"/>
          </ac:spMkLst>
        </pc:spChg>
        <pc:spChg chg="mod">
          <ac:chgData name="Kerri Guzzardo" userId="302796c4-f288-4f3f-ad03-2b7a977b1a26" providerId="ADAL" clId="{CDA06E63-F37B-45AB-9ADE-B3112AB5C928}" dt="2024-07-23T15:43:23.032" v="2604" actId="1076"/>
          <ac:spMkLst>
            <pc:docMk/>
            <pc:sldMk cId="1704354618" sldId="276"/>
            <ac:spMk id="9" creationId="{00000000-0000-0000-0000-000000000000}"/>
          </ac:spMkLst>
        </pc:spChg>
        <pc:spChg chg="mod">
          <ac:chgData name="Kerri Guzzardo" userId="302796c4-f288-4f3f-ad03-2b7a977b1a26" providerId="ADAL" clId="{CDA06E63-F37B-45AB-9ADE-B3112AB5C928}" dt="2024-07-23T15:44:12.054" v="2608" actId="1076"/>
          <ac:spMkLst>
            <pc:docMk/>
            <pc:sldMk cId="1704354618" sldId="276"/>
            <ac:spMk id="10" creationId="{00000000-0000-0000-0000-000000000000}"/>
          </ac:spMkLst>
        </pc:spChg>
        <pc:spChg chg="del">
          <ac:chgData name="Kerri Guzzardo" userId="302796c4-f288-4f3f-ad03-2b7a977b1a26" providerId="ADAL" clId="{CDA06E63-F37B-45AB-9ADE-B3112AB5C928}" dt="2024-07-23T15:34:19.770" v="2149" actId="478"/>
          <ac:spMkLst>
            <pc:docMk/>
            <pc:sldMk cId="1704354618" sldId="276"/>
            <ac:spMk id="11" creationId="{00000000-0000-0000-0000-000000000000}"/>
          </ac:spMkLst>
        </pc:spChg>
        <pc:spChg chg="mod">
          <ac:chgData name="Kerri Guzzardo" userId="302796c4-f288-4f3f-ad03-2b7a977b1a26" providerId="ADAL" clId="{CDA06E63-F37B-45AB-9ADE-B3112AB5C928}" dt="2024-07-23T17:07:28.288" v="3225" actId="255"/>
          <ac:spMkLst>
            <pc:docMk/>
            <pc:sldMk cId="1704354618" sldId="276"/>
            <ac:spMk id="12" creationId="{00000000-0000-0000-0000-000000000000}"/>
          </ac:spMkLst>
        </pc:spChg>
        <pc:spChg chg="del">
          <ac:chgData name="Kerri Guzzardo" userId="302796c4-f288-4f3f-ad03-2b7a977b1a26" providerId="ADAL" clId="{CDA06E63-F37B-45AB-9ADE-B3112AB5C928}" dt="2024-07-23T15:34:26.107" v="2152" actId="478"/>
          <ac:spMkLst>
            <pc:docMk/>
            <pc:sldMk cId="1704354618" sldId="276"/>
            <ac:spMk id="15" creationId="{00000000-0000-0000-0000-000000000000}"/>
          </ac:spMkLst>
        </pc:spChg>
        <pc:picChg chg="del">
          <ac:chgData name="Kerri Guzzardo" userId="302796c4-f288-4f3f-ad03-2b7a977b1a26" providerId="ADAL" clId="{CDA06E63-F37B-45AB-9ADE-B3112AB5C928}" dt="2024-07-23T15:42:38.466" v="2592" actId="478"/>
          <ac:picMkLst>
            <pc:docMk/>
            <pc:sldMk cId="1704354618" sldId="276"/>
            <ac:picMk id="4" creationId="{00000000-0000-0000-0000-000000000000}"/>
          </ac:picMkLst>
        </pc:picChg>
        <pc:picChg chg="add mod modCrop">
          <ac:chgData name="Kerri Guzzardo" userId="302796c4-f288-4f3f-ad03-2b7a977b1a26" providerId="ADAL" clId="{CDA06E63-F37B-45AB-9ADE-B3112AB5C928}" dt="2024-07-23T15:47:31.806" v="2740" actId="1076"/>
          <ac:picMkLst>
            <pc:docMk/>
            <pc:sldMk cId="1704354618" sldId="276"/>
            <ac:picMk id="5" creationId="{681B1645-A08C-0FF3-5AE2-7CC2CE18D644}"/>
          </ac:picMkLst>
        </pc:picChg>
        <pc:picChg chg="del">
          <ac:chgData name="Kerri Guzzardo" userId="302796c4-f288-4f3f-ad03-2b7a977b1a26" providerId="ADAL" clId="{CDA06E63-F37B-45AB-9ADE-B3112AB5C928}" dt="2024-07-23T15:34:17.978" v="2148" actId="478"/>
          <ac:picMkLst>
            <pc:docMk/>
            <pc:sldMk cId="1704354618" sldId="276"/>
            <ac:picMk id="6" creationId="{00000000-0000-0000-0000-000000000000}"/>
          </ac:picMkLst>
        </pc:picChg>
        <pc:picChg chg="add mod">
          <ac:chgData name="Kerri Guzzardo" userId="302796c4-f288-4f3f-ad03-2b7a977b1a26" providerId="ADAL" clId="{CDA06E63-F37B-45AB-9ADE-B3112AB5C928}" dt="2024-07-23T15:47:51.927" v="2743" actId="1076"/>
          <ac:picMkLst>
            <pc:docMk/>
            <pc:sldMk cId="1704354618" sldId="276"/>
            <ac:picMk id="7" creationId="{A91F0ECC-124E-22D1-2EA4-F6D9E04A40DC}"/>
          </ac:picMkLst>
        </pc:picChg>
        <pc:picChg chg="del">
          <ac:chgData name="Kerri Guzzardo" userId="302796c4-f288-4f3f-ad03-2b7a977b1a26" providerId="ADAL" clId="{CDA06E63-F37B-45AB-9ADE-B3112AB5C928}" dt="2024-07-23T15:34:24.173" v="2151" actId="478"/>
          <ac:picMkLst>
            <pc:docMk/>
            <pc:sldMk cId="1704354618" sldId="276"/>
            <ac:picMk id="13" creationId="{00000000-0000-0000-0000-000000000000}"/>
          </ac:picMkLst>
        </pc:picChg>
        <pc:picChg chg="del">
          <ac:chgData name="Kerri Guzzardo" userId="302796c4-f288-4f3f-ad03-2b7a977b1a26" providerId="ADAL" clId="{CDA06E63-F37B-45AB-9ADE-B3112AB5C928}" dt="2024-07-23T15:34:28.059" v="2153" actId="478"/>
          <ac:picMkLst>
            <pc:docMk/>
            <pc:sldMk cId="1704354618" sldId="276"/>
            <ac:picMk id="14" creationId="{00000000-0000-0000-0000-000000000000}"/>
          </ac:picMkLst>
        </pc:picChg>
        <pc:inkChg chg="add del">
          <ac:chgData name="Kerri Guzzardo" userId="302796c4-f288-4f3f-ad03-2b7a977b1a26" providerId="ADAL" clId="{CDA06E63-F37B-45AB-9ADE-B3112AB5C928}" dt="2024-07-23T15:48:32.571" v="2747" actId="9405"/>
          <ac:inkMkLst>
            <pc:docMk/>
            <pc:sldMk cId="1704354618" sldId="276"/>
            <ac:inkMk id="16" creationId="{6D8B435A-A3E3-8BF7-7853-B4F0356D34C6}"/>
          </ac:inkMkLst>
        </pc:inkChg>
        <pc:inkChg chg="add del">
          <ac:chgData name="Kerri Guzzardo" userId="302796c4-f288-4f3f-ad03-2b7a977b1a26" providerId="ADAL" clId="{CDA06E63-F37B-45AB-9ADE-B3112AB5C928}" dt="2024-07-23T15:48:32.111" v="2746" actId="9405"/>
          <ac:inkMkLst>
            <pc:docMk/>
            <pc:sldMk cId="1704354618" sldId="276"/>
            <ac:inkMk id="17" creationId="{7B3A9289-EE9C-CD56-0054-15B4B67809E4}"/>
          </ac:inkMkLst>
        </pc:inkChg>
        <pc:inkChg chg="add">
          <ac:chgData name="Kerri Guzzardo" userId="302796c4-f288-4f3f-ad03-2b7a977b1a26" providerId="ADAL" clId="{CDA06E63-F37B-45AB-9ADE-B3112AB5C928}" dt="2024-07-23T15:48:39.957" v="2748" actId="9405"/>
          <ac:inkMkLst>
            <pc:docMk/>
            <pc:sldMk cId="1704354618" sldId="276"/>
            <ac:inkMk id="18" creationId="{7D3FD49C-F683-3E59-8E97-6DBF5F94D05C}"/>
          </ac:inkMkLst>
        </pc:inkChg>
        <pc:inkChg chg="add">
          <ac:chgData name="Kerri Guzzardo" userId="302796c4-f288-4f3f-ad03-2b7a977b1a26" providerId="ADAL" clId="{CDA06E63-F37B-45AB-9ADE-B3112AB5C928}" dt="2024-07-23T15:48:46.040" v="2749" actId="9405"/>
          <ac:inkMkLst>
            <pc:docMk/>
            <pc:sldMk cId="1704354618" sldId="276"/>
            <ac:inkMk id="19" creationId="{B66D1082-B393-1A67-D0E0-43047ACD0D87}"/>
          </ac:inkMkLst>
        </pc:inkChg>
        <pc:inkChg chg="add">
          <ac:chgData name="Kerri Guzzardo" userId="302796c4-f288-4f3f-ad03-2b7a977b1a26" providerId="ADAL" clId="{CDA06E63-F37B-45AB-9ADE-B3112AB5C928}" dt="2024-07-23T15:48:54.925" v="2750" actId="9405"/>
          <ac:inkMkLst>
            <pc:docMk/>
            <pc:sldMk cId="1704354618" sldId="276"/>
            <ac:inkMk id="20" creationId="{BF41E4AA-181E-B1F9-D2AA-EB5BE594FA36}"/>
          </ac:inkMkLst>
        </pc:inkChg>
        <pc:inkChg chg="add">
          <ac:chgData name="Kerri Guzzardo" userId="302796c4-f288-4f3f-ad03-2b7a977b1a26" providerId="ADAL" clId="{CDA06E63-F37B-45AB-9ADE-B3112AB5C928}" dt="2024-07-23T15:49:06.332" v="2751" actId="9405"/>
          <ac:inkMkLst>
            <pc:docMk/>
            <pc:sldMk cId="1704354618" sldId="276"/>
            <ac:inkMk id="21" creationId="{B48EB650-3FE8-4644-3D1B-9FB784FEB4D4}"/>
          </ac:inkMkLst>
        </pc:inkChg>
      </pc:sldChg>
      <pc:sldChg chg="del">
        <pc:chgData name="Kerri Guzzardo" userId="302796c4-f288-4f3f-ad03-2b7a977b1a26" providerId="ADAL" clId="{CDA06E63-F37B-45AB-9ADE-B3112AB5C928}" dt="2024-07-23T15:53:38.946" v="2785" actId="47"/>
        <pc:sldMkLst>
          <pc:docMk/>
          <pc:sldMk cId="1806037430" sldId="277"/>
        </pc:sldMkLst>
      </pc:sldChg>
      <pc:sldChg chg="addSp delSp modSp mod delAnim modAnim">
        <pc:chgData name="Kerri Guzzardo" userId="302796c4-f288-4f3f-ad03-2b7a977b1a26" providerId="ADAL" clId="{CDA06E63-F37B-45AB-9ADE-B3112AB5C928}" dt="2024-07-23T16:59:54.377" v="3135" actId="1076"/>
        <pc:sldMkLst>
          <pc:docMk/>
          <pc:sldMk cId="1347315904" sldId="279"/>
        </pc:sldMkLst>
        <pc:spChg chg="add mod">
          <ac:chgData name="Kerri Guzzardo" userId="302796c4-f288-4f3f-ad03-2b7a977b1a26" providerId="ADAL" clId="{CDA06E63-F37B-45AB-9ADE-B3112AB5C928}" dt="2024-07-23T14:54:44.472" v="1165" actId="20577"/>
          <ac:spMkLst>
            <pc:docMk/>
            <pc:sldMk cId="1347315904" sldId="279"/>
            <ac:spMk id="3" creationId="{32531D01-30B1-97B9-4F8F-4A068569DC17}"/>
          </ac:spMkLst>
        </pc:spChg>
        <pc:spChg chg="add del mod">
          <ac:chgData name="Kerri Guzzardo" userId="302796c4-f288-4f3f-ad03-2b7a977b1a26" providerId="ADAL" clId="{CDA06E63-F37B-45AB-9ADE-B3112AB5C928}" dt="2024-07-23T14:57:50.304" v="1181" actId="478"/>
          <ac:spMkLst>
            <pc:docMk/>
            <pc:sldMk cId="1347315904" sldId="279"/>
            <ac:spMk id="9" creationId="{B72418B8-4F38-EE47-4AEE-4B10F2AAB6B2}"/>
          </ac:spMkLst>
        </pc:spChg>
        <pc:spChg chg="add mod">
          <ac:chgData name="Kerri Guzzardo" userId="302796c4-f288-4f3f-ad03-2b7a977b1a26" providerId="ADAL" clId="{CDA06E63-F37B-45AB-9ADE-B3112AB5C928}" dt="2024-07-23T16:35:19.718" v="3113" actId="20577"/>
          <ac:spMkLst>
            <pc:docMk/>
            <pc:sldMk cId="1347315904" sldId="279"/>
            <ac:spMk id="12" creationId="{2EFD16D8-EEDC-759C-462A-DF507416275F}"/>
          </ac:spMkLst>
        </pc:spChg>
        <pc:spChg chg="del">
          <ac:chgData name="Kerri Guzzardo" userId="302796c4-f288-4f3f-ad03-2b7a977b1a26" providerId="ADAL" clId="{CDA06E63-F37B-45AB-9ADE-B3112AB5C928}" dt="2024-07-23T14:43:50.128" v="1116" actId="478"/>
          <ac:spMkLst>
            <pc:docMk/>
            <pc:sldMk cId="1347315904" sldId="279"/>
            <ac:spMk id="22" creationId="{FBCEFB7F-7EC3-43C4-91C8-5EDF0C38FA05}"/>
          </ac:spMkLst>
        </pc:spChg>
        <pc:spChg chg="del">
          <ac:chgData name="Kerri Guzzardo" userId="302796c4-f288-4f3f-ad03-2b7a977b1a26" providerId="ADAL" clId="{CDA06E63-F37B-45AB-9ADE-B3112AB5C928}" dt="2024-07-23T14:43:54.051" v="1118" actId="478"/>
          <ac:spMkLst>
            <pc:docMk/>
            <pc:sldMk cId="1347315904" sldId="279"/>
            <ac:spMk id="25" creationId="{75D41665-0389-415A-872D-7C873C467552}"/>
          </ac:spMkLst>
        </pc:spChg>
        <pc:spChg chg="mod">
          <ac:chgData name="Kerri Guzzardo" userId="302796c4-f288-4f3f-ad03-2b7a977b1a26" providerId="ADAL" clId="{CDA06E63-F37B-45AB-9ADE-B3112AB5C928}" dt="2024-07-23T15:01:05.093" v="1227" actId="1076"/>
          <ac:spMkLst>
            <pc:docMk/>
            <pc:sldMk cId="1347315904" sldId="279"/>
            <ac:spMk id="26" creationId="{EE68C042-F498-4DEC-BD35-2F4B5E54AE00}"/>
          </ac:spMkLst>
        </pc:spChg>
        <pc:spChg chg="mod">
          <ac:chgData name="Kerri Guzzardo" userId="302796c4-f288-4f3f-ad03-2b7a977b1a26" providerId="ADAL" clId="{CDA06E63-F37B-45AB-9ADE-B3112AB5C928}" dt="2024-07-23T15:01:34.122" v="1240" actId="1076"/>
          <ac:spMkLst>
            <pc:docMk/>
            <pc:sldMk cId="1347315904" sldId="279"/>
            <ac:spMk id="27" creationId="{9237F100-E964-4301-831D-CD25326DD177}"/>
          </ac:spMkLst>
        </pc:spChg>
        <pc:spChg chg="del">
          <ac:chgData name="Kerri Guzzardo" userId="302796c4-f288-4f3f-ad03-2b7a977b1a26" providerId="ADAL" clId="{CDA06E63-F37B-45AB-9ADE-B3112AB5C928}" dt="2024-07-23T14:44:02.115" v="1122" actId="478"/>
          <ac:spMkLst>
            <pc:docMk/>
            <pc:sldMk cId="1347315904" sldId="279"/>
            <ac:spMk id="29" creationId="{2AC8CCDF-A9E9-409B-9EA4-234519AB0094}"/>
          </ac:spMkLst>
        </pc:spChg>
        <pc:spChg chg="del">
          <ac:chgData name="Kerri Guzzardo" userId="302796c4-f288-4f3f-ad03-2b7a977b1a26" providerId="ADAL" clId="{CDA06E63-F37B-45AB-9ADE-B3112AB5C928}" dt="2024-07-23T14:43:58.700" v="1120" actId="478"/>
          <ac:spMkLst>
            <pc:docMk/>
            <pc:sldMk cId="1347315904" sldId="279"/>
            <ac:spMk id="31" creationId="{A36013FA-8209-405D-A1DD-CF7655083970}"/>
          </ac:spMkLst>
        </pc:spChg>
        <pc:spChg chg="mod">
          <ac:chgData name="Kerri Guzzardo" userId="302796c4-f288-4f3f-ad03-2b7a977b1a26" providerId="ADAL" clId="{CDA06E63-F37B-45AB-9ADE-B3112AB5C928}" dt="2024-07-23T15:01:36.727" v="1241" actId="1076"/>
          <ac:spMkLst>
            <pc:docMk/>
            <pc:sldMk cId="1347315904" sldId="279"/>
            <ac:spMk id="32" creationId="{60D6CA8C-AF27-4E80-8065-2C5570EF63F2}"/>
          </ac:spMkLst>
        </pc:spChg>
        <pc:spChg chg="mod">
          <ac:chgData name="Kerri Guzzardo" userId="302796c4-f288-4f3f-ad03-2b7a977b1a26" providerId="ADAL" clId="{CDA06E63-F37B-45AB-9ADE-B3112AB5C928}" dt="2024-07-23T15:02:03.570" v="1251" actId="1076"/>
          <ac:spMkLst>
            <pc:docMk/>
            <pc:sldMk cId="1347315904" sldId="279"/>
            <ac:spMk id="33" creationId="{D855EACF-4A3F-4C51-A05B-17D40CD07F53}"/>
          </ac:spMkLst>
        </pc:spChg>
        <pc:spChg chg="del">
          <ac:chgData name="Kerri Guzzardo" userId="302796c4-f288-4f3f-ad03-2b7a977b1a26" providerId="ADAL" clId="{CDA06E63-F37B-45AB-9ADE-B3112AB5C928}" dt="2024-07-23T14:53:39.939" v="1160" actId="478"/>
          <ac:spMkLst>
            <pc:docMk/>
            <pc:sldMk cId="1347315904" sldId="279"/>
            <ac:spMk id="34" creationId="{450A5A32-E40D-4504-AB51-DDE891D61C65}"/>
          </ac:spMkLst>
        </pc:spChg>
        <pc:spChg chg="add mod">
          <ac:chgData name="Kerri Guzzardo" userId="302796c4-f288-4f3f-ad03-2b7a977b1a26" providerId="ADAL" clId="{CDA06E63-F37B-45AB-9ADE-B3112AB5C928}" dt="2024-07-23T15:52:24.824" v="2779" actId="1076"/>
          <ac:spMkLst>
            <pc:docMk/>
            <pc:sldMk cId="1347315904" sldId="279"/>
            <ac:spMk id="42" creationId="{8EB34DD7-9987-BB95-2A34-88A235F32421}"/>
          </ac:spMkLst>
        </pc:spChg>
        <pc:grpChg chg="mod">
          <ac:chgData name="Kerri Guzzardo" userId="302796c4-f288-4f3f-ad03-2b7a977b1a26" providerId="ADAL" clId="{CDA06E63-F37B-45AB-9ADE-B3112AB5C928}" dt="2024-07-23T14:52:49.738" v="1150"/>
          <ac:grpSpMkLst>
            <pc:docMk/>
            <pc:sldMk cId="1347315904" sldId="279"/>
            <ac:grpSpMk id="7" creationId="{B29005C8-58AE-436B-5E2F-1A509E5141AF}"/>
          </ac:grpSpMkLst>
        </pc:grpChg>
        <pc:picChg chg="mod modCrop">
          <ac:chgData name="Kerri Guzzardo" userId="302796c4-f288-4f3f-ad03-2b7a977b1a26" providerId="ADAL" clId="{CDA06E63-F37B-45AB-9ADE-B3112AB5C928}" dt="2024-07-23T14:58:20.382" v="1187" actId="732"/>
          <ac:picMkLst>
            <pc:docMk/>
            <pc:sldMk cId="1347315904" sldId="279"/>
            <ac:picMk id="4" creationId="{00000000-0000-0000-0000-000000000000}"/>
          </ac:picMkLst>
        </pc:picChg>
        <pc:picChg chg="add mod">
          <ac:chgData name="Kerri Guzzardo" userId="302796c4-f288-4f3f-ad03-2b7a977b1a26" providerId="ADAL" clId="{CDA06E63-F37B-45AB-9ADE-B3112AB5C928}" dt="2024-07-23T14:54:33.213" v="1163" actId="14100"/>
          <ac:picMkLst>
            <pc:docMk/>
            <pc:sldMk cId="1347315904" sldId="279"/>
            <ac:picMk id="11" creationId="{B35FFBA5-4E43-4EAA-614C-46F6DC9767A2}"/>
          </ac:picMkLst>
        </pc:picChg>
        <pc:picChg chg="add mod">
          <ac:chgData name="Kerri Guzzardo" userId="302796c4-f288-4f3f-ad03-2b7a977b1a26" providerId="ADAL" clId="{CDA06E63-F37B-45AB-9ADE-B3112AB5C928}" dt="2024-07-23T14:56:01.941" v="1174" actId="14100"/>
          <ac:picMkLst>
            <pc:docMk/>
            <pc:sldMk cId="1347315904" sldId="279"/>
            <ac:picMk id="14" creationId="{DEC0578B-7EFE-E18C-DAAE-1F1696B5A6EF}"/>
          </ac:picMkLst>
        </pc:picChg>
        <pc:picChg chg="add mod">
          <ac:chgData name="Kerri Guzzardo" userId="302796c4-f288-4f3f-ad03-2b7a977b1a26" providerId="ADAL" clId="{CDA06E63-F37B-45AB-9ADE-B3112AB5C928}" dt="2024-07-23T14:56:48.986" v="1177" actId="14100"/>
          <ac:picMkLst>
            <pc:docMk/>
            <pc:sldMk cId="1347315904" sldId="279"/>
            <ac:picMk id="16" creationId="{4626B7AA-330F-65A6-96E4-4A4A9F907124}"/>
          </ac:picMkLst>
        </pc:picChg>
        <pc:picChg chg="add mod">
          <ac:chgData name="Kerri Guzzardo" userId="302796c4-f288-4f3f-ad03-2b7a977b1a26" providerId="ADAL" clId="{CDA06E63-F37B-45AB-9ADE-B3112AB5C928}" dt="2024-07-23T14:58:36.628" v="1190" actId="1076"/>
          <ac:picMkLst>
            <pc:docMk/>
            <pc:sldMk cId="1347315904" sldId="279"/>
            <ac:picMk id="18" creationId="{D41702C8-18D9-651C-D9E5-FA972A291EF4}"/>
          </ac:picMkLst>
        </pc:picChg>
        <pc:picChg chg="add mod">
          <ac:chgData name="Kerri Guzzardo" userId="302796c4-f288-4f3f-ad03-2b7a977b1a26" providerId="ADAL" clId="{CDA06E63-F37B-45AB-9ADE-B3112AB5C928}" dt="2024-07-23T14:58:46.909" v="1191"/>
          <ac:picMkLst>
            <pc:docMk/>
            <pc:sldMk cId="1347315904" sldId="279"/>
            <ac:picMk id="19" creationId="{DA67EC2A-ED2C-1DD2-CFAA-F6B5B3720743}"/>
          </ac:picMkLst>
        </pc:picChg>
        <pc:picChg chg="del">
          <ac:chgData name="Kerri Guzzardo" userId="302796c4-f288-4f3f-ad03-2b7a977b1a26" providerId="ADAL" clId="{CDA06E63-F37B-45AB-9ADE-B3112AB5C928}" dt="2024-07-23T14:43:51.075" v="1117" actId="478"/>
          <ac:picMkLst>
            <pc:docMk/>
            <pc:sldMk cId="1347315904" sldId="279"/>
            <ac:picMk id="21" creationId="{33748E94-B98B-45C4-929A-947820DAEA3C}"/>
          </ac:picMkLst>
        </pc:picChg>
        <pc:picChg chg="del">
          <ac:chgData name="Kerri Guzzardo" userId="302796c4-f288-4f3f-ad03-2b7a977b1a26" providerId="ADAL" clId="{CDA06E63-F37B-45AB-9ADE-B3112AB5C928}" dt="2024-07-23T14:43:56.074" v="1119" actId="478"/>
          <ac:picMkLst>
            <pc:docMk/>
            <pc:sldMk cId="1347315904" sldId="279"/>
            <ac:picMk id="24" creationId="{BC1A8ED6-E86B-4067-B4AC-FFEBFAB89DC3}"/>
          </ac:picMkLst>
        </pc:picChg>
        <pc:picChg chg="del">
          <ac:chgData name="Kerri Guzzardo" userId="302796c4-f288-4f3f-ad03-2b7a977b1a26" providerId="ADAL" clId="{CDA06E63-F37B-45AB-9ADE-B3112AB5C928}" dt="2024-07-23T14:44:03.863" v="1123" actId="478"/>
          <ac:picMkLst>
            <pc:docMk/>
            <pc:sldMk cId="1347315904" sldId="279"/>
            <ac:picMk id="28" creationId="{8F8BCEFA-54E2-4574-ABA4-E6AFC0692292}"/>
          </ac:picMkLst>
        </pc:picChg>
        <pc:picChg chg="del">
          <ac:chgData name="Kerri Guzzardo" userId="302796c4-f288-4f3f-ad03-2b7a977b1a26" providerId="ADAL" clId="{CDA06E63-F37B-45AB-9ADE-B3112AB5C928}" dt="2024-07-23T14:44:00.504" v="1121" actId="478"/>
          <ac:picMkLst>
            <pc:docMk/>
            <pc:sldMk cId="1347315904" sldId="279"/>
            <ac:picMk id="30" creationId="{244979A2-0A49-4C0C-922F-4D4B9E5EE061}"/>
          </ac:picMkLst>
        </pc:picChg>
        <pc:inkChg chg="add mod">
          <ac:chgData name="Kerri Guzzardo" userId="302796c4-f288-4f3f-ad03-2b7a977b1a26" providerId="ADAL" clId="{CDA06E63-F37B-45AB-9ADE-B3112AB5C928}" dt="2024-07-23T14:52:49.738" v="1150"/>
          <ac:inkMkLst>
            <pc:docMk/>
            <pc:sldMk cId="1347315904" sldId="279"/>
            <ac:inkMk id="5" creationId="{99794C89-965F-CCFA-028C-4BC9F4A04585}"/>
          </ac:inkMkLst>
        </pc:inkChg>
        <pc:inkChg chg="add mod">
          <ac:chgData name="Kerri Guzzardo" userId="302796c4-f288-4f3f-ad03-2b7a977b1a26" providerId="ADAL" clId="{CDA06E63-F37B-45AB-9ADE-B3112AB5C928}" dt="2024-07-23T14:52:49.738" v="1150"/>
          <ac:inkMkLst>
            <pc:docMk/>
            <pc:sldMk cId="1347315904" sldId="279"/>
            <ac:inkMk id="6" creationId="{AD59492B-9082-F54C-0988-1902734D2CA0}"/>
          </ac:inkMkLst>
        </pc:inkChg>
        <pc:inkChg chg="add">
          <ac:chgData name="Kerri Guzzardo" userId="302796c4-f288-4f3f-ad03-2b7a977b1a26" providerId="ADAL" clId="{CDA06E63-F37B-45AB-9ADE-B3112AB5C928}" dt="2024-07-23T14:52:59.142" v="1151" actId="9405"/>
          <ac:inkMkLst>
            <pc:docMk/>
            <pc:sldMk cId="1347315904" sldId="279"/>
            <ac:inkMk id="8" creationId="{840585D3-FCDA-BF63-AD7B-3949AA073A8A}"/>
          </ac:inkMkLst>
        </pc:inkChg>
        <pc:inkChg chg="add mod">
          <ac:chgData name="Kerri Guzzardo" userId="302796c4-f288-4f3f-ad03-2b7a977b1a26" providerId="ADAL" clId="{CDA06E63-F37B-45AB-9ADE-B3112AB5C928}" dt="2024-07-23T16:59:54.377" v="3135" actId="1076"/>
          <ac:inkMkLst>
            <pc:docMk/>
            <pc:sldMk cId="1347315904" sldId="279"/>
            <ac:inkMk id="20" creationId="{2943BE9A-1AE2-3601-2B06-DCE85D9838E0}"/>
          </ac:inkMkLst>
        </pc:inkChg>
        <pc:inkChg chg="add">
          <ac:chgData name="Kerri Guzzardo" userId="302796c4-f288-4f3f-ad03-2b7a977b1a26" providerId="ADAL" clId="{CDA06E63-F37B-45AB-9ADE-B3112AB5C928}" dt="2024-07-23T14:59:52.953" v="1209" actId="9405"/>
          <ac:inkMkLst>
            <pc:docMk/>
            <pc:sldMk cId="1347315904" sldId="279"/>
            <ac:inkMk id="23" creationId="{25F1787B-114A-D503-5D42-029240594ACF}"/>
          </ac:inkMkLst>
        </pc:inkChg>
        <pc:inkChg chg="add">
          <ac:chgData name="Kerri Guzzardo" userId="302796c4-f288-4f3f-ad03-2b7a977b1a26" providerId="ADAL" clId="{CDA06E63-F37B-45AB-9ADE-B3112AB5C928}" dt="2024-07-23T14:59:56.626" v="1210" actId="9405"/>
          <ac:inkMkLst>
            <pc:docMk/>
            <pc:sldMk cId="1347315904" sldId="279"/>
            <ac:inkMk id="35" creationId="{35AC16AE-6719-6D69-D3AC-AEBFD744CF1D}"/>
          </ac:inkMkLst>
        </pc:inkChg>
        <pc:inkChg chg="add">
          <ac:chgData name="Kerri Guzzardo" userId="302796c4-f288-4f3f-ad03-2b7a977b1a26" providerId="ADAL" clId="{CDA06E63-F37B-45AB-9ADE-B3112AB5C928}" dt="2024-07-23T15:00:01.124" v="1211" actId="9405"/>
          <ac:inkMkLst>
            <pc:docMk/>
            <pc:sldMk cId="1347315904" sldId="279"/>
            <ac:inkMk id="36" creationId="{D451BA18-C574-2C48-A346-185E14E36E1A}"/>
          </ac:inkMkLst>
        </pc:inkChg>
        <pc:inkChg chg="add">
          <ac:chgData name="Kerri Guzzardo" userId="302796c4-f288-4f3f-ad03-2b7a977b1a26" providerId="ADAL" clId="{CDA06E63-F37B-45AB-9ADE-B3112AB5C928}" dt="2024-07-23T15:00:04.681" v="1212" actId="9405"/>
          <ac:inkMkLst>
            <pc:docMk/>
            <pc:sldMk cId="1347315904" sldId="279"/>
            <ac:inkMk id="37" creationId="{6AF9BCD3-A724-AD98-DF22-8B5EF1B2A6D0}"/>
          </ac:inkMkLst>
        </pc:inkChg>
        <pc:inkChg chg="add">
          <ac:chgData name="Kerri Guzzardo" userId="302796c4-f288-4f3f-ad03-2b7a977b1a26" providerId="ADAL" clId="{CDA06E63-F37B-45AB-9ADE-B3112AB5C928}" dt="2024-07-23T15:00:14.092" v="1213" actId="9405"/>
          <ac:inkMkLst>
            <pc:docMk/>
            <pc:sldMk cId="1347315904" sldId="279"/>
            <ac:inkMk id="38" creationId="{8E98AA27-EF32-DD45-C143-D2F587AB8730}"/>
          </ac:inkMkLst>
        </pc:inkChg>
        <pc:inkChg chg="add">
          <ac:chgData name="Kerri Guzzardo" userId="302796c4-f288-4f3f-ad03-2b7a977b1a26" providerId="ADAL" clId="{CDA06E63-F37B-45AB-9ADE-B3112AB5C928}" dt="2024-07-23T15:00:19.097" v="1214" actId="9405"/>
          <ac:inkMkLst>
            <pc:docMk/>
            <pc:sldMk cId="1347315904" sldId="279"/>
            <ac:inkMk id="39" creationId="{BD7E8462-5462-F5F0-1AD8-9EC688C9FB90}"/>
          </ac:inkMkLst>
        </pc:inkChg>
        <pc:inkChg chg="add">
          <ac:chgData name="Kerri Guzzardo" userId="302796c4-f288-4f3f-ad03-2b7a977b1a26" providerId="ADAL" clId="{CDA06E63-F37B-45AB-9ADE-B3112AB5C928}" dt="2024-07-23T15:00:23.179" v="1215" actId="9405"/>
          <ac:inkMkLst>
            <pc:docMk/>
            <pc:sldMk cId="1347315904" sldId="279"/>
            <ac:inkMk id="40" creationId="{E95462F3-A73E-2A1E-1698-682A98C6CEFF}"/>
          </ac:inkMkLst>
        </pc:inkChg>
        <pc:inkChg chg="add">
          <ac:chgData name="Kerri Guzzardo" userId="302796c4-f288-4f3f-ad03-2b7a977b1a26" providerId="ADAL" clId="{CDA06E63-F37B-45AB-9ADE-B3112AB5C928}" dt="2024-07-23T15:00:27.800" v="1216" actId="9405"/>
          <ac:inkMkLst>
            <pc:docMk/>
            <pc:sldMk cId="1347315904" sldId="279"/>
            <ac:inkMk id="41" creationId="{1BF29402-BF5A-F3D7-42EE-3AD865DC0724}"/>
          </ac:inkMkLst>
        </pc:inkChg>
      </pc:sldChg>
      <pc:sldChg chg="addSp delSp modSp mod delAnim modAnim">
        <pc:chgData name="Kerri Guzzardo" userId="302796c4-f288-4f3f-ad03-2b7a977b1a26" providerId="ADAL" clId="{CDA06E63-F37B-45AB-9ADE-B3112AB5C928}" dt="2024-07-23T15:33:51.738" v="2147"/>
        <pc:sldMkLst>
          <pc:docMk/>
          <pc:sldMk cId="1993468013" sldId="280"/>
        </pc:sldMkLst>
        <pc:spChg chg="add mod">
          <ac:chgData name="Kerri Guzzardo" userId="302796c4-f288-4f3f-ad03-2b7a977b1a26" providerId="ADAL" clId="{CDA06E63-F37B-45AB-9ADE-B3112AB5C928}" dt="2024-07-23T15:29:51.300" v="2112" actId="14100"/>
          <ac:spMkLst>
            <pc:docMk/>
            <pc:sldMk cId="1993468013" sldId="280"/>
            <ac:spMk id="2" creationId="{20DD7703-98FA-8467-155F-527C8DD19D03}"/>
          </ac:spMkLst>
        </pc:spChg>
        <pc:spChg chg="del">
          <ac:chgData name="Kerri Guzzardo" userId="302796c4-f288-4f3f-ad03-2b7a977b1a26" providerId="ADAL" clId="{CDA06E63-F37B-45AB-9ADE-B3112AB5C928}" dt="2024-07-23T15:21:31.282" v="1816" actId="478"/>
          <ac:spMkLst>
            <pc:docMk/>
            <pc:sldMk cId="1993468013" sldId="280"/>
            <ac:spMk id="9" creationId="{00000000-0000-0000-0000-000000000000}"/>
          </ac:spMkLst>
        </pc:spChg>
        <pc:spChg chg="mod">
          <ac:chgData name="Kerri Guzzardo" userId="302796c4-f288-4f3f-ad03-2b7a977b1a26" providerId="ADAL" clId="{CDA06E63-F37B-45AB-9ADE-B3112AB5C928}" dt="2024-07-23T15:29:46.518" v="2111" actId="1076"/>
          <ac:spMkLst>
            <pc:docMk/>
            <pc:sldMk cId="1993468013" sldId="280"/>
            <ac:spMk id="10" creationId="{00000000-0000-0000-0000-000000000000}"/>
          </ac:spMkLst>
        </pc:spChg>
        <pc:spChg chg="del">
          <ac:chgData name="Kerri Guzzardo" userId="302796c4-f288-4f3f-ad03-2b7a977b1a26" providerId="ADAL" clId="{CDA06E63-F37B-45AB-9ADE-B3112AB5C928}" dt="2024-07-23T15:21:30.060" v="1815" actId="478"/>
          <ac:spMkLst>
            <pc:docMk/>
            <pc:sldMk cId="1993468013" sldId="280"/>
            <ac:spMk id="12" creationId="{00000000-0000-0000-0000-000000000000}"/>
          </ac:spMkLst>
        </pc:spChg>
        <pc:spChg chg="del">
          <ac:chgData name="Kerri Guzzardo" userId="302796c4-f288-4f3f-ad03-2b7a977b1a26" providerId="ADAL" clId="{CDA06E63-F37B-45AB-9ADE-B3112AB5C928}" dt="2024-07-23T15:21:32.878" v="1817" actId="478"/>
          <ac:spMkLst>
            <pc:docMk/>
            <pc:sldMk cId="1993468013" sldId="280"/>
            <ac:spMk id="13" creationId="{00000000-0000-0000-0000-000000000000}"/>
          </ac:spMkLst>
        </pc:spChg>
        <pc:spChg chg="mod">
          <ac:chgData name="Kerri Guzzardo" userId="302796c4-f288-4f3f-ad03-2b7a977b1a26" providerId="ADAL" clId="{CDA06E63-F37B-45AB-9ADE-B3112AB5C928}" dt="2024-07-23T15:29:57.817" v="2113" actId="1076"/>
          <ac:spMkLst>
            <pc:docMk/>
            <pc:sldMk cId="1993468013" sldId="280"/>
            <ac:spMk id="14" creationId="{00000000-0000-0000-0000-000000000000}"/>
          </ac:spMkLst>
        </pc:spChg>
        <pc:picChg chg="del">
          <ac:chgData name="Kerri Guzzardo" userId="302796c4-f288-4f3f-ad03-2b7a977b1a26" providerId="ADAL" clId="{CDA06E63-F37B-45AB-9ADE-B3112AB5C928}" dt="2024-07-23T15:26:31.284" v="2090" actId="478"/>
          <ac:picMkLst>
            <pc:docMk/>
            <pc:sldMk cId="1993468013" sldId="280"/>
            <ac:picMk id="4" creationId="{00000000-0000-0000-0000-000000000000}"/>
          </ac:picMkLst>
        </pc:picChg>
        <pc:picChg chg="del">
          <ac:chgData name="Kerri Guzzardo" userId="302796c4-f288-4f3f-ad03-2b7a977b1a26" providerId="ADAL" clId="{CDA06E63-F37B-45AB-9ADE-B3112AB5C928}" dt="2024-07-23T15:21:28.302" v="1814" actId="478"/>
          <ac:picMkLst>
            <pc:docMk/>
            <pc:sldMk cId="1993468013" sldId="280"/>
            <ac:picMk id="5" creationId="{00000000-0000-0000-0000-000000000000}"/>
          </ac:picMkLst>
        </pc:picChg>
        <pc:picChg chg="add mod">
          <ac:chgData name="Kerri Guzzardo" userId="302796c4-f288-4f3f-ad03-2b7a977b1a26" providerId="ADAL" clId="{CDA06E63-F37B-45AB-9ADE-B3112AB5C928}" dt="2024-07-23T15:30:02.697" v="2114" actId="14100"/>
          <ac:picMkLst>
            <pc:docMk/>
            <pc:sldMk cId="1993468013" sldId="280"/>
            <ac:picMk id="6" creationId="{CF1DD59C-57D9-3976-9F90-68F4583E0521}"/>
          </ac:picMkLst>
        </pc:picChg>
        <pc:picChg chg="add mod">
          <ac:chgData name="Kerri Guzzardo" userId="302796c4-f288-4f3f-ad03-2b7a977b1a26" providerId="ADAL" clId="{CDA06E63-F37B-45AB-9ADE-B3112AB5C928}" dt="2024-07-23T15:31:22.129" v="2125" actId="14100"/>
          <ac:picMkLst>
            <pc:docMk/>
            <pc:sldMk cId="1993468013" sldId="280"/>
            <ac:picMk id="15" creationId="{BE5680E5-608B-CCED-2E7E-1E4298065D62}"/>
          </ac:picMkLst>
        </pc:picChg>
        <pc:picChg chg="mod">
          <ac:chgData name="Kerri Guzzardo" userId="302796c4-f288-4f3f-ad03-2b7a977b1a26" providerId="ADAL" clId="{CDA06E63-F37B-45AB-9ADE-B3112AB5C928}" dt="2024-07-23T15:33:30.998" v="2146" actId="170"/>
          <ac:picMkLst>
            <pc:docMk/>
            <pc:sldMk cId="1993468013" sldId="280"/>
            <ac:picMk id="1026" creationId="{00000000-0000-0000-0000-000000000000}"/>
          </ac:picMkLst>
        </pc:picChg>
        <pc:inkChg chg="add del">
          <ac:chgData name="Kerri Guzzardo" userId="302796c4-f288-4f3f-ad03-2b7a977b1a26" providerId="ADAL" clId="{CDA06E63-F37B-45AB-9ADE-B3112AB5C928}" dt="2024-07-23T15:30:08.039" v="2115" actId="478"/>
          <ac:inkMkLst>
            <pc:docMk/>
            <pc:sldMk cId="1993468013" sldId="280"/>
            <ac:inkMk id="7" creationId="{FFC195EA-99AD-1B8E-9352-CE1B90F0FFEE}"/>
          </ac:inkMkLst>
        </pc:inkChg>
        <pc:inkChg chg="add mod">
          <ac:chgData name="Kerri Guzzardo" userId="302796c4-f288-4f3f-ad03-2b7a977b1a26" providerId="ADAL" clId="{CDA06E63-F37B-45AB-9ADE-B3112AB5C928}" dt="2024-07-23T15:30:13.273" v="2116" actId="14100"/>
          <ac:inkMkLst>
            <pc:docMk/>
            <pc:sldMk cId="1993468013" sldId="280"/>
            <ac:inkMk id="8" creationId="{C44FE84F-ACF9-4B4F-FB30-7C9670D67553}"/>
          </ac:inkMkLst>
        </pc:inkChg>
        <pc:inkChg chg="add">
          <ac:chgData name="Kerri Guzzardo" userId="302796c4-f288-4f3f-ad03-2b7a977b1a26" providerId="ADAL" clId="{CDA06E63-F37B-45AB-9ADE-B3112AB5C928}" dt="2024-07-23T15:32:04.724" v="2129" actId="9405"/>
          <ac:inkMkLst>
            <pc:docMk/>
            <pc:sldMk cId="1993468013" sldId="280"/>
            <ac:inkMk id="16" creationId="{DE939293-C506-FB0F-38C6-BC6316BF0126}"/>
          </ac:inkMkLst>
        </pc:inkChg>
        <pc:inkChg chg="add">
          <ac:chgData name="Kerri Guzzardo" userId="302796c4-f288-4f3f-ad03-2b7a977b1a26" providerId="ADAL" clId="{CDA06E63-F37B-45AB-9ADE-B3112AB5C928}" dt="2024-07-23T15:32:36.642" v="2131" actId="9405"/>
          <ac:inkMkLst>
            <pc:docMk/>
            <pc:sldMk cId="1993468013" sldId="280"/>
            <ac:inkMk id="17" creationId="{64DF5E36-3EF9-C6F6-70F4-F484E82A604E}"/>
          </ac:inkMkLst>
        </pc:inkChg>
      </pc:sldChg>
      <pc:sldChg chg="addSp delSp modSp mod">
        <pc:chgData name="Kerri Guzzardo" userId="302796c4-f288-4f3f-ad03-2b7a977b1a26" providerId="ADAL" clId="{CDA06E63-F37B-45AB-9ADE-B3112AB5C928}" dt="2024-07-23T15:57:48.004" v="2839" actId="14100"/>
        <pc:sldMkLst>
          <pc:docMk/>
          <pc:sldMk cId="2446495965" sldId="282"/>
        </pc:sldMkLst>
        <pc:spChg chg="mod ord">
          <ac:chgData name="Kerri Guzzardo" userId="302796c4-f288-4f3f-ad03-2b7a977b1a26" providerId="ADAL" clId="{CDA06E63-F37B-45AB-9ADE-B3112AB5C928}" dt="2024-07-23T15:57:48.004" v="2839" actId="14100"/>
          <ac:spMkLst>
            <pc:docMk/>
            <pc:sldMk cId="2446495965" sldId="282"/>
            <ac:spMk id="7" creationId="{5B99B1C6-FE4D-41E7-A183-440A6D845846}"/>
          </ac:spMkLst>
        </pc:spChg>
        <pc:picChg chg="del">
          <ac:chgData name="Kerri Guzzardo" userId="302796c4-f288-4f3f-ad03-2b7a977b1a26" providerId="ADAL" clId="{CDA06E63-F37B-45AB-9ADE-B3112AB5C928}" dt="2024-07-23T15:56:55.895" v="2817" actId="478"/>
          <ac:picMkLst>
            <pc:docMk/>
            <pc:sldMk cId="2446495965" sldId="282"/>
            <ac:picMk id="4" creationId="{53D2840E-EC10-42AE-B74B-43D5A266DEF6}"/>
          </ac:picMkLst>
        </pc:picChg>
        <pc:picChg chg="add mod">
          <ac:chgData name="Kerri Guzzardo" userId="302796c4-f288-4f3f-ad03-2b7a977b1a26" providerId="ADAL" clId="{CDA06E63-F37B-45AB-9ADE-B3112AB5C928}" dt="2024-07-23T15:57:20.501" v="2821" actId="1076"/>
          <ac:picMkLst>
            <pc:docMk/>
            <pc:sldMk cId="2446495965" sldId="282"/>
            <ac:picMk id="12" creationId="{69710AC6-D98C-84B4-F4E1-13F3333B4D4A}"/>
          </ac:picMkLst>
        </pc:picChg>
      </pc:sldChg>
      <pc:sldChg chg="addSp delSp modSp mod modAnim">
        <pc:chgData name="Kerri Guzzardo" userId="302796c4-f288-4f3f-ad03-2b7a977b1a26" providerId="ADAL" clId="{CDA06E63-F37B-45AB-9ADE-B3112AB5C928}" dt="2024-07-23T15:59:21.995" v="2855" actId="14100"/>
        <pc:sldMkLst>
          <pc:docMk/>
          <pc:sldMk cId="2599694258" sldId="283"/>
        </pc:sldMkLst>
        <pc:spChg chg="mod ord">
          <ac:chgData name="Kerri Guzzardo" userId="302796c4-f288-4f3f-ad03-2b7a977b1a26" providerId="ADAL" clId="{CDA06E63-F37B-45AB-9ADE-B3112AB5C928}" dt="2024-07-23T15:59:21.995" v="2855" actId="14100"/>
          <ac:spMkLst>
            <pc:docMk/>
            <pc:sldMk cId="2599694258" sldId="283"/>
            <ac:spMk id="5" creationId="{48532E61-F155-43F7-AC3F-372CBE976CDB}"/>
          </ac:spMkLst>
        </pc:spChg>
        <pc:picChg chg="del">
          <ac:chgData name="Kerri Guzzardo" userId="302796c4-f288-4f3f-ad03-2b7a977b1a26" providerId="ADAL" clId="{CDA06E63-F37B-45AB-9ADE-B3112AB5C928}" dt="2024-07-23T15:58:09.245" v="2841" actId="478"/>
          <ac:picMkLst>
            <pc:docMk/>
            <pc:sldMk cId="2599694258" sldId="283"/>
            <ac:picMk id="3" creationId="{804A58B0-F820-4B87-AB19-67A0205DCB13}"/>
          </ac:picMkLst>
        </pc:picChg>
        <pc:picChg chg="add mod modCrop">
          <ac:chgData name="Kerri Guzzardo" userId="302796c4-f288-4f3f-ad03-2b7a977b1a26" providerId="ADAL" clId="{CDA06E63-F37B-45AB-9ADE-B3112AB5C928}" dt="2024-07-23T15:58:48.867" v="2847" actId="14100"/>
          <ac:picMkLst>
            <pc:docMk/>
            <pc:sldMk cId="2599694258" sldId="283"/>
            <ac:picMk id="8" creationId="{D8D0438E-5153-04FE-5BBF-66A3EED88424}"/>
          </ac:picMkLst>
        </pc:picChg>
      </pc:sldChg>
      <pc:sldChg chg="delSp del mod delAnim">
        <pc:chgData name="Kerri Guzzardo" userId="302796c4-f288-4f3f-ad03-2b7a977b1a26" providerId="ADAL" clId="{CDA06E63-F37B-45AB-9ADE-B3112AB5C928}" dt="2024-07-23T14:12:26.549" v="631" actId="47"/>
        <pc:sldMkLst>
          <pc:docMk/>
          <pc:sldMk cId="2604108695" sldId="284"/>
        </pc:sldMkLst>
        <pc:picChg chg="del">
          <ac:chgData name="Kerri Guzzardo" userId="302796c4-f288-4f3f-ad03-2b7a977b1a26" providerId="ADAL" clId="{CDA06E63-F37B-45AB-9ADE-B3112AB5C928}" dt="2024-07-23T14:03:25.048" v="499" actId="478"/>
          <ac:picMkLst>
            <pc:docMk/>
            <pc:sldMk cId="2604108695" sldId="284"/>
            <ac:picMk id="32" creationId="{BBB75C23-0918-47C6-91B4-5F02E7EC8307}"/>
          </ac:picMkLst>
        </pc:picChg>
      </pc:sldChg>
      <pc:sldChg chg="addSp delSp modSp mod delAnim modAnim">
        <pc:chgData name="Kerri Guzzardo" userId="302796c4-f288-4f3f-ad03-2b7a977b1a26" providerId="ADAL" clId="{CDA06E63-F37B-45AB-9ADE-B3112AB5C928}" dt="2024-07-23T15:14:00.248" v="1532"/>
        <pc:sldMkLst>
          <pc:docMk/>
          <pc:sldMk cId="3022477078" sldId="284"/>
        </pc:sldMkLst>
        <pc:spChg chg="mod">
          <ac:chgData name="Kerri Guzzardo" userId="302796c4-f288-4f3f-ad03-2b7a977b1a26" providerId="ADAL" clId="{CDA06E63-F37B-45AB-9ADE-B3112AB5C928}" dt="2024-07-23T15:12:05.258" v="1527" actId="1076"/>
          <ac:spMkLst>
            <pc:docMk/>
            <pc:sldMk cId="3022477078" sldId="284"/>
            <ac:spMk id="2" creationId="{00000000-0000-0000-0000-000000000000}"/>
          </ac:spMkLst>
        </pc:spChg>
        <pc:spChg chg="mod">
          <ac:chgData name="Kerri Guzzardo" userId="302796c4-f288-4f3f-ad03-2b7a977b1a26" providerId="ADAL" clId="{CDA06E63-F37B-45AB-9ADE-B3112AB5C928}" dt="2024-07-23T15:11:41.140" v="1521" actId="20577"/>
          <ac:spMkLst>
            <pc:docMk/>
            <pc:sldMk cId="3022477078" sldId="284"/>
            <ac:spMk id="9" creationId="{ADA9D37A-3F6C-21BE-B27A-25EB273D3F21}"/>
          </ac:spMkLst>
        </pc:spChg>
        <pc:spChg chg="mod">
          <ac:chgData name="Kerri Guzzardo" userId="302796c4-f288-4f3f-ad03-2b7a977b1a26" providerId="ADAL" clId="{CDA06E63-F37B-45AB-9ADE-B3112AB5C928}" dt="2024-07-23T15:11:52.369" v="1523" actId="207"/>
          <ac:spMkLst>
            <pc:docMk/>
            <pc:sldMk cId="3022477078" sldId="284"/>
            <ac:spMk id="15" creationId="{281AD37C-ABB2-8618-C16A-58755CAEF425}"/>
          </ac:spMkLst>
        </pc:spChg>
        <pc:inkChg chg="add del">
          <ac:chgData name="Kerri Guzzardo" userId="302796c4-f288-4f3f-ad03-2b7a977b1a26" providerId="ADAL" clId="{CDA06E63-F37B-45AB-9ADE-B3112AB5C928}" dt="2024-07-23T15:12:29.499" v="1529" actId="9405"/>
          <ac:inkMkLst>
            <pc:docMk/>
            <pc:sldMk cId="3022477078" sldId="284"/>
            <ac:inkMk id="3" creationId="{4CD357A8-5D7A-9611-6D78-03BCF023742C}"/>
          </ac:inkMkLst>
        </pc:inkChg>
        <pc:inkChg chg="add">
          <ac:chgData name="Kerri Guzzardo" userId="302796c4-f288-4f3f-ad03-2b7a977b1a26" providerId="ADAL" clId="{CDA06E63-F37B-45AB-9ADE-B3112AB5C928}" dt="2024-07-23T15:13:48.345" v="1530" actId="9405"/>
          <ac:inkMkLst>
            <pc:docMk/>
            <pc:sldMk cId="3022477078" sldId="284"/>
            <ac:inkMk id="4" creationId="{37D1F905-6487-C71C-0FF8-0A74535C74CB}"/>
          </ac:inkMkLst>
        </pc:inkChg>
        <pc:inkChg chg="del">
          <ac:chgData name="Kerri Guzzardo" userId="302796c4-f288-4f3f-ad03-2b7a977b1a26" providerId="ADAL" clId="{CDA06E63-F37B-45AB-9ADE-B3112AB5C928}" dt="2024-07-23T15:11:55.091" v="1524" actId="478"/>
          <ac:inkMkLst>
            <pc:docMk/>
            <pc:sldMk cId="3022477078" sldId="284"/>
            <ac:inkMk id="10" creationId="{62AA4575-6B69-A80B-8891-320DB171EA81}"/>
          </ac:inkMkLst>
        </pc:inkChg>
        <pc:inkChg chg="del">
          <ac:chgData name="Kerri Guzzardo" userId="302796c4-f288-4f3f-ad03-2b7a977b1a26" providerId="ADAL" clId="{CDA06E63-F37B-45AB-9ADE-B3112AB5C928}" dt="2024-07-23T15:11:59.369" v="1526" actId="478"/>
          <ac:inkMkLst>
            <pc:docMk/>
            <pc:sldMk cId="3022477078" sldId="284"/>
            <ac:inkMk id="13" creationId="{3192B9B3-5A7C-CA28-6DED-346B80839529}"/>
          </ac:inkMkLst>
        </pc:inkChg>
        <pc:inkChg chg="del">
          <ac:chgData name="Kerri Guzzardo" userId="302796c4-f288-4f3f-ad03-2b7a977b1a26" providerId="ADAL" clId="{CDA06E63-F37B-45AB-9ADE-B3112AB5C928}" dt="2024-07-23T15:11:57.708" v="1525" actId="478"/>
          <ac:inkMkLst>
            <pc:docMk/>
            <pc:sldMk cId="3022477078" sldId="284"/>
            <ac:inkMk id="14" creationId="{BD707242-0D20-54CD-16D6-D0BEC5C599B7}"/>
          </ac:inkMkLst>
        </pc:inkChg>
      </pc:sldChg>
      <pc:sldChg chg="addSp delSp modSp new mod">
        <pc:chgData name="Kerri Guzzardo" userId="302796c4-f288-4f3f-ad03-2b7a977b1a26" providerId="ADAL" clId="{CDA06E63-F37B-45AB-9ADE-B3112AB5C928}" dt="2024-07-23T16:03:35.745" v="2917" actId="14100"/>
        <pc:sldMkLst>
          <pc:docMk/>
          <pc:sldMk cId="361935882" sldId="285"/>
        </pc:sldMkLst>
        <pc:spChg chg="mod">
          <ac:chgData name="Kerri Guzzardo" userId="302796c4-f288-4f3f-ad03-2b7a977b1a26" providerId="ADAL" clId="{CDA06E63-F37B-45AB-9ADE-B3112AB5C928}" dt="2024-07-23T16:03:27.911" v="2915" actId="255"/>
          <ac:spMkLst>
            <pc:docMk/>
            <pc:sldMk cId="361935882" sldId="285"/>
            <ac:spMk id="2" creationId="{1270FB15-BCDE-CA80-FA1B-4D0E83BF1D75}"/>
          </ac:spMkLst>
        </pc:spChg>
        <pc:spChg chg="del">
          <ac:chgData name="Kerri Guzzardo" userId="302796c4-f288-4f3f-ad03-2b7a977b1a26" providerId="ADAL" clId="{CDA06E63-F37B-45AB-9ADE-B3112AB5C928}" dt="2024-07-23T16:00:33.637" v="2876" actId="478"/>
          <ac:spMkLst>
            <pc:docMk/>
            <pc:sldMk cId="361935882" sldId="285"/>
            <ac:spMk id="3" creationId="{51B2A9EF-B032-2C1B-1AD5-367109BF2C58}"/>
          </ac:spMkLst>
        </pc:spChg>
        <pc:picChg chg="add mod">
          <ac:chgData name="Kerri Guzzardo" userId="302796c4-f288-4f3f-ad03-2b7a977b1a26" providerId="ADAL" clId="{CDA06E63-F37B-45AB-9ADE-B3112AB5C928}" dt="2024-07-23T16:03:35.745" v="2917" actId="14100"/>
          <ac:picMkLst>
            <pc:docMk/>
            <pc:sldMk cId="361935882" sldId="285"/>
            <ac:picMk id="1026" creationId="{DD89B0D7-2B1D-9EC5-5027-498A5ECA0E01}"/>
          </ac:picMkLst>
        </pc:picChg>
      </pc:sldChg>
      <pc:sldChg chg="addSp delSp modSp new mod">
        <pc:chgData name="Kerri Guzzardo" userId="302796c4-f288-4f3f-ad03-2b7a977b1a26" providerId="ADAL" clId="{CDA06E63-F37B-45AB-9ADE-B3112AB5C928}" dt="2024-07-23T16:08:07.941" v="2965" actId="1076"/>
        <pc:sldMkLst>
          <pc:docMk/>
          <pc:sldMk cId="3454263440" sldId="286"/>
        </pc:sldMkLst>
        <pc:spChg chg="mod">
          <ac:chgData name="Kerri Guzzardo" userId="302796c4-f288-4f3f-ad03-2b7a977b1a26" providerId="ADAL" clId="{CDA06E63-F37B-45AB-9ADE-B3112AB5C928}" dt="2024-07-23T16:06:48.392" v="2961" actId="20577"/>
          <ac:spMkLst>
            <pc:docMk/>
            <pc:sldMk cId="3454263440" sldId="286"/>
            <ac:spMk id="2" creationId="{CBE1F5AD-CEBE-A828-CE23-0079D7F82F3B}"/>
          </ac:spMkLst>
        </pc:spChg>
        <pc:spChg chg="del mod">
          <ac:chgData name="Kerri Guzzardo" userId="302796c4-f288-4f3f-ad03-2b7a977b1a26" providerId="ADAL" clId="{CDA06E63-F37B-45AB-9ADE-B3112AB5C928}" dt="2024-07-23T16:05:40.603" v="2930" actId="478"/>
          <ac:spMkLst>
            <pc:docMk/>
            <pc:sldMk cId="3454263440" sldId="286"/>
            <ac:spMk id="3" creationId="{5E118769-0398-FEA6-E64D-0131B1C4D936}"/>
          </ac:spMkLst>
        </pc:spChg>
        <pc:picChg chg="add mod">
          <ac:chgData name="Kerri Guzzardo" userId="302796c4-f288-4f3f-ad03-2b7a977b1a26" providerId="ADAL" clId="{CDA06E63-F37B-45AB-9ADE-B3112AB5C928}" dt="2024-07-23T16:08:07.941" v="2965" actId="1076"/>
          <ac:picMkLst>
            <pc:docMk/>
            <pc:sldMk cId="3454263440" sldId="286"/>
            <ac:picMk id="5" creationId="{BB0D6327-244A-FE29-DCDB-DFFB723953A3}"/>
          </ac:picMkLst>
        </pc:picChg>
      </pc:sldChg>
      <pc:sldChg chg="addSp delSp modSp new mod setBg">
        <pc:chgData name="Kerri Guzzardo" userId="302796c4-f288-4f3f-ad03-2b7a977b1a26" providerId="ADAL" clId="{CDA06E63-F37B-45AB-9ADE-B3112AB5C928}" dt="2024-07-23T16:15:47.567" v="3000" actId="14100"/>
        <pc:sldMkLst>
          <pc:docMk/>
          <pc:sldMk cId="2794491683" sldId="287"/>
        </pc:sldMkLst>
        <pc:spChg chg="mod">
          <ac:chgData name="Kerri Guzzardo" userId="302796c4-f288-4f3f-ad03-2b7a977b1a26" providerId="ADAL" clId="{CDA06E63-F37B-45AB-9ADE-B3112AB5C928}" dt="2024-07-23T16:15:47.567" v="3000" actId="14100"/>
          <ac:spMkLst>
            <pc:docMk/>
            <pc:sldMk cId="2794491683" sldId="287"/>
            <ac:spMk id="2" creationId="{F8408F8B-34F9-C802-8FB4-63E924130B10}"/>
          </ac:spMkLst>
        </pc:spChg>
        <pc:spChg chg="del">
          <ac:chgData name="Kerri Guzzardo" userId="302796c4-f288-4f3f-ad03-2b7a977b1a26" providerId="ADAL" clId="{CDA06E63-F37B-45AB-9ADE-B3112AB5C928}" dt="2024-07-23T16:15:05.372" v="2982" actId="478"/>
          <ac:spMkLst>
            <pc:docMk/>
            <pc:sldMk cId="2794491683" sldId="287"/>
            <ac:spMk id="3" creationId="{0B910BC1-E248-9BFC-C733-3E444429827A}"/>
          </ac:spMkLst>
        </pc:spChg>
        <pc:spChg chg="add">
          <ac:chgData name="Kerri Guzzardo" userId="302796c4-f288-4f3f-ad03-2b7a977b1a26" providerId="ADAL" clId="{CDA06E63-F37B-45AB-9ADE-B3112AB5C928}" dt="2024-07-23T16:15:09.716" v="2984" actId="26606"/>
          <ac:spMkLst>
            <pc:docMk/>
            <pc:sldMk cId="2794491683" sldId="287"/>
            <ac:spMk id="2055" creationId="{9B7AD9F6-8CE7-4299-8FC6-328F4DCD3FF9}"/>
          </ac:spMkLst>
        </pc:spChg>
        <pc:spChg chg="add">
          <ac:chgData name="Kerri Guzzardo" userId="302796c4-f288-4f3f-ad03-2b7a977b1a26" providerId="ADAL" clId="{CDA06E63-F37B-45AB-9ADE-B3112AB5C928}" dt="2024-07-23T16:15:09.716" v="2984" actId="26606"/>
          <ac:spMkLst>
            <pc:docMk/>
            <pc:sldMk cId="2794491683" sldId="287"/>
            <ac:spMk id="2057" creationId="{F49775AF-8896-43EE-92C6-83497D6DC56F}"/>
          </ac:spMkLst>
        </pc:spChg>
        <pc:picChg chg="add mod">
          <ac:chgData name="Kerri Guzzardo" userId="302796c4-f288-4f3f-ad03-2b7a977b1a26" providerId="ADAL" clId="{CDA06E63-F37B-45AB-9ADE-B3112AB5C928}" dt="2024-07-23T16:15:09.716" v="2984" actId="26606"/>
          <ac:picMkLst>
            <pc:docMk/>
            <pc:sldMk cId="2794491683" sldId="287"/>
            <ac:picMk id="2050" creationId="{4224DAD3-C159-F862-049C-1F3675117483}"/>
          </ac:picMkLst>
        </pc:picChg>
      </pc:sldChg>
      <pc:sldChg chg="addSp modSp new mod">
        <pc:chgData name="Kerri Guzzardo" userId="302796c4-f288-4f3f-ad03-2b7a977b1a26" providerId="ADAL" clId="{CDA06E63-F37B-45AB-9ADE-B3112AB5C928}" dt="2024-07-23T17:10:24.238" v="3248" actId="14100"/>
        <pc:sldMkLst>
          <pc:docMk/>
          <pc:sldMk cId="153519847" sldId="288"/>
        </pc:sldMkLst>
        <pc:spChg chg="mod">
          <ac:chgData name="Kerri Guzzardo" userId="302796c4-f288-4f3f-ad03-2b7a977b1a26" providerId="ADAL" clId="{CDA06E63-F37B-45AB-9ADE-B3112AB5C928}" dt="2024-07-23T17:10:24.238" v="3248" actId="14100"/>
          <ac:spMkLst>
            <pc:docMk/>
            <pc:sldMk cId="153519847" sldId="288"/>
            <ac:spMk id="2" creationId="{219123F2-7F6A-419C-4D3D-857975D4E91B}"/>
          </ac:spMkLst>
        </pc:spChg>
        <pc:picChg chg="add mod">
          <ac:chgData name="Kerri Guzzardo" userId="302796c4-f288-4f3f-ad03-2b7a977b1a26" providerId="ADAL" clId="{CDA06E63-F37B-45AB-9ADE-B3112AB5C928}" dt="2024-07-23T17:10:20.348" v="3247" actId="14100"/>
          <ac:picMkLst>
            <pc:docMk/>
            <pc:sldMk cId="153519847" sldId="288"/>
            <ac:picMk id="1026" creationId="{6F84BEBF-CBA5-A751-1C60-6C478A22540D}"/>
          </ac:picMkLst>
        </pc:picChg>
      </pc:sldChg>
      <pc:sldChg chg="delSp modSp del mod delAnim">
        <pc:chgData name="Kerri Guzzardo" userId="302796c4-f288-4f3f-ad03-2b7a977b1a26" providerId="ADAL" clId="{CDA06E63-F37B-45AB-9ADE-B3112AB5C928}" dt="2024-07-23T16:20:00.723" v="3005" actId="47"/>
        <pc:sldMkLst>
          <pc:docMk/>
          <pc:sldMk cId="233931880" sldId="288"/>
        </pc:sldMkLst>
        <pc:spChg chg="del mod">
          <ac:chgData name="Kerri Guzzardo" userId="302796c4-f288-4f3f-ad03-2b7a977b1a26" providerId="ADAL" clId="{CDA06E63-F37B-45AB-9ADE-B3112AB5C928}" dt="2024-07-23T16:17:54.640" v="3002" actId="478"/>
          <ac:spMkLst>
            <pc:docMk/>
            <pc:sldMk cId="233931880" sldId="288"/>
            <ac:spMk id="5" creationId="{6F49D186-3BA5-407A-9D06-814EF6B2471B}"/>
          </ac:spMkLst>
        </pc:spChg>
        <pc:picChg chg="mod">
          <ac:chgData name="Kerri Guzzardo" userId="302796c4-f288-4f3f-ad03-2b7a977b1a26" providerId="ADAL" clId="{CDA06E63-F37B-45AB-9ADE-B3112AB5C928}" dt="2024-07-23T16:19:05.927" v="3004" actId="1076"/>
          <ac:picMkLst>
            <pc:docMk/>
            <pc:sldMk cId="233931880" sldId="288"/>
            <ac:picMk id="1026" creationId="{A5C1F654-DC83-4569-B34B-0BB58B78A1AB}"/>
          </ac:picMkLst>
        </pc:picChg>
      </pc:sldChg>
      <pc:sldChg chg="delSp del mod delAnim">
        <pc:chgData name="Kerri Guzzardo" userId="302796c4-f288-4f3f-ad03-2b7a977b1a26" providerId="ADAL" clId="{CDA06E63-F37B-45AB-9ADE-B3112AB5C928}" dt="2024-07-23T16:24:47.842" v="3032" actId="47"/>
        <pc:sldMkLst>
          <pc:docMk/>
          <pc:sldMk cId="466894003" sldId="288"/>
        </pc:sldMkLst>
        <pc:spChg chg="del">
          <ac:chgData name="Kerri Guzzardo" userId="302796c4-f288-4f3f-ad03-2b7a977b1a26" providerId="ADAL" clId="{CDA06E63-F37B-45AB-9ADE-B3112AB5C928}" dt="2024-07-23T16:23:57.760" v="3030" actId="478"/>
          <ac:spMkLst>
            <pc:docMk/>
            <pc:sldMk cId="466894003" sldId="288"/>
            <ac:spMk id="30" creationId="{57456319-ABC0-3D72-6DD7-166CD752F1ED}"/>
          </ac:spMkLst>
        </pc:spChg>
        <pc:spChg chg="del">
          <ac:chgData name="Kerri Guzzardo" userId="302796c4-f288-4f3f-ad03-2b7a977b1a26" providerId="ADAL" clId="{CDA06E63-F37B-45AB-9ADE-B3112AB5C928}" dt="2024-07-23T16:23:54.699" v="3029" actId="478"/>
          <ac:spMkLst>
            <pc:docMk/>
            <pc:sldMk cId="466894003" sldId="288"/>
            <ac:spMk id="33" creationId="{1C02F36F-988C-9DA9-6B95-65958CF22B5C}"/>
          </ac:spMkLst>
        </pc:spChg>
        <pc:spChg chg="del">
          <ac:chgData name="Kerri Guzzardo" userId="302796c4-f288-4f3f-ad03-2b7a977b1a26" providerId="ADAL" clId="{CDA06E63-F37B-45AB-9ADE-B3112AB5C928}" dt="2024-07-23T16:23:59.457" v="3031" actId="478"/>
          <ac:spMkLst>
            <pc:docMk/>
            <pc:sldMk cId="466894003" sldId="288"/>
            <ac:spMk id="34" creationId="{CA352967-F8AE-A5BF-8A33-34CFB036F0A5}"/>
          </ac:spMkLst>
        </pc:spChg>
        <pc:picChg chg="del">
          <ac:chgData name="Kerri Guzzardo" userId="302796c4-f288-4f3f-ad03-2b7a977b1a26" providerId="ADAL" clId="{CDA06E63-F37B-45AB-9ADE-B3112AB5C928}" dt="2024-07-23T16:23:52.087" v="3028" actId="478"/>
          <ac:picMkLst>
            <pc:docMk/>
            <pc:sldMk cId="466894003" sldId="288"/>
            <ac:picMk id="32" creationId="{C177C292-1CC3-32E3-9628-B59A7A1DB249}"/>
          </ac:picMkLst>
        </pc:picChg>
      </pc:sldChg>
      <pc:sldChg chg="addSp delSp modSp del mod delAnim">
        <pc:chgData name="Kerri Guzzardo" userId="302796c4-f288-4f3f-ad03-2b7a977b1a26" providerId="ADAL" clId="{CDA06E63-F37B-45AB-9ADE-B3112AB5C928}" dt="2024-07-23T16:21:08.329" v="3010" actId="47"/>
        <pc:sldMkLst>
          <pc:docMk/>
          <pc:sldMk cId="659044710" sldId="288"/>
        </pc:sldMkLst>
        <pc:spChg chg="add mod">
          <ac:chgData name="Kerri Guzzardo" userId="302796c4-f288-4f3f-ad03-2b7a977b1a26" providerId="ADAL" clId="{CDA06E63-F37B-45AB-9ADE-B3112AB5C928}" dt="2024-07-23T16:20:52.478" v="3009" actId="1076"/>
          <ac:spMkLst>
            <pc:docMk/>
            <pc:sldMk cId="659044710" sldId="288"/>
            <ac:spMk id="2" creationId="{B8D36EF8-468C-A46E-D361-8B586D4FCE98}"/>
          </ac:spMkLst>
        </pc:spChg>
        <pc:spChg chg="del">
          <ac:chgData name="Kerri Guzzardo" userId="302796c4-f288-4f3f-ad03-2b7a977b1a26" providerId="ADAL" clId="{CDA06E63-F37B-45AB-9ADE-B3112AB5C928}" dt="2024-07-23T16:20:22.372" v="3006" actId="478"/>
          <ac:spMkLst>
            <pc:docMk/>
            <pc:sldMk cId="659044710" sldId="288"/>
            <ac:spMk id="4" creationId="{24D7AEC2-CFFF-42A2-93E8-38C09643AC77}"/>
          </ac:spMkLst>
        </pc:spChg>
        <pc:picChg chg="mod">
          <ac:chgData name="Kerri Guzzardo" userId="302796c4-f288-4f3f-ad03-2b7a977b1a26" providerId="ADAL" clId="{CDA06E63-F37B-45AB-9ADE-B3112AB5C928}" dt="2024-07-23T16:20:34.391" v="3007" actId="1076"/>
          <ac:picMkLst>
            <pc:docMk/>
            <pc:sldMk cId="659044710" sldId="288"/>
            <ac:picMk id="6" creationId="{7227E4C0-3261-9362-8A4A-CE00AA7DD3AF}"/>
          </ac:picMkLst>
        </pc:picChg>
      </pc:sldChg>
      <pc:sldChg chg="delSp del mod delAnim">
        <pc:chgData name="Kerri Guzzardo" userId="302796c4-f288-4f3f-ad03-2b7a977b1a26" providerId="ADAL" clId="{CDA06E63-F37B-45AB-9ADE-B3112AB5C928}" dt="2024-07-23T16:37:24.643" v="3117" actId="47"/>
        <pc:sldMkLst>
          <pc:docMk/>
          <pc:sldMk cId="686107680" sldId="288"/>
        </pc:sldMkLst>
        <pc:spChg chg="del">
          <ac:chgData name="Kerri Guzzardo" userId="302796c4-f288-4f3f-ad03-2b7a977b1a26" providerId="ADAL" clId="{CDA06E63-F37B-45AB-9ADE-B3112AB5C928}" dt="2024-07-23T16:36:37.366" v="3115" actId="478"/>
          <ac:spMkLst>
            <pc:docMk/>
            <pc:sldMk cId="686107680" sldId="288"/>
            <ac:spMk id="15" creationId="{281AD37C-ABB2-8618-C16A-58755CAEF425}"/>
          </ac:spMkLst>
        </pc:spChg>
        <pc:picChg chg="del">
          <ac:chgData name="Kerri Guzzardo" userId="302796c4-f288-4f3f-ad03-2b7a977b1a26" providerId="ADAL" clId="{CDA06E63-F37B-45AB-9ADE-B3112AB5C928}" dt="2024-07-23T16:36:42.511" v="3116" actId="478"/>
          <ac:picMkLst>
            <pc:docMk/>
            <pc:sldMk cId="686107680" sldId="288"/>
            <ac:picMk id="8" creationId="{F034F4F5-A78C-BB02-7F2D-3489F939B3CA}"/>
          </ac:picMkLst>
        </pc:picChg>
      </pc:sldChg>
      <pc:sldChg chg="delSp del mod delAnim">
        <pc:chgData name="Kerri Guzzardo" userId="302796c4-f288-4f3f-ad03-2b7a977b1a26" providerId="ADAL" clId="{CDA06E63-F37B-45AB-9ADE-B3112AB5C928}" dt="2024-07-23T16:39:45.506" v="3121" actId="47"/>
        <pc:sldMkLst>
          <pc:docMk/>
          <pc:sldMk cId="1100683819" sldId="288"/>
        </pc:sldMkLst>
        <pc:spChg chg="del">
          <ac:chgData name="Kerri Guzzardo" userId="302796c4-f288-4f3f-ad03-2b7a977b1a26" providerId="ADAL" clId="{CDA06E63-F37B-45AB-9ADE-B3112AB5C928}" dt="2024-07-23T16:37:39.973" v="3119" actId="478"/>
          <ac:spMkLst>
            <pc:docMk/>
            <pc:sldMk cId="1100683819" sldId="288"/>
            <ac:spMk id="2" creationId="{00000000-0000-0000-0000-000000000000}"/>
          </ac:spMkLst>
        </pc:spChg>
        <pc:spChg chg="del">
          <ac:chgData name="Kerri Guzzardo" userId="302796c4-f288-4f3f-ad03-2b7a977b1a26" providerId="ADAL" clId="{CDA06E63-F37B-45AB-9ADE-B3112AB5C928}" dt="2024-07-23T16:37:37.387" v="3118" actId="478"/>
          <ac:spMkLst>
            <pc:docMk/>
            <pc:sldMk cId="1100683819" sldId="288"/>
            <ac:spMk id="15" creationId="{281AD37C-ABB2-8618-C16A-58755CAEF425}"/>
          </ac:spMkLst>
        </pc:spChg>
        <pc:picChg chg="del">
          <ac:chgData name="Kerri Guzzardo" userId="302796c4-f288-4f3f-ad03-2b7a977b1a26" providerId="ADAL" clId="{CDA06E63-F37B-45AB-9ADE-B3112AB5C928}" dt="2024-07-23T16:37:44.173" v="3120" actId="478"/>
          <ac:picMkLst>
            <pc:docMk/>
            <pc:sldMk cId="1100683819" sldId="288"/>
            <ac:picMk id="8" creationId="{F034F4F5-A78C-BB02-7F2D-3489F939B3CA}"/>
          </ac:picMkLst>
        </pc:picChg>
      </pc:sldChg>
      <pc:sldChg chg="delSp modSp del mod delAnim">
        <pc:chgData name="Kerri Guzzardo" userId="302796c4-f288-4f3f-ad03-2b7a977b1a26" providerId="ADAL" clId="{CDA06E63-F37B-45AB-9ADE-B3112AB5C928}" dt="2024-07-23T16:26:30.720" v="3046" actId="47"/>
        <pc:sldMkLst>
          <pc:docMk/>
          <pc:sldMk cId="1848391565" sldId="288"/>
        </pc:sldMkLst>
        <pc:spChg chg="del">
          <ac:chgData name="Kerri Guzzardo" userId="302796c4-f288-4f3f-ad03-2b7a977b1a26" providerId="ADAL" clId="{CDA06E63-F37B-45AB-9ADE-B3112AB5C928}" dt="2024-07-23T16:25:40.091" v="3042" actId="478"/>
          <ac:spMkLst>
            <pc:docMk/>
            <pc:sldMk cId="1848391565" sldId="288"/>
            <ac:spMk id="6" creationId="{00000000-0000-0000-0000-000000000000}"/>
          </ac:spMkLst>
        </pc:spChg>
        <pc:spChg chg="del">
          <ac:chgData name="Kerri Guzzardo" userId="302796c4-f288-4f3f-ad03-2b7a977b1a26" providerId="ADAL" clId="{CDA06E63-F37B-45AB-9ADE-B3112AB5C928}" dt="2024-07-23T16:25:22.052" v="3035" actId="478"/>
          <ac:spMkLst>
            <pc:docMk/>
            <pc:sldMk cId="1848391565" sldId="288"/>
            <ac:spMk id="7" creationId="{00000000-0000-0000-0000-000000000000}"/>
          </ac:spMkLst>
        </pc:spChg>
        <pc:spChg chg="mod">
          <ac:chgData name="Kerri Guzzardo" userId="302796c4-f288-4f3f-ad03-2b7a977b1a26" providerId="ADAL" clId="{CDA06E63-F37B-45AB-9ADE-B3112AB5C928}" dt="2024-07-23T16:25:37.839" v="3041" actId="1076"/>
          <ac:spMkLst>
            <pc:docMk/>
            <pc:sldMk cId="1848391565" sldId="288"/>
            <ac:spMk id="10" creationId="{8660886B-6D8E-4EA3-ADEC-E4D95AF5022E}"/>
          </ac:spMkLst>
        </pc:spChg>
        <pc:spChg chg="del">
          <ac:chgData name="Kerri Guzzardo" userId="302796c4-f288-4f3f-ad03-2b7a977b1a26" providerId="ADAL" clId="{CDA06E63-F37B-45AB-9ADE-B3112AB5C928}" dt="2024-07-23T16:25:26.318" v="3036" actId="478"/>
          <ac:spMkLst>
            <pc:docMk/>
            <pc:sldMk cId="1848391565" sldId="288"/>
            <ac:spMk id="18" creationId="{BD94F67C-7187-8A9D-A670-8E8D057DFAD1}"/>
          </ac:spMkLst>
        </pc:spChg>
        <pc:spChg chg="del">
          <ac:chgData name="Kerri Guzzardo" userId="302796c4-f288-4f3f-ad03-2b7a977b1a26" providerId="ADAL" clId="{CDA06E63-F37B-45AB-9ADE-B3112AB5C928}" dt="2024-07-23T16:25:28.847" v="3037" actId="478"/>
          <ac:spMkLst>
            <pc:docMk/>
            <pc:sldMk cId="1848391565" sldId="288"/>
            <ac:spMk id="19" creationId="{7F9C37FE-2D12-BF28-6E6B-39B8605E7E77}"/>
          </ac:spMkLst>
        </pc:spChg>
        <pc:spChg chg="del">
          <ac:chgData name="Kerri Guzzardo" userId="302796c4-f288-4f3f-ad03-2b7a977b1a26" providerId="ADAL" clId="{CDA06E63-F37B-45AB-9ADE-B3112AB5C928}" dt="2024-07-23T16:25:33.196" v="3040" actId="478"/>
          <ac:spMkLst>
            <pc:docMk/>
            <pc:sldMk cId="1848391565" sldId="288"/>
            <ac:spMk id="20" creationId="{C5C5915F-9247-43BC-A737-5B46EADF1F03}"/>
          </ac:spMkLst>
        </pc:spChg>
        <pc:picChg chg="del">
          <ac:chgData name="Kerri Guzzardo" userId="302796c4-f288-4f3f-ad03-2b7a977b1a26" providerId="ADAL" clId="{CDA06E63-F37B-45AB-9ADE-B3112AB5C928}" dt="2024-07-23T16:25:10.597" v="3034" actId="478"/>
          <ac:picMkLst>
            <pc:docMk/>
            <pc:sldMk cId="1848391565" sldId="288"/>
            <ac:picMk id="3" creationId="{622578D7-AB6E-407B-D067-9F282D0B9A8E}"/>
          </ac:picMkLst>
        </pc:picChg>
        <pc:picChg chg="mod">
          <ac:chgData name="Kerri Guzzardo" userId="302796c4-f288-4f3f-ad03-2b7a977b1a26" providerId="ADAL" clId="{CDA06E63-F37B-45AB-9ADE-B3112AB5C928}" dt="2024-07-23T16:25:44.808" v="3043" actId="1076"/>
          <ac:picMkLst>
            <pc:docMk/>
            <pc:sldMk cId="1848391565" sldId="288"/>
            <ac:picMk id="4" creationId="{00000000-0000-0000-0000-000000000000}"/>
          </ac:picMkLst>
        </pc:picChg>
        <pc:inkChg chg="del">
          <ac:chgData name="Kerri Guzzardo" userId="302796c4-f288-4f3f-ad03-2b7a977b1a26" providerId="ADAL" clId="{CDA06E63-F37B-45AB-9ADE-B3112AB5C928}" dt="2024-07-23T16:25:29.766" v="3038" actId="478"/>
          <ac:inkMkLst>
            <pc:docMk/>
            <pc:sldMk cId="1848391565" sldId="288"/>
            <ac:inkMk id="15" creationId="{AD3D3ED4-69C7-8CF9-F85A-D056E6876D60}"/>
          </ac:inkMkLst>
        </pc:inkChg>
        <pc:inkChg chg="del">
          <ac:chgData name="Kerri Guzzardo" userId="302796c4-f288-4f3f-ad03-2b7a977b1a26" providerId="ADAL" clId="{CDA06E63-F37B-45AB-9ADE-B3112AB5C928}" dt="2024-07-23T16:25:31.993" v="3039" actId="478"/>
          <ac:inkMkLst>
            <pc:docMk/>
            <pc:sldMk cId="1848391565" sldId="288"/>
            <ac:inkMk id="16" creationId="{5A3FC12F-D8FA-4E5F-9587-3BE9E6FC377C}"/>
          </ac:inkMkLst>
        </pc:inkChg>
        <pc:inkChg chg="del">
          <ac:chgData name="Kerri Guzzardo" userId="302796c4-f288-4f3f-ad03-2b7a977b1a26" providerId="ADAL" clId="{CDA06E63-F37B-45AB-9ADE-B3112AB5C928}" dt="2024-07-23T16:25:09.309" v="3033" actId="478"/>
          <ac:inkMkLst>
            <pc:docMk/>
            <pc:sldMk cId="1848391565" sldId="288"/>
            <ac:inkMk id="17" creationId="{D6CEC336-8E9A-775B-F8A2-605E1A9F0CE7}"/>
          </ac:inkMkLst>
        </pc:inkChg>
      </pc:sldChg>
      <pc:sldChg chg="addSp delSp modSp add del mod addAnim delAnim modAnim">
        <pc:chgData name="Kerri Guzzardo" userId="302796c4-f288-4f3f-ad03-2b7a977b1a26" providerId="ADAL" clId="{CDA06E63-F37B-45AB-9ADE-B3112AB5C928}" dt="2024-07-23T16:32:34.068" v="3082"/>
        <pc:sldMkLst>
          <pc:docMk/>
          <pc:sldMk cId="1989617733" sldId="288"/>
        </pc:sldMkLst>
        <pc:spChg chg="add del mod">
          <ac:chgData name="Kerri Guzzardo" userId="302796c4-f288-4f3f-ad03-2b7a977b1a26" providerId="ADAL" clId="{CDA06E63-F37B-45AB-9ADE-B3112AB5C928}" dt="2024-07-23T16:32:34.054" v="3078" actId="478"/>
          <ac:spMkLst>
            <pc:docMk/>
            <pc:sldMk cId="1989617733" sldId="288"/>
            <ac:spMk id="5" creationId="{45AF1B37-7912-49EE-A9A4-00B43C4D0C8C}"/>
          </ac:spMkLst>
        </pc:spChg>
        <pc:spChg chg="add del">
          <ac:chgData name="Kerri Guzzardo" userId="302796c4-f288-4f3f-ad03-2b7a977b1a26" providerId="ADAL" clId="{CDA06E63-F37B-45AB-9ADE-B3112AB5C928}" dt="2024-07-23T16:32:34.046" v="3076" actId="478"/>
          <ac:spMkLst>
            <pc:docMk/>
            <pc:sldMk cId="1989617733" sldId="288"/>
            <ac:spMk id="8" creationId="{5C209C39-4544-4FD0-8EF5-8BF226F031A9}"/>
          </ac:spMkLst>
        </pc:spChg>
        <pc:spChg chg="add del">
          <ac:chgData name="Kerri Guzzardo" userId="302796c4-f288-4f3f-ad03-2b7a977b1a26" providerId="ADAL" clId="{CDA06E63-F37B-45AB-9ADE-B3112AB5C928}" dt="2024-07-23T16:32:34.050" v="3077" actId="478"/>
          <ac:spMkLst>
            <pc:docMk/>
            <pc:sldMk cId="1989617733" sldId="288"/>
            <ac:spMk id="13" creationId="{797EDB45-D7EE-4088-9878-05D2157F96EA}"/>
          </ac:spMkLst>
        </pc:spChg>
        <pc:spChg chg="add del">
          <ac:chgData name="Kerri Guzzardo" userId="302796c4-f288-4f3f-ad03-2b7a977b1a26" providerId="ADAL" clId="{CDA06E63-F37B-45AB-9ADE-B3112AB5C928}" dt="2024-07-23T16:32:34.042" v="3075" actId="478"/>
          <ac:spMkLst>
            <pc:docMk/>
            <pc:sldMk cId="1989617733" sldId="288"/>
            <ac:spMk id="16" creationId="{2062B71E-23C0-4FF4-AF19-49F04EEC0C32}"/>
          </ac:spMkLst>
        </pc:spChg>
        <pc:spChg chg="add del">
          <ac:chgData name="Kerri Guzzardo" userId="302796c4-f288-4f3f-ad03-2b7a977b1a26" providerId="ADAL" clId="{CDA06E63-F37B-45AB-9ADE-B3112AB5C928}" dt="2024-07-23T16:32:34.062" v="3081" actId="478"/>
          <ac:spMkLst>
            <pc:docMk/>
            <pc:sldMk cId="1989617733" sldId="288"/>
            <ac:spMk id="40" creationId="{9AB85266-794D-481F-BA9E-024BE538720C}"/>
          </ac:spMkLst>
        </pc:spChg>
        <pc:picChg chg="add del">
          <ac:chgData name="Kerri Guzzardo" userId="302796c4-f288-4f3f-ad03-2b7a977b1a26" providerId="ADAL" clId="{CDA06E63-F37B-45AB-9ADE-B3112AB5C928}" dt="2024-07-23T16:32:34.059" v="3080" actId="478"/>
          <ac:picMkLst>
            <pc:docMk/>
            <pc:sldMk cId="1989617733" sldId="288"/>
            <ac:picMk id="19" creationId="{15A754A8-B0B3-153B-3E96-DBDADA41CEA4}"/>
          </ac:picMkLst>
        </pc:picChg>
        <pc:picChg chg="add del">
          <ac:chgData name="Kerri Guzzardo" userId="302796c4-f288-4f3f-ad03-2b7a977b1a26" providerId="ADAL" clId="{CDA06E63-F37B-45AB-9ADE-B3112AB5C928}" dt="2024-07-23T16:32:34.039" v="3074" actId="478"/>
          <ac:picMkLst>
            <pc:docMk/>
            <pc:sldMk cId="1989617733" sldId="288"/>
            <ac:picMk id="21" creationId="{7C38F92E-359B-7E0B-F53C-BD8704DCAB4C}"/>
          </ac:picMkLst>
        </pc:picChg>
        <pc:picChg chg="add del">
          <ac:chgData name="Kerri Guzzardo" userId="302796c4-f288-4f3f-ad03-2b7a977b1a26" providerId="ADAL" clId="{CDA06E63-F37B-45AB-9ADE-B3112AB5C928}" dt="2024-07-23T16:32:34.037" v="3073" actId="478"/>
          <ac:picMkLst>
            <pc:docMk/>
            <pc:sldMk cId="1989617733" sldId="288"/>
            <ac:picMk id="23" creationId="{22A963CF-F80A-B503-9050-0692DC83B64B}"/>
          </ac:picMkLst>
        </pc:picChg>
        <pc:picChg chg="add del">
          <ac:chgData name="Kerri Guzzardo" userId="302796c4-f288-4f3f-ad03-2b7a977b1a26" providerId="ADAL" clId="{CDA06E63-F37B-45AB-9ADE-B3112AB5C928}" dt="2024-07-23T16:32:34.028" v="3072" actId="478"/>
          <ac:picMkLst>
            <pc:docMk/>
            <pc:sldMk cId="1989617733" sldId="288"/>
            <ac:picMk id="25" creationId="{FB06834B-E4C9-1F59-0340-5D38E2182E0B}"/>
          </ac:picMkLst>
        </pc:picChg>
      </pc:sldChg>
      <pc:sldChg chg="del">
        <pc:chgData name="Kerri Guzzardo" userId="302796c4-f288-4f3f-ad03-2b7a977b1a26" providerId="ADAL" clId="{CDA06E63-F37B-45AB-9ADE-B3112AB5C928}" dt="2024-07-23T16:43:38.543" v="3127" actId="47"/>
        <pc:sldMkLst>
          <pc:docMk/>
          <pc:sldMk cId="2063002637" sldId="288"/>
        </pc:sldMkLst>
      </pc:sldChg>
      <pc:sldChg chg="delSp del mod delAnim">
        <pc:chgData name="Kerri Guzzardo" userId="302796c4-f288-4f3f-ad03-2b7a977b1a26" providerId="ADAL" clId="{CDA06E63-F37B-45AB-9ADE-B3112AB5C928}" dt="2024-07-23T16:23:42.351" v="3027" actId="47"/>
        <pc:sldMkLst>
          <pc:docMk/>
          <pc:sldMk cId="2619825945" sldId="288"/>
        </pc:sldMkLst>
        <pc:spChg chg="del">
          <ac:chgData name="Kerri Guzzardo" userId="302796c4-f288-4f3f-ad03-2b7a977b1a26" providerId="ADAL" clId="{CDA06E63-F37B-45AB-9ADE-B3112AB5C928}" dt="2024-07-23T16:21:52.526" v="3015" actId="478"/>
          <ac:spMkLst>
            <pc:docMk/>
            <pc:sldMk cId="2619825945" sldId="288"/>
            <ac:spMk id="22" creationId="{317034FF-C95E-44DC-8A92-89FD738F3185}"/>
          </ac:spMkLst>
        </pc:spChg>
        <pc:spChg chg="del">
          <ac:chgData name="Kerri Guzzardo" userId="302796c4-f288-4f3f-ad03-2b7a977b1a26" providerId="ADAL" clId="{CDA06E63-F37B-45AB-9ADE-B3112AB5C928}" dt="2024-07-23T16:22:10.778" v="3024" actId="478"/>
          <ac:spMkLst>
            <pc:docMk/>
            <pc:sldMk cId="2619825945" sldId="288"/>
            <ac:spMk id="30" creationId="{25ABF498-403E-01A7-8692-79C0D01F9F24}"/>
          </ac:spMkLst>
        </pc:spChg>
        <pc:spChg chg="del">
          <ac:chgData name="Kerri Guzzardo" userId="302796c4-f288-4f3f-ad03-2b7a977b1a26" providerId="ADAL" clId="{CDA06E63-F37B-45AB-9ADE-B3112AB5C928}" dt="2024-07-23T16:22:33.300" v="3026" actId="478"/>
          <ac:spMkLst>
            <pc:docMk/>
            <pc:sldMk cId="2619825945" sldId="288"/>
            <ac:spMk id="33" creationId="{B8D572F9-4111-CFD9-B472-37FB7C477FB8}"/>
          </ac:spMkLst>
        </pc:spChg>
        <pc:spChg chg="del">
          <ac:chgData name="Kerri Guzzardo" userId="302796c4-f288-4f3f-ad03-2b7a977b1a26" providerId="ADAL" clId="{CDA06E63-F37B-45AB-9ADE-B3112AB5C928}" dt="2024-07-23T16:22:12.829" v="3025" actId="478"/>
          <ac:spMkLst>
            <pc:docMk/>
            <pc:sldMk cId="2619825945" sldId="288"/>
            <ac:spMk id="35" creationId="{8A422C81-E9C3-E28F-2A01-25F8FCFFE108}"/>
          </ac:spMkLst>
        </pc:spChg>
        <pc:picChg chg="del">
          <ac:chgData name="Kerri Guzzardo" userId="302796c4-f288-4f3f-ad03-2b7a977b1a26" providerId="ADAL" clId="{CDA06E63-F37B-45AB-9ADE-B3112AB5C928}" dt="2024-07-23T16:21:46.267" v="3011" actId="478"/>
          <ac:picMkLst>
            <pc:docMk/>
            <pc:sldMk cId="2619825945" sldId="288"/>
            <ac:picMk id="32" creationId="{BBB75C23-0918-47C6-91B4-5F02E7EC8307}"/>
          </ac:picMkLst>
        </pc:picChg>
        <pc:inkChg chg="del">
          <ac:chgData name="Kerri Guzzardo" userId="302796c4-f288-4f3f-ad03-2b7a977b1a26" providerId="ADAL" clId="{CDA06E63-F37B-45AB-9ADE-B3112AB5C928}" dt="2024-07-23T16:22:01.011" v="3020" actId="478"/>
          <ac:inkMkLst>
            <pc:docMk/>
            <pc:sldMk cId="2619825945" sldId="288"/>
            <ac:inkMk id="6" creationId="{A8CF7503-3724-F1A7-045D-CD0DD8A5626B}"/>
          </ac:inkMkLst>
        </pc:inkChg>
        <pc:inkChg chg="del">
          <ac:chgData name="Kerri Guzzardo" userId="302796c4-f288-4f3f-ad03-2b7a977b1a26" providerId="ADAL" clId="{CDA06E63-F37B-45AB-9ADE-B3112AB5C928}" dt="2024-07-23T16:21:53.817" v="3016" actId="478"/>
          <ac:inkMkLst>
            <pc:docMk/>
            <pc:sldMk cId="2619825945" sldId="288"/>
            <ac:inkMk id="7" creationId="{D86BABB2-B7FB-EDF2-0CBB-9873F48A6182}"/>
          </ac:inkMkLst>
        </pc:inkChg>
        <pc:inkChg chg="del">
          <ac:chgData name="Kerri Guzzardo" userId="302796c4-f288-4f3f-ad03-2b7a977b1a26" providerId="ADAL" clId="{CDA06E63-F37B-45AB-9ADE-B3112AB5C928}" dt="2024-07-23T16:21:50.716" v="3014" actId="478"/>
          <ac:inkMkLst>
            <pc:docMk/>
            <pc:sldMk cId="2619825945" sldId="288"/>
            <ac:inkMk id="11" creationId="{95CE9840-5059-A379-FABE-DB2FC6F96296}"/>
          </ac:inkMkLst>
        </pc:inkChg>
        <pc:inkChg chg="del">
          <ac:chgData name="Kerri Guzzardo" userId="302796c4-f288-4f3f-ad03-2b7a977b1a26" providerId="ADAL" clId="{CDA06E63-F37B-45AB-9ADE-B3112AB5C928}" dt="2024-07-23T16:21:49.302" v="3013" actId="478"/>
          <ac:inkMkLst>
            <pc:docMk/>
            <pc:sldMk cId="2619825945" sldId="288"/>
            <ac:inkMk id="12" creationId="{BEA29FC2-C106-E95E-A19B-2F54F61913C2}"/>
          </ac:inkMkLst>
        </pc:inkChg>
        <pc:inkChg chg="del">
          <ac:chgData name="Kerri Guzzardo" userId="302796c4-f288-4f3f-ad03-2b7a977b1a26" providerId="ADAL" clId="{CDA06E63-F37B-45AB-9ADE-B3112AB5C928}" dt="2024-07-23T16:21:47.584" v="3012" actId="478"/>
          <ac:inkMkLst>
            <pc:docMk/>
            <pc:sldMk cId="2619825945" sldId="288"/>
            <ac:inkMk id="13" creationId="{FAD5CB44-8FBD-76A8-FB28-92DEE9D5BF19}"/>
          </ac:inkMkLst>
        </pc:inkChg>
        <pc:inkChg chg="del">
          <ac:chgData name="Kerri Guzzardo" userId="302796c4-f288-4f3f-ad03-2b7a977b1a26" providerId="ADAL" clId="{CDA06E63-F37B-45AB-9ADE-B3112AB5C928}" dt="2024-07-23T16:21:57.060" v="3018" actId="478"/>
          <ac:inkMkLst>
            <pc:docMk/>
            <pc:sldMk cId="2619825945" sldId="288"/>
            <ac:inkMk id="14" creationId="{860A31F3-3908-D036-594F-9E23DFBDFDF3}"/>
          </ac:inkMkLst>
        </pc:inkChg>
        <pc:inkChg chg="del">
          <ac:chgData name="Kerri Guzzardo" userId="302796c4-f288-4f3f-ad03-2b7a977b1a26" providerId="ADAL" clId="{CDA06E63-F37B-45AB-9ADE-B3112AB5C928}" dt="2024-07-23T16:21:55.363" v="3017" actId="478"/>
          <ac:inkMkLst>
            <pc:docMk/>
            <pc:sldMk cId="2619825945" sldId="288"/>
            <ac:inkMk id="15" creationId="{A6D092D3-1EC6-92E1-3E58-4B20C1E00D43}"/>
          </ac:inkMkLst>
        </pc:inkChg>
        <pc:inkChg chg="del">
          <ac:chgData name="Kerri Guzzardo" userId="302796c4-f288-4f3f-ad03-2b7a977b1a26" providerId="ADAL" clId="{CDA06E63-F37B-45AB-9ADE-B3112AB5C928}" dt="2024-07-23T16:22:05.158" v="3022" actId="478"/>
          <ac:inkMkLst>
            <pc:docMk/>
            <pc:sldMk cId="2619825945" sldId="288"/>
            <ac:inkMk id="16" creationId="{0F42CC45-C6A2-3F22-7667-D58AC2A41883}"/>
          </ac:inkMkLst>
        </pc:inkChg>
        <pc:inkChg chg="del">
          <ac:chgData name="Kerri Guzzardo" userId="302796c4-f288-4f3f-ad03-2b7a977b1a26" providerId="ADAL" clId="{CDA06E63-F37B-45AB-9ADE-B3112AB5C928}" dt="2024-07-23T16:21:58.942" v="3019" actId="478"/>
          <ac:inkMkLst>
            <pc:docMk/>
            <pc:sldMk cId="2619825945" sldId="288"/>
            <ac:inkMk id="20" creationId="{CD58E1FF-D754-9487-847C-B8BED23CCFEB}"/>
          </ac:inkMkLst>
        </pc:inkChg>
        <pc:inkChg chg="del">
          <ac:chgData name="Kerri Guzzardo" userId="302796c4-f288-4f3f-ad03-2b7a977b1a26" providerId="ADAL" clId="{CDA06E63-F37B-45AB-9ADE-B3112AB5C928}" dt="2024-07-23T16:22:03.127" v="3021" actId="478"/>
          <ac:inkMkLst>
            <pc:docMk/>
            <pc:sldMk cId="2619825945" sldId="288"/>
            <ac:inkMk id="24" creationId="{4821ECED-7E8E-E24F-1E82-6F5A66687EE9}"/>
          </ac:inkMkLst>
        </pc:inkChg>
        <pc:inkChg chg="del">
          <ac:chgData name="Kerri Guzzardo" userId="302796c4-f288-4f3f-ad03-2b7a977b1a26" providerId="ADAL" clId="{CDA06E63-F37B-45AB-9ADE-B3112AB5C928}" dt="2024-07-23T16:22:07.473" v="3023" actId="478"/>
          <ac:inkMkLst>
            <pc:docMk/>
            <pc:sldMk cId="2619825945" sldId="288"/>
            <ac:inkMk id="29" creationId="{1458EDC1-8A6C-34A1-318C-E8A6A6F5619F}"/>
          </ac:inkMkLst>
        </pc:inkChg>
      </pc:sldChg>
      <pc:sldChg chg="delSp modSp del mod delAnim">
        <pc:chgData name="Kerri Guzzardo" userId="302796c4-f288-4f3f-ad03-2b7a977b1a26" providerId="ADAL" clId="{CDA06E63-F37B-45AB-9ADE-B3112AB5C928}" dt="2024-07-23T16:41:06.745" v="3126" actId="47"/>
        <pc:sldMkLst>
          <pc:docMk/>
          <pc:sldMk cId="2931347965" sldId="288"/>
        </pc:sldMkLst>
        <pc:spChg chg="mod">
          <ac:chgData name="Kerri Guzzardo" userId="302796c4-f288-4f3f-ad03-2b7a977b1a26" providerId="ADAL" clId="{CDA06E63-F37B-45AB-9ADE-B3112AB5C928}" dt="2024-07-23T16:40:25.009" v="3125" actId="1076"/>
          <ac:spMkLst>
            <pc:docMk/>
            <pc:sldMk cId="2931347965" sldId="288"/>
            <ac:spMk id="9" creationId="{103E6873-F952-086C-48D7-CF5E38389F0A}"/>
          </ac:spMkLst>
        </pc:spChg>
        <pc:spChg chg="del">
          <ac:chgData name="Kerri Guzzardo" userId="302796c4-f288-4f3f-ad03-2b7a977b1a26" providerId="ADAL" clId="{CDA06E63-F37B-45AB-9ADE-B3112AB5C928}" dt="2024-07-23T16:40:14.510" v="3122" actId="478"/>
          <ac:spMkLst>
            <pc:docMk/>
            <pc:sldMk cId="2931347965" sldId="288"/>
            <ac:spMk id="12" creationId="{72C9356D-90AD-7178-30C1-2A5CE6C40AF7}"/>
          </ac:spMkLst>
        </pc:spChg>
        <pc:picChg chg="del">
          <ac:chgData name="Kerri Guzzardo" userId="302796c4-f288-4f3f-ad03-2b7a977b1a26" providerId="ADAL" clId="{CDA06E63-F37B-45AB-9ADE-B3112AB5C928}" dt="2024-07-23T16:40:15.724" v="3123" actId="478"/>
          <ac:picMkLst>
            <pc:docMk/>
            <pc:sldMk cId="2931347965" sldId="288"/>
            <ac:picMk id="11" creationId="{00AE32F2-7839-5B44-98D6-08892603B56B}"/>
          </ac:picMkLst>
        </pc:picChg>
      </pc:sldChg>
      <pc:sldChg chg="delSp modSp del mod delAnim">
        <pc:chgData name="Kerri Guzzardo" userId="302796c4-f288-4f3f-ad03-2b7a977b1a26" providerId="ADAL" clId="{CDA06E63-F37B-45AB-9ADE-B3112AB5C928}" dt="2024-07-23T16:36:02.353" v="3114" actId="47"/>
        <pc:sldMkLst>
          <pc:docMk/>
          <pc:sldMk cId="3512382357" sldId="288"/>
        </pc:sldMkLst>
        <pc:spChg chg="mod">
          <ac:chgData name="Kerri Guzzardo" userId="302796c4-f288-4f3f-ad03-2b7a977b1a26" providerId="ADAL" clId="{CDA06E63-F37B-45AB-9ADE-B3112AB5C928}" dt="2024-07-23T16:35:12.480" v="3109" actId="20577"/>
          <ac:spMkLst>
            <pc:docMk/>
            <pc:sldMk cId="3512382357" sldId="288"/>
            <ac:spMk id="12" creationId="{2EFD16D8-EEDC-759C-462A-DF507416275F}"/>
          </ac:spMkLst>
        </pc:spChg>
        <pc:spChg chg="del">
          <ac:chgData name="Kerri Guzzardo" userId="302796c4-f288-4f3f-ad03-2b7a977b1a26" providerId="ADAL" clId="{CDA06E63-F37B-45AB-9ADE-B3112AB5C928}" dt="2024-07-23T16:33:46.678" v="3100" actId="478"/>
          <ac:spMkLst>
            <pc:docMk/>
            <pc:sldMk cId="3512382357" sldId="288"/>
            <ac:spMk id="26" creationId="{EE68C042-F498-4DEC-BD35-2F4B5E54AE00}"/>
          </ac:spMkLst>
        </pc:spChg>
        <pc:spChg chg="del">
          <ac:chgData name="Kerri Guzzardo" userId="302796c4-f288-4f3f-ad03-2b7a977b1a26" providerId="ADAL" clId="{CDA06E63-F37B-45AB-9ADE-B3112AB5C928}" dt="2024-07-23T16:33:42.660" v="3098" actId="478"/>
          <ac:spMkLst>
            <pc:docMk/>
            <pc:sldMk cId="3512382357" sldId="288"/>
            <ac:spMk id="27" creationId="{9237F100-E964-4301-831D-CD25326DD177}"/>
          </ac:spMkLst>
        </pc:spChg>
        <pc:spChg chg="del">
          <ac:chgData name="Kerri Guzzardo" userId="302796c4-f288-4f3f-ad03-2b7a977b1a26" providerId="ADAL" clId="{CDA06E63-F37B-45AB-9ADE-B3112AB5C928}" dt="2024-07-23T16:33:48.760" v="3101" actId="478"/>
          <ac:spMkLst>
            <pc:docMk/>
            <pc:sldMk cId="3512382357" sldId="288"/>
            <ac:spMk id="32" creationId="{60D6CA8C-AF27-4E80-8065-2C5570EF63F2}"/>
          </ac:spMkLst>
        </pc:spChg>
        <pc:spChg chg="del">
          <ac:chgData name="Kerri Guzzardo" userId="302796c4-f288-4f3f-ad03-2b7a977b1a26" providerId="ADAL" clId="{CDA06E63-F37B-45AB-9ADE-B3112AB5C928}" dt="2024-07-23T16:33:44.444" v="3099" actId="478"/>
          <ac:spMkLst>
            <pc:docMk/>
            <pc:sldMk cId="3512382357" sldId="288"/>
            <ac:spMk id="33" creationId="{D855EACF-4A3F-4C51-A05B-17D40CD07F53}"/>
          </ac:spMkLst>
        </pc:spChg>
        <pc:spChg chg="del">
          <ac:chgData name="Kerri Guzzardo" userId="302796c4-f288-4f3f-ad03-2b7a977b1a26" providerId="ADAL" clId="{CDA06E63-F37B-45AB-9ADE-B3112AB5C928}" dt="2024-07-23T16:33:38.284" v="3097" actId="478"/>
          <ac:spMkLst>
            <pc:docMk/>
            <pc:sldMk cId="3512382357" sldId="288"/>
            <ac:spMk id="42" creationId="{8EB34DD7-9987-BB95-2A34-88A235F32421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8T00:47:38.01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77 1,'0'1,"1"1,0-1,-1 1,1-1,0 1,0-1,0 1,1-1,-1 1,0-1,1 1,-1-1,1 0,-1 1,1-2,0 2,0-1,0-1,0 1,0 0,0 0,0-1,0 1,0 0,0-1,1 1,1-1,70 10,-67-9,143 6,182-7,-136-3,2686 3,-2867 0,1 0,-1 1,1 1,25 3,-37-4,1 0,0 1,-1-1,1 1,-1 0,0-1,0 1,0 1,0-1,0 0,0 1,-1-1,0 1,0 0,0 0,0 0,0 1,3 5,0 3,-1-1,-1 1,0 0,-1 1,-1-1,0 20,-8 79,1-52,4 78,-6 61,7-194,-1 1,0-1,0 1,-1-1,0 1,0-1,0 0,-1 1,0-2,0 1,0 0,0 0,-1-1,0 1,0-1,0 1,-1-1,0 0,1-1,-1 1,-1-1,1 0,0 1,-1-1,1-1,-1 1,0-1,0 1,-8-1,-18 3,1-2,-1 0,1-1,-49-5,31 2,-611-4,614 6,4-2,1-2,0 0,-43-10,36 7,-90-8,-28 14,-32-2,164 0,-1-1,-37-10,35 7,-51-6,-98-10,113 12,-104-6,155 17,-38-3,0 0,-66-11,41 2,0 3,-101-2,-176 12,141 2,206-4,-1 2,1 0,0 0,-27 5,37-5,1 0,-1 1,0-1,1 1,-1-1,1 2,0-1,0 0,0 0,0 1,1-1,-1 1,1 0,0 0,0 0,0 0,1 0,-4 6,1 0,1 0,1 0,0 0,1 0,0 0,0 0,2 1,-1-1,2 1,-1-2,2 1,3 14,6 8,2-1,24 40,-20-41,-2 0,10 34,-21-51,0 0,0-1,2 1,-1-1,2-1,14 20,-14-23,0-1,0 1,1-1,0 0,0-1,1 0,0 0,0 0,0-1,21 7,8 1,1-2,0-1,0-1,2-2,66 5,209-5,-257-5,0 3,71 11,52 4,57 8,-163-17,133 7,-150-15,0 1,73 11,29 13,-84-11,1-3,116 6,26 4,4 0,172-21,-221-3,-134 3,0 1,-1 2,0 1,64 16,-97-20,0 0,0 0,-1 1,0 0,0 0,0 0,0 0,0 0,-1 1,0 0,0 0,0 0,-1 1,0-1,0 1,0-1,-1 1,0 0,0 0,3 8,-5-9,0-1,0 1,0-1,-1 1,0-1,0 0,0 1,0 0,-1-1,1 0,-1 0,0 1,-1-1,1 1,-1-1,0 0,0 1,0-1,-1 0,1-1,-1 1,0 0,0-1,0 1,-1-1,1 1,-1-1,0 0,0 0,0 0,0-1,-6 3,-7 0,0 1,-1-1,1-1,-1-1,0 0,-25 0,-116-4,91-1,-987-2,644 6,355-3,1-2,-76-13,66 8,-73-4,23 9,52 3,0-1,-77-11,-188-35,241 37,-161-7,-89 17,195 2,88-1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3:38:56.636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31,'682'0,"-643"-2,60-11,30-1,375 12,-240 4,1802-2,-2040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3:39:04.639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1,'654'0,"-629"1,0 2,35 7,-31-4,35 2,295-6,-184-4,-145 2,24 0,0 2,53 8,-23 1,0-5,96-4,-152 0,0 0,38 9,-34-5,49 3,404-8,-233-2,749 1,-974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3:45:36.359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1345,'0'-4,"1"-1,0 1,0 0,0-1,1 1,-1 0,1 0,0 0,5-7,25-31,35-19,-49 45,4-1,0 2,1 0,37-17,2-1,-24 14,1 1,60-18,-62 24,0-2,0-2,38-22,-33 8,-1-2,-2-1,52-57,-49 48,-33 32,0 0,0 0,-1-1,0 0,-1 0,0-1,-1 0,0 0,-1-1,0 1,-1-1,0 0,-1 0,-1-1,0 1,0-25,-6-340,4 368,0 0,1 0,3-18,3 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3:45:48.849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549 179,'5'-1,"-1"-1,0 1,0-1,0 0,0 0,0-1,0 1,0-1,-1 0,6-5,5-3,10-4,0 2,0 1,40-14,-4 1,-36 16,1 0,0 2,0 1,0 0,42-2,132 5,-124 4,-59 0,-1 1,1 0,-1 1,0 0,0 1,0 1,20 10,-14-8,0-1,32 6,-35-9,0 1,0 1,0 0,19 10,-31-12,-1 0,0 0,0 1,0-1,0 1,-1 0,0 0,0 1,0 0,0-1,0 1,-1 0,0 1,0-1,-1 0,1 1,1 5,-3-6,1-1,-1 0,0 1,0-1,0 0,0 1,-1-1,0 1,0-1,0 1,-1-1,1 1,-1-1,0 1,0-1,-1 0,1 1,-1-1,0 0,0 0,0 0,-1-1,1 1,-1 0,0-1,0 0,0 1,0-1,-1-1,0 1,1 0,-1-1,-6 3,-29 17,-2-3,-59 21,80-34,-1 0,0-2,0 0,0-1,-1-1,1-1,-26-3,32 0,0 0,-20-8,23 7,0 0,-1 0,-13-1,21 4,0 0,0 0,0 1,0 0,0-1,0 2,0-1,1 0,-1 1,0 0,-6 4,4-3,1 1,0 1,0-1,0 1,0 0,1 0,-1 0,-7 12,11-14,1-1,-1 1,1 0,0 0,0-1,0 1,0 0,0 0,1 0,-1 0,1 0,0 0,0 0,0 0,0 0,1 0,-1 0,1 0,0 0,0 0,0 0,0 0,0-1,0 1,3 2,2 5,1 0,1-1,0 1,0-2,0 1,1-1,1-1,-1 0,17 10,-12-10,0 0,1 0,-1-2,1 1,0-2,29 5,0-5,1-3,-1-1,1-2,79-15,-68 10,-1 2,1 2,78 6,-129-2,0 0,0-1,0 2,-1-1,1 0,0 1,-1 0,1 0,-1 1,0-1,1 1,-1 0,0 0,-1 0,8 7,-10-8,1 1,-1-1,1 0,-1 1,0-1,0 0,0 1,0 0,0-1,0 1,-1-1,0 1,1 0,-1 0,0-1,0 1,0 0,-1-1,1 1,-1 0,1-1,-1 1,0-1,0 1,0-1,0 1,-1-1,1 0,-1 1,-3 3,1-2,0 1,-1-1,0 0,0 0,0-1,0 1,-1-1,1-1,-1 1,0-1,0 0,0 0,-7 1,-12 2,-47 3,-145-9,-6 1,218 0,0 1,-1 0,1-1,0 2,-1-1,1 1,0-1,0 1,0 1,1-1,-6 4,6-3,1 0,-1 1,1-1,0 1,0 0,1-1,-1 1,1 1,0-1,0 0,0 0,-2 9,-3 5,0-1,-2 0,0 0,-14 19,11-18,1 0,1 1,-11 25,3-1,-3-1,-26 43,34-64,7-10,-1 0,-1 0,0-1,0 0,-1-1,0 0,-1 0,0-1,-14 9,-13 7,20-13,0 0,0-1,-1-1,-35 12,33-16,-1 0,0-2,-38 2,-67-7,39-1,-256 3,337 0,1-1,0 1,0 0,0 1,0-1,0 1,0 0,-7 2,12-3,0 0,-1 0,1 0,0 1,0-1,0 0,0 0,0 0,0 0,0 0,-1 0,1 0,0 0,0 1,0-1,0 0,0 0,0 0,0 0,0 0,0 0,0 1,0-1,0 0,0 0,0 0,0 0,0 0,0 1,0-1,0 0,0 0,0 0,0 0,0 0,0 1,0-1,0 0,0 0,0 0,0 0,0 0,0 0,1 1,-1-1,0 0,0 0,0 0,0 0,0 0,0 0,0 0,1 0,-1 0,0 0,0 1,0-1,0 0,0 0,1 0,-1 0,0 0,0 0,0 0,13 4,-1-1,1 0,0 0,0-1,0-1,25 0,-14-1,203 2,-132-3,-81 0,1 0,0-1,-1 0,1-1,-1-1,0-1,0 0,0 0,-1-1,1-1,-2 0,1-1,11-10,-11 8,0 1,0 1,1 0,0 1,0 1,1 0,-1 0,1 2,1 0,-1 0,1 2,18-2,75-8,-17 1,-35 4,95-25,-58 10,104-27,-141 41,-42 8,-1-2,1 0,-1-1,0 0,0-1,0-1,0 0,13-8,-26 13,12-8,-1 1,0-2,0 0,14-14,-23 19,1 0,-1 0,-1 0,1 0,-1-1,1 1,-1-1,-1 1,1-1,0 0,-1 0,0 0,0 0,-1 0,0 0,0-9,0 10,-1 0,1 0,-1 0,0 0,0 0,-1 0,1 0,-1 0,0 0,0 1,0-1,-1 1,1-1,-1 1,-4-4,-4-4,-1 1,-25-15,-10-10,26 17,-24-18,36 31,0-1,0 1,0 1,0 0,-1 0,-12-3,11 4,0-1,0 0,1-1,-1-1,-18-12,-44-39,59 43,0 0,-20-26,31 36,-11-14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3:46:00.596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1,'7'0,"0"1,0 1,0-1,0 1,11 4,19 5,16-5,-1-2,88-5,-49-1,1279 2,-1341 2,0 0,30 8,32 3,-56-10,144 15,-84-7,12 2,-56-6,97 3,17 1,-80-1,137-2,-194-7,-1 2,39 8,32 3,-85-13,0 2,0 0,0 0,-1 1,21 9,-18-6,1-1,33 8,-4-7,-20-4,0 2,-1 0,1 1,28 13,-3 0,1-3,87 17,-25-17,-7-2,-94-12,0 1,0 0,0 0,-1 1,1 1,-1 0,0 0,0 1,-1 0,0 1,15 13,-17-12,1-1,0 0,0 0,1-1,0 0,11 5,65 22,-56-23,-8-1,0 1,22 15,14 6,-25-14,41 29,15 9,-76-48,0-1,1-1,-1 0,1-1,19 4,38 5,-39-6,0-1,48 2,-73-8,1 0,1 0,-1 0,0-1,12-2,-18 3,1-1,-1 0,1 0,-1 0,0-1,1 1,-1 0,0-1,0 0,0 1,0-1,0 0,0 0,0 0,-1 0,1 0,1-5,2-3,-1 0,0 0,-1-1,-1 0,1 1,-2-1,1 0,-2 0,0-19,-1 14,0 0,-2 1,1-1,-2 1,0 0,-8-18,8 25,0 1,0 0,-1 0,0 0,0 1,-1-1,0 1,-12-9,-6-3,-30-17,15 10,26 16,1 0,-1 1,-1 1,0 0,0 1,0 0,0 1,-1 1,-26-5,15 6,-30-8,32 6,-46-5,22 9,30 2,-1-2,1 0,0-1,0 0,0-2,-30-9,22 4,0 2,0 1,-1 1,0 1,-51-1,22 2,-38-10,-15 0,-303 11,208 3,-543-1,731 2,0 0,1 0,-1 2,1 0,-28 11,21-7,-39 8,10-10,0-2,-100-5,53-2,-973 3,1062 0,0 1,1-2,-1 1,0-1,1-1,-1 1,1-1,0-1,-12-5,19 8,1 0,-1 0,1 0,-1-1,1 1,0 0,-1 0,1-1,-1 1,1 0,0-1,-1 1,1-1,-1 1,1 0,0-1,0 1,-1-1,1 1,0-1,0 1,0-1,-1 1,1-1,0 1,0-1,0 1,0-1,0 1,0-1,0 1,0-1,0 1,1-2,-1 1,1 0,0 0,0 0,0 0,0 0,1 0,-1 1,0-1,0 0,0 1,1-1,1 0,40-11,-27 10,-1 0,0 2,1 0,-1 0,0 1,0 1,1 1,-1 0,26 10,-10-3,1-2,0-1,0-1,1-2,-1-1,45-2,590-3,-497-13,-14 1,373 13,-251 3,-206 1,109 20,-158-18,-1 1,0 1,0 1,25 14,14 4,-43-18,-1 1,20 13,7 4,-19-11,-2 0,0 1,21 21,-22-18,1-1,43 26,10 0,50 24,-105-57,29 21,-11-7,-25-16,0 1,-2 1,22 22,-21-20,0 0,1-1,16 11,-2-7,-19-11,-1-1,0 1,-1 0,1 0,-1 1,0 0,0 0,-1 1,0 0,9 13,12 27,-12-22,-1 1,20 49,-29-51,-1 0,0 0,-2 0,-1 0,-1 1,-3 23,1 13,2-16,-1 41,0-77,0-1,-1 1,0 0,0-1,-1 1,0-1,-7 12,-41 59,31-48,-23 42,30-48,-1 0,-1-1,-1-1,0 0,-2-1,-27 26,37-42,-1 1,-1-1,-10 6,9-6,1 0,-15 11,20-13,-2 2,1-1,-1 2,1-1,0 0,-10 15,16-21,0 1,-1-1,1 1,0 0,0-1,0 1,-1 0,1-1,0 1,0 0,0 0,0-1,0 1,0 0,0-1,0 1,0 0,1-1,-1 1,0 0,0-1,1 1,-1 0,0-1,1 1,-1-1,1 2,1-1,-1 1,1-1,-1 0,1 0,0 0,0 0,0 0,-1 0,5 1,4 0,0 1,19 0,-27-2,248 1,-122-5,-114 3,12 0,0 0,-1-2,44-8,-23 2,-35 7,-1 0,1-1,-1-1,0 1,0-2,12-4,106-58,-121 62,0-1,-1 0,1 0,-1 0,0-1,0 0,-1 0,0 0,0-1,0 1,-1-1,0 0,0-1,-1 1,4-11,-1-1,0-1,-1 1,-1-1,-1 1,0-24,-3 18,-1 0,-1 0,-1 1,-2-1,0 1,-1 0,-2 1,-16-38,20 55,1 1,-1-1,0 1,-1-1,0 1,1 1,-1-1,-1 1,1-1,-1 1,0 1,-7-4,5 2,0 0,1 0,-1 0,1-1,-12-13,5 1,10 12,0 0,-1 1,0-1,0 1,0 0,-10-7,14 11,-1 0,1 1,-1-1,0 0,1 1,-1-1,0 1,0 0,1-1,-1 1,0 0,0 0,1 0,-1 1,0-1,0 0,1 1,-1-1,0 1,0-1,1 1,-1 0,1 0,-1 0,1-1,-1 2,1-1,-1 0,1 0,0 0,0 1,-2 1,0 1,0-1,0 1,0 0,1 0,0 0,-1 1,1-1,1 1,-1-1,1 1,0-1,0 1,0 0,0 6,1-8,0 0,0 1,0-1,0 0,1 1,-1-1,1 0,0 0,0 0,1 1,-1-1,0 0,1 0,0-1,0 1,0 0,0-1,0 1,0-1,1 1,2 1,13 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3:46:04.962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971 0,'1'14,"1"0,0 0,1 0,1 0,0-1,0 0,10 19,1 5,-12-30,0 1,1-1,0 0,0 0,1-1,0 1,0-1,0 0,1 0,0-1,0 1,0-1,11 6,-11-7,0 0,0 0,0 1,-1 0,0 0,0 0,0 1,-1 0,1 0,-1 0,-1 0,1 1,-1-1,0 1,-1 0,0 0,0 0,1 9,1 12,-2 0,-1-1,-4 44,0-10,3-36,1 7,-2 0,-1 0,-1 0,-2 0,-14 50,-29 93,16-54,5-22,-27 87,46-162,-20 51,24-68,0 1,0-1,-1 1,0-1,0-1,-1 1,-7 7,-31 30,37-35,-1 0,0-1,0 0,-1-1,0 0,0 0,0-1,-1 0,0-1,-16 7,-90 15,87-21,-14 0,-1-2,1-2,-59-4,19 0,46 2,1 2,0 1,-43 10,56-9,-32 2,31-4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3:46:26.363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1508,'22'0,"26"1,-1-3,59-9,-44 2,92-3,64 13,-79 1,-13-4,145 5,-153 11,27 2,428-15,-274-3,1060 2,-1351 0,-1 0,1 1,-1 0,1 1,-1-1,0 1,12 5,-18-6,1 0,-1-1,1 1,-1 0,0 0,1 0,-1 0,0 0,0 1,0-1,0 0,0 1,0-1,0 0,0 1,1 2,-2-2,0 0,1-1,-1 1,0 0,-1 0,1 0,0-1,0 1,-1 0,1 0,-1-1,1 1,-1 0,0-1,0 1,0-1,0 1,0-1,-1 3,-1-1,0 0,0 0,-1 0,1 0,0 0,-1-1,0 1,0-1,1 0,-1 0,-1-1,-5 3,-8 1,-31 4,14-4,-14 4,-94 5,-50-14,91-1,74 3,0 0,-32 8,27-4,-35 2,37-7,20-1,0 0,1 0,-1 1,0 1,0-1,1 2,-1 0,1 0,-18 8,-21 14,-78 28,-15 5,111-46,15-5,0-1,-1 0,1-1,-1-1,0 0,-20 1,-5-2,0 2,0 2,1 1,0 3,0 1,-46 20,68-24,0-1,-1-1,0-1,-1-1,-29 3,-104-5,122-2,3 1,0 1,-43 9,39-4,-47 1,20-7,55-1,6-1,32 1,16-1,-1-3,77-14,132-37,-227 50,53-2,-62 7,1-1,-1-1,0-1,0-1,26-9,-17 4,0 1,1 2,58-6,-67 10,-7-1,0 0,0-1,-1-1,19-8,-19 7,0 1,1 0,-1 1,19-3,-2 2,-1-1,51-18,-36 9,1 6,-35 7,0 1,-1-2,18-6,11-6,1 1,0 1,0 3,1 1,0 2,74-3,-105 10,-1-1,0 0,0 0,0-1,0 0,0-1,0 0,-1 0,1-1,13-9,-1 4,0 0,1 2,-1 0,2 1,-1 1,25-1,64-2,-74 8,51-9,-41 1,35-8,2 5,88-2,188 14,-349 0,-1-1,1-1,-1 0,1 0,-1-1,0 0,1-1,-1 0,-1-1,1 0,0 0,-1-1,0 0,14-11,10-11,70-43,-66 46,-24 17,1 0,-1 0,1 2,0-1,22-4,76-9,-28 13,30-5,-68 3,137-30,-171 35,3 0,-1-2,0 1,0-2,0 0,-1 0,19-13,-9 2,1 1,1 1,1 1,0 1,1 1,0 2,1 1,46-10,-41 11,-1-2,0-1,-1-2,0-1,43-26,-19 4,-41 25,2 1,-1 1,1 0,31-12,-32 16,301-88,-293 86,42-17,-41 14,29-9,60-12,-104 27,-1 1,0-2,12-7,-13 7,0 0,1 1,0 0,12-5,-2 4,1 1,30-2,-34 5,1-1,-1-1,0 0,0-1,23-9,172-74,-107 45,-90 38,0 0,20-4,-24 7,0-1,0 0,0-1,0 0,0-1,-1 1,10-7,-1-2,25-25,9-7,-17 21,41-20,-71 40,1 1,-1-1,0 0,0 0,0 0,0-1,-1 0,1 1,-1-1,0 0,0-1,0 1,-1 0,1-1,2-8,-2 2,0-1,-1 0,0 0,-1 0,-1-19,0 21,2-40,-2 47,1-1,-1 0,1 1,0-1,0 1,0 0,0-1,1 1,-1 0,3-4,-2 15,-3 9,-4 6,-2-1,0 0,-1 0,-2-1,-12 22,-68 103,77-125,-8 9,-47 56,54-71,-1-1,-1-1,0 0,-35 21,-12 6,44-27,-1 0,-1-1,0-1,-33 12,10-7,-76 40,24-10,-39 7,113-46,0-2,-1 0,0-1,-28 1,25-3,1 0,0 2,-33 10,-71 28,122-40,-36 16,-49 28,46-23,27-14,0-2,-1-1,-39 8,34-8,-39 12,-5 10,0 2,-79 49,-208 109,264-143,-186 101,162-76,73-42,-2-2,0-2,-63 24,106-47,-17 5,0 0,0 2,1 0,0 1,-26 17,44-25,-1-1,1 0,0 0,0 0,0 0,-1 0,1 0,0 0,0 1,0-1,0 0,0 0,-1 0,1 0,0 1,0-1,0 0,0 0,0 0,0 1,0-1,0 0,0 0,0 1,0-1,0 0,0 0,0 0,0 1,0-1,0 0,0 0,0 0,0 1,0-1,0 0,9 4,14-1,-21-3,144 14,41 2,797-18,-952 0,0-1,0-2,50-14,28-5,82-11,-79 12,215-15,-191 39,33-1,-141-3,1-1,-2-1,1-2,42-14,-48 15,0 1,1 0,-1 2,43 0,-31 2,46-7,-36 1,-26 5,-1-1,0-1,23-7,-10 0,0 0,1 3,0 0,0 2,46-2,54-5,7 0,-53 6,95-19,-92 12,5 4,183 6,-147 6,-123-2,-4 1,-1-1,1 0,-1 0,1 0,-1 0,1-1,-1 1,1-1,-1 1,1-1,-1 0,3-1,-4 1,-1 1,0 0,0 0,0-1,0 1,0 0,0-1,0 1,1 0,-1 0,0-1,0 1,0 0,0-1,0 1,0 0,-1 0,1-1,0 1,0 0,0-1,0 1,0 0,0 0,0-1,-1 1,1 0,0 0,0-1,0 1,0 0,-1 0,1 0,0-1,0 1,-1 0,1 0,0 0,0 0,-1 0,1-1,0 1,-1 0,-14-8,-11 0,-1 1,0 1,0 1,-53-3,-2 0,-211-15,249 21,-57-5,-177-37,-71-35,231 53,-1 5,-1 6,-219-1,316 16,-266-9,-47-27,225 27,-115 6,179 4,42 0,8 2,21 5,40 10,4 0,0 2,65 30,-83-27,2-1,0-3,98 22,-81-33,1-3,91-4,-152-1,19 1,1 2,40 8,-24-3,19 3,-5-1,79 4,-68-12,158 8,157 10,2-20,-141-2,-204 4,61 11,28 1,394-11,-265-5,303 2,-546-1,0-1,-1 0,23-7,-18 4,31-3,187 4,-155 5,129-13,-74-1,198 7,-213 7,-100-3,1 0,35-10,-21 5,24-6,-21 5,0 1,54-2,281 10,-359-2,-1-1,1 0,20-7,33-4,248 8,-179 7,1130-2,-1257 1,0 0,0 1,-1 0,1 1,0 1,-1 0,0 0,18 10,20 6,2-2,0-2,62 10,-59-12,-34-8,-1-1,1-1,26 1,-23-4,-10-2,0 2,23 2,-35-2,1-1,-1 0,1 1,-1 0,0-1,1 1,-1 0,0 0,0 1,0-1,0 0,0 1,0-1,0 1,0-1,0 1,-1 0,1 0,-1 0,1 0,0 3,-1-3,-1-1,0 1,0-1,0 1,0 0,0-1,0 1,0 0,0-1,-1 1,1-1,-1 1,1 0,-1-1,0 1,1-1,-1 0,0 1,0-1,0 1,0-1,0 0,0 0,-1 0,1 0,0 0,0 0,-3 2,-5 3,0-1,-1 0,-9 4,19-9,-17 8,-1 0,0-2,0 0,-1-1,0-1,1 0,-1-2,-1 0,1-1,0-1,0-1,0-1,0 0,0-2,0 0,1-1,-35-14,-64-28,71 30,-76-39,63 23,-86-53,143 84,-1 0,1 0,-1 0,1 0,0-1,-1 1,1-1,1 1,-1-1,0 0,1 0,-1 0,1 0,0 0,0 0,0 0,0 0,0-4,1 4,0 0,0 0,1 0,-1 0,1 1,-1-1,1 0,0 0,0 1,0-1,1 1,-1-1,1 1,-1-1,1 1,0 0,0 0,0 0,0 0,0 0,3-2,8-4,-1 1,1 0,1 0,-1 1,1 1,0 0,0 1,0 1,1 0,16-1,23 0,77 5,-83 1,-37-1,0 1,0 0,-1 0,1 1,0 1,-1 0,15 8,-13-7,0 1,0-2,0 1,1-2,14 3,56 6,80 7,301-17,-232-4,-224 2,0-1,0 0,0 0,0-1,0 0,0 0,9-5,51-29,-6 2,-21 18,78-19,-61 20,-53 14,1-1,-1 0,0 0,0 0,-1-1,1 1,0-1,-1 0,0-1,1 1,-1-1,0 1,4-7,-6 7,0-1,0 1,0-1,0 0,-1 0,1 0,-1 0,0 0,0 0,-1 0,1 0,-1-1,0 1,0 0,0 0,-1 0,-1-7,1 7,0 0,0 1,0-1,0 1,-1 0,0 0,1-1,-1 1,-1 0,1 0,0 1,-1-1,1 0,-4-2,1 1,-1 1,1-1,-1 1,0 1,0-1,0 1,-9-3,-4 1,-1 1,1 1,-1 0,-26 2,-629 6,661-5,0 1,1 1,-1-1,1 2,0 0,-19 9,14-6,0-1,-30 7,-45-5,60-6,-36 6,-8 3,0-5,-145-5,95-3,-284 2,386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3:46:34.881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422 0,'0'10,"-1"-1,0 0,0 0,-1 0,-1 0,1 0,-1-1,-6 13,-4 2,-24 34,26-41,0 0,1 0,1 1,0 1,-6 18,13-27,-1 2,0 0,-1 1,0-1,-1 0,0-1,0 1,-1-1,-1 0,1-1,-13 14,2-7,0 1,2 0,0 2,1-1,1 2,1 0,0 0,2 1,-12 32,12-20,6-16,-1 0,-1 0,-1-1,0 0,-10 16,5-16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3:46:41.775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1068 0,'9'1,"-1"-1,0 1,0 0,0 1,0 0,0 0,0 1,0 0,-1 0,1 0,-1 1,0 1,0-1,-1 1,1 0,-1 0,9 11,45 34,-45-40,-1 2,-1-1,0 2,20 23,-26-25,0-3,0 0,-1 1,-1 0,1 0,-1 0,-1 1,0 0,0 0,-1 0,4 18,-5-11,0 1,-1-1,-1 1,-1 0,0 0,-7 33,6-47,0 0,0 0,0 0,-1 0,1 0,-1-1,0 1,0-1,-1 1,1-1,0 0,-1 0,0-1,-6 4,-7 3,-1 0,-22 6,-6 4,32-13,0-1,0 0,-1-1,1 0,-1-2,-26 3,-93-6,62-1,9 1,-77 2,117 0,0 2,0 0,-44 13,28-4,-1-3,-69 8,43-4,46-8,0-1,-22 1,-30-4,47-1,1 0,0 1,-48 10,49-5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3:46:53.553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1545,'0'-11,"1"1,1-1,-1 1,2-1,0 1,0 0,7-15,39-66,-17 36,-22 38,0 0,0 1,2 0,0 1,25-23,-28 28,-1 0,0 0,-1-1,0 1,-1-2,9-20,-9 19,0 1,0 0,2 0,-1 0,12-13,-10 17,-1 0,-1-1,1 0,-2-1,1 0,-1 0,-1 0,0 0,0-1,3-12,15-57,-12 49,-2-1,8-52,-15 72,1-1,1 1,0-1,0 1,2 1,9-19,8-17,-11 22,-2 0,-1-1,-1 0,-1-1,-2 0,4-43,-11-127,2 194,0 0,-1 0,1-1,-1 1,0 0,0 0,0 0,-1 0,1 0,-1 0,1 0,-1 0,0 0,0 1,-1-1,1 1,0 0,-1-1,1 1,-5-2,1 1,0 0,-1 0,1 1,-1 0,1 0,-1 0,0 1,-12-1,-9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3:47:05.876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1,'3'0,"-1"1,1 0,-1-1,1 1,-1 0,0 1,1-1,-1 0,0 1,0-1,0 1,3 3,24 25,-26-27,68 71,-37-41,32 42,36 67,-96-135,-1 1,0-1,0 1,-1 0,0 0,-1 0,0 1,0-1,-1 1,0 0,2 15,3 30,15 57,-11-67,-3 1,5 71,-12-81,-4 196,0-212,-2 1,0-1,-1 0,0-1,-2 1,-11 19,-4 13,21-46,0 1,-1-1,1 1,-1-1,0 0,-1 0,1 0,-1-1,0 1,0-1,0 0,-1 0,0 0,1-1,-1 1,-1-1,1 0,0-1,-1 1,-10 2,-22 7,-52 8,22-2,48-13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3:47:16.206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0,'41'1,"1"2,-1 2,0 1,58 18,43 9,-70-18,-55-13,0 1,0 1,0 1,31 12,-36-11,-1-1,0 0,-1 1,1 0,-2 1,1 0,10 10,-8-5,-1 0,0 0,10 18,-17-23,0 0,0 0,-1 1,0-1,-1 1,0 0,0 0,1 14,1 45,-7 79,0-30,3-75,-1-4,1 0,2 0,9 45,1-30,-1-7,-2 0,-2 1,2 61,-10 10,1-91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3:47:28.444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854 1,'0'1,"0"1,-1 0,1 0,0 0,-1-1,0 1,0 0,1-1,-1 1,0-1,0 1,0-1,0 1,-1-1,1 0,-3 3,-27 18,22-16,-39 22,32-19,1 1,0 0,-20 16,-120 132,149-151,1 0,-1 1,1-1,0 1,1 0,0 1,1-1,-1 1,1-1,-2 12,1-5,0-1,-1-1,-8 14,-42 63,-12 24,60-99,2 1,0 0,1-1,-4 28,4-21,-11 37,5-27,-7 48,14-58,-2 0,0 0,-1-1,-2 1,-13 28,13-39,0 0,-1 0,0-1,-1 0,-1 0,-18 13,0 0,25-19,-1 0,-1 0,1-1,0 0,-1 0,1-1,-1 1,-11 2,-3-1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8T01:12:10.713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05:06.062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1,'1'35,"0"0,9 45,5 75,-9-73,-2-50,2 1,11 32,7 40,-9-23,-7-45,-2 0,1 44,-9 66,4 72,-1-211,1 0,0 0,0 0,1 0,0-1,0 1,9 12,-7-12,-1 1,0 0,0 0,-1 0,3 12,-4-14,-1 0,1-1,1 1,-1-1,1 0,0 0,1 0,-1 0,7 7,2 1,29 25,-31-30,0 0,0 1,0 0,-2 1,1 0,7 14,-9-13,0 0,1 0,0 0,0-1,20 18,-22-23,0-1,1 0,0 0,0-1,0 0,1 0,-1-1,1 0,0 0,0-1,11 2,26 1,-37-5,1 1,-1 0,1 0,-1 1,1-1,-1 2,0-1,0 2,15 6,108 83,-107-75,-1 1,-1 1,37 42,-26-26,-25-28,0 0,0 0,1 0,0-1,0 0,1-1,0 0,0-1,0 0,1 0,20 5,-12-4,-1 1,0 1,19 10,-23-10,0-1,1 0,0-1,0-1,21 5,-22-8,0 1,0 1,0 1,0-1,-1 2,0 0,0 1,17 12,-18-11,1 1,-1-2,2 0,-1 0,1-1,0-1,0-1,0 0,1 0,-1-1,25 1,18-3,-31-1,-1 1,1 1,0 1,26 7,-10 2,68 16,-62-18,49 16,-58-14,-9-6,0-1,0-2,0-1,1-1,36-4,-1 1,671 2,-712 1,-1 1,39 10,-35-7,38 4,105-9,15 2,-82 11,28 2,333-14,-224-3,-226 1,1 0,-1-2,1 0,-1-1,0 0,0-1,-1 0,1-2,17-10,3-4,-1-2,43-36,-49 35,-10 8,37-25,-47 36,-1 1,1 0,0 1,0 0,1 0,-1 0,1 1,15-1,38 0,-39 3,-1-1,40-8,-36 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05:12.211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2478 861,'2'-36,"1"1,2 0,1 1,16-48,-13 48,-4 10,2 1,18-43,-19 52,0-1,-1 0,0 0,-2 0,0-1,2-20,-3-96,-2 107,-1 16,0 1,0-1,-1 1,0-1,-1 1,0-1,0 1,0 0,-1 1,-1-1,1 1,-1-1,0 1,-1 1,0-1,-7-6,5 6,0 0,-1 0,0 1,0 0,0 1,0 0,-1 0,0 1,0 0,0 1,-1 0,-20-2,-212 3,119 4,94-2,-1 2,1 0,-56 13,16-5,57-9,0 1,0 0,0 1,0 0,0 1,-17 7,18-5,-1 1,2 0,-1 1,1 0,-18 17,24-20,1 0,-1 0,1 1,0-1,1 1,-1 0,1 0,1 1,-1-1,1 0,0 1,0 0,-1 10,1-3,1 1,1 0,0 0,1 0,0 0,1-1,1 1,0-1,1 1,1-1,0 0,1 0,0-1,12 19,-8-15,15 31,-21-36,2 0,-1-1,2 0,-1 0,1-1,11 12,-4-9,1-2,0 0,30 17,-6-4,-27-15,0 1,-1 0,0 1,0 0,12 18,26 27,-42-50,0-1,0 1,1-1,9 4,-11-6,1 0,-1 1,0 0,0 1,-1-1,1 1,-1 0,6 6,-8-5,1-1,-1 0,0 1,0 0,4 11,-6-15,-1-1,1 1,-1-1,1 1,-1 0,0-1,0 1,0 0,0-1,0 1,0 0,0-1,-1 1,1 0,-1-1,1 1,-1-1,1 1,-1-1,0 1,0-1,0 0,0 1,0-1,0 0,0 1,0-1,-2 1,-3 1,0 0,0 0,0-1,0 1,-1-1,1-1,-1 1,1-1,-1-1,0 1,1-1,-12-1,-7-1,1-1,-26-6,15-2,0 0,1-2,-53-30,60 28,-1 2,-1 0,1 2,-2 1,-51-10,43 17,-45 1,56 3,-1-1,1-2,-53-10,51 3,-35-15,46 16,0 0,-1 2,0 0,0 1,-26-3,-245 5,150 5,-268-2,404-1,0 1,-1 0,1 0,-1 0,1 1,-1 0,1 0,0 0,-1 0,1 1,0-1,0 1,0 0,-6 4,-3 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05:21.573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3160 4479,'-72'0,"20"2,0-3,-88-12,-118-50,168 38,-58-13,118 30,9 4,0-1,0-2,-22-9,26 10,0 0,0 1,0 1,-32-4,-26-6,47 8,-32-3,-24-5,32 1,17 3,1 1,-70-6,80 13,0-2,0 0,0-1,0-2,-23-9,4 3,-1 2,-55-7,-14-2,98 15,2 0,-1 0,0-1,1-1,-22-15,23 14,0 0,-1 1,0 1,0 0,0 0,-20-4,-29 2,43 6,-36-7,33 4,14 4,0-1,0 0,0 0,1-1,-1 0,1 0,-1-1,1 0,-9-7,1-2,-1 0,0 1,-1 1,0 1,0 0,-27-10,37 18,1 0,-1-1,1 0,0 0,0 0,0-1,0 0,0 0,1 0,0-1,-6-6,-2-4,-1 1,-1 0,-31-21,33 26,0-1,0 0,1-1,1 0,0-1,0 0,-10-16,6 6,-1 0,-1 1,-1 0,-1 2,-43-35,54 47,0 0,1-1,0 0,0-1,1 1,0-1,0-1,1 1,1-1,-1 0,2 0,-1 0,-3-17,-18-52,17 61,2-1,0 0,1-1,-2-24,6 28,1 0,0 0,2-1,0 1,1 0,0 0,1 0,1 1,1 0,0 0,1 0,12-20,-10 20,0 0,1 1,1 1,16-17,53-43,-69 64,3-5,-1 1,0-2,-1 0,-1 0,12-21,9-13,-20 35,0 0,21-19,-19 20,25-30,-29 30,1 0,0 0,0 2,18-15,2 0,-15 13,29-20,-38 29,0 0,0 1,0 0,0 0,1 1,-1 0,1 0,8-1,50-1,86 6,-45 1,-44-3,103-12,111-42,-220 41,30 1,1 0,39-25,-41 10,-52 20,-28 6,1 0,-1 0,1-1,-1 0,1 0,-1 0,0-1,0 0,0 0,-1 0,11-9,-5 1,0 0,1 1,1 1,-1 0,1 0,19-8,-11 8,0 0,1 2,42-9,-16 4,0-2,54-23,28-9,-104 38,0-1,-1-2,0 0,-1-2,24-16,-35 22,2 0,-1 0,1 1,0 1,0 1,0 0,0 0,31-1,-35 3,0 0,1-1,-1 0,-1-1,1-1,19-9,-9 0,-1 1,21-19,-38 29,1-1,-1 1,0 0,0-1,0 0,-1 0,1 0,-1 0,0 0,0 0,0-1,-1 1,3-9,-2-2,-1 0,0 0,-1-15,0 18,-1 0,2 0,0 0,0 1,5-16,-5 24,0 0,0 0,1 1,0-1,-1 0,1 1,0-1,0 1,0 0,0 0,1 0,-1 0,5-3,41-19,-40 21,-1 0,1-1,-1 1,1-2,9-7,25-34,-32 34,1 0,0 0,18-13,-13 14,-1-2,0 0,0 0,-2-1,17-22,24-39,-46 65,0 0,0 1,1 0,0 0,1 1,0 0,0 1,14-8,22-16,-3-7,15-10,-51 44,1 0,-1 0,1 0,0 1,12-3,-13 4,1 0,-1-1,1 0,-1 0,0-1,12-7,23-29,-34 30,2 1,-1 0,1 1,22-14,-3 5,-7 4,1 1,0 1,30-9,43-17,-68 25,0 1,46-11,-52 16,-1-1,1 0,-1-2,21-12,-17 8,52-17,-26 15,37-11,-68 17,0-1,34-22,13-8,-35 23,46-35,-75 50,11-6,-1 1,2 0,-1 1,1 0,0 1,19-3,-20 5,-1 0,0-1,0 0,0-1,-1-1,1 0,-1-1,20-14,-14 5,-3 2,0 1,1 1,0 0,19-9,-11 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05:32.295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0 388,'22'-2,"-1"-1,0-1,0-1,0 0,0-2,26-12,-26 11,13-6,65-38,-91 46,0 0,-1 0,11-11,17-14,83-43,-67 43,-30 21,0 1,1 1,0 0,0 2,0 1,30-4,-45 8,37-4,0 1,75 5,36-3,-136-1,34-8,-36 6,1 1,23-1,265 2,-157 5,253-2,-378 1,-1 2,40 8,-35-5,37 2,25-6,-64-2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05:39.420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3163 2367,'-55'0,"21"2,1-2,0-2,-60-10,-35-18,64 14,-2 4,0 2,0 3,-117 4,-619 4,473-1,307-1,1-2,-1 0,1-1,0-1,-21-9,-17-3,37 13,0 0,-31 0,37 3,-1 0,1-1,0 0,1-1,-1-1,-19-8,-48-26,25 10,-70-23,-42 3,9 3,153 42,-1 1,0-1,1-1,0 1,0-1,0-1,0 0,1 0,0 0,0-1,0 0,0 0,1-1,0 0,-7-11,6 7,1 0,0 0,1-1,0 1,1-1,0 0,1 0,0-1,1 1,-1-20,3-245,2 116,-2-200,0 350,1 1,0 0,1 0,0 0,0 0,1 1,7-17,3 0,22-32,5-9,-37 61,1 0,1 0,-1 1,1 0,0 0,0 0,9-5,11-12,-16 13,0-1,0 0,-1-1,-1 0,0 0,0 0,-1-1,0 0,-1 0,-1-1,0 1,-1-1,0 0,0 0,-2 0,0-1,0 1,-1 0,-1 0,0 0,-4-21,3 27,0-1,1 0,0 1,0-1,0 0,2-12,-1 18,0-1,1 1,0-1,0 1,0-1,0 1,0-1,0 1,0 0,1 0,0 0,-1 0,1 0,0 0,0 0,0 0,0 1,0-1,0 1,4-3,12-5,0 1,1 1,0 0,0 1,1 2,37-6,-18 7,0 1,64 5,-10 12,-60-9,41 4,175-9,-130-2,-100 0,0 0,0-2,0 0,34-11,71-33,-79 29,22-12,-42 18,0 1,1 1,0 1,31-6,19 2,153-7,-170 19,-25-1,-1 2,41 6,-71-6,-1 0,1 1,0-1,-1 1,1 0,-1 0,1 0,-1 0,0 0,1 0,-1 1,0-1,0 1,0-1,0 1,0 0,0 0,0 0,-1 0,1 0,-1 0,1 1,-1-1,0 0,0 1,0-1,0 1,0-1,0 6,-1-5,0 1,0-1,-1 0,1 1,-1-1,0 0,0 1,0-1,0 0,0 0,-1 0,1 0,-1 0,0-1,0 1,0 0,0-1,-1 1,1-1,-1 0,1 0,-1 0,-3 2,-13 5,1 0,-1-1,-1-2,1 0,-1-1,-34 5,-14 3,36-7,-1-2,0-1,-44-2,-27 2,94-2,1 0,0 1,0 0,0 1,0 0,1 1,-1-1,1 2,-12 6,-2 5,-38 35,0 0,39-35,-1 0,-1-2,-25 12,34-18,0 1,0 1,1 0,0 0,1 2,0-1,-17 24,10-13,-27 24,-89 55,43-35,39-23,37-28,-1-1,0-1,-1 0,0-2,-31 15,38-22,0 1,0 1,0 0,-12 8,19-10,0 0,-1 0,1 0,1 1,-1 0,1-1,-1 1,1 0,1 1,-1-1,-1 7,-2 1,0-1,-1 1,0-1,-1-1,0 1,-1-1,0 0,-1-1,0 0,-1-1,-14 10,12-9,0 2,0-1,2 2,-12 14,17-20,1 0,1 1,0 0,0 0,0 0,1 1,0-1,1 1,-3 13,1 29,3 95,3-80,-1-43,1-1,1 0,1 0,2-1,0 1,13 31,-14-39,0 1,-2-1,1 1,-2 0,1 20,-4 78,0-54,0 13,1-42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05:43.973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2072 3,'-54'-1,"21"0,-1 1,1 1,-59 12,56-7,-54 4,48-6,15 0,0 1,-38 13,40-10,-1-1,-46 6,38-9,-1 2,-47 14,-65 29,126-40,1 1,1 0,-33 24,30-19,0-1,-34 15,34-19,1 0,1 1,0 2,1 0,0 0,1 2,0 1,2 0,-1 1,2 0,-19 29,-104 172,102-160,24-41,1 1,0 1,-11 28,8-9,2 1,-9 54,17-76,-1 0,0-1,-2 0,-13 27,10-23,1-1,-7 27,-35 97,44-122,-7 33,0-1,-17 78,6-21,-7-21,21-62,2 1,-11 43,13-40,-2 0,-22 52,-7 21,33-76,1 0,0 1,3-1,0 1,4 37,0 8,-3 132,1-197,-1-1,1 1,1-1,0 0,0 0,0 0,1 0,0 0,6 10,6 6,26 34,-28-41,0 1,-1 0,13 28,-6-4,-11-24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06:05.761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3892 182,'-1'-2,"1"-1,-1 1,1 0,-1 0,0-1,0 1,0 0,0 0,0 0,-1 0,1 0,0 0,-3-2,-23-23,23 24,-7-6,0 1,-1 0,0 0,-1 1,-22-9,-71-20,87 31,-6-2,1 2,-1 0,-47-1,-77 8,52 1,45-4,4 0,1 3,-71 9,53 0,36-7,1 0,0 3,-48 16,37-10,-1 0,-59 9,8-7,54-10,0 2,-53 16,-28 26,75-29,-50 16,77-30,0 0,-20 12,-22 9,11-7,-48 27,20-9,65-34,0 0,0-1,0 0,0-1,-1 0,-14 1,-67-3,58-1,25 1,1-1,-1 0,1-1,0 0,-1 0,1 0,0-1,0-1,1 1,-1-1,-7-5,-6-7,0 0,-22-24,28 25,-1 1,0 0,-1 1,-26-15,38 25,0 1,0 0,0 0,0 0,0 1,0 0,-1 0,1 0,0 1,0 0,-1 0,1 0,0 0,0 1,-6 1,4 1,-1-1,1 1,0 0,0 1,0 0,1 0,-1 1,1-1,-8 8,0 3,0 0,1 2,1-1,0 1,2 1,-17 34,26-49,-9 21,0-1,-2 0,-1-1,-28 37,18-29,-31 51,40-59,8-11,0 1,1-1,1 1,-5 16,5-14,-1 1,-11 22,-31 60,-20 34,53-105,-19 49,25-53,-1-1,-1 1,-1-2,-15 22,10-18,2-1,1 2,0 0,-12 39,-10 19,24-61,-2-1,-28 37,24-36,-27 46,29-39,-42 75,47-89,0-1,-1 0,-1 0,-20 19,9-14,14-13,1 1,-1 1,1 0,0 0,1 0,-9 14,16-21,-1-1,1 0,0 0,0 0,0 1,0-1,-1 0,1 0,0 1,0-1,0 0,0 1,0-1,0 0,0 0,0 1,0-1,0 0,0 0,0 1,0-1,0 0,0 1,0-1,0 0,0 0,0 1,1-1,-1 0,0 0,0 1,0-1,0 0,1 1,10-1,14-7,-11 0,-1 0,0-1,0 0,-1-1,0-1,20-21,-20 19,1 0,0 1,1 0,29-17,55-16,-62 30,-2-1,0-2,-1-1,52-39,-80 53,0 0,0 1,0-1,1 1,-1 0,1 1,-1-1,1 1,0 0,0 1,0-1,10 0,-13 2,1 0,0 0,0 1,0-1,-1 1,1 0,0 0,-1 0,1 0,0 1,-1-1,0 1,1 0,-1 0,0 0,0 1,0-1,0 1,-1-1,1 1,2 4,16 17,0 0,2-1,27 21,-45-40,0 1,0 0,0 1,0 0,-1 0,0 0,0 1,0-1,3 11,19 61,-13-33,4 0,7 21,-21-52,1-1,1 0,0 0,0 0,2 0,-1-1,1 0,1 0,0-1,1 0,0-1,18 17,-1 0,-22-21,0-2,0 1,1 0,0-1,7 6,-12-10,0 0,0 0,0 0,1 0,-1 0,0 0,0 0,0 0,0 0,0 0,0 0,0 0,0 0,1 0,-1 0,0 0,0 0,0 0,0 0,0-1,0 1,0 0,0 0,0 0,0 0,0 0,0 0,1 0,-1 0,0 0,0 0,0-1,0 1,0 0,0 0,0 0,0 0,0 0,0 0,0 0,0 0,0-1,0 1,0 0,0 0,0 0,0 0,0 0,0 0,0 0,0 0,0-1,-1 1,1 0,0 0,0 0,0 0,-2-14,-6-13,-5 2,0-1,-18-24,-13-25,-107-189,133 230,1 0,2-2,-12-41,19 54,2 2,0-1,2 0,0 0,0-32,5-91,1 75,1 25,15-76,-11 81,37-162,-38 181,1 1,18-35,3-9,-22 46,50-124,-45 118,1 1,2 1,29-39,-34 48,1 1,0 1,1-1,1 2,-1 0,2 0,-1 1,2 0,-1 2,1-1,23-8,52-11,1 3,1 4,1 5,1 3,127 1,258 13,-471-2,0 0,0 1,0 0,0 0,0 1,7 2,-13-4,1 1,-1-1,0 0,0 1,0-1,0 1,0-1,0 1,0 0,0-1,-1 1,1 0,0 0,0-1,0 1,-1 0,1 0,-1 0,1 0,0 0,-1 0,0 0,1 0,-1 0,1 0,-1 0,0 1,0-1,0 0,0 0,0 0,0 0,0 0,0 1,0-1,0 0,-1 0,1 0,-1 0,1 0,0 0,-1 0,0 0,1 0,-1 0,-1 1,-2 4,-1-1,-1 0,1 0,-1 0,1 0,-1-1,-1 0,-8 4,-17 12,10-5,7-4,0 0,0 1,1 0,-23 27,22-22,0 0,-32 26,28-28,2 2,-20 22,28-26,-1-1,0-1,-1 0,0-1,0 0,-1 0,-15 8,19-13,0 1,0-1,1 2,0-1,0 1,0 0,1 0,-8 12,-3 8,-17 35,20-33,-19 26,18-33,-5 4,2 0,1 2,-26 58,28-43,1 0,2 0,3 1,1 1,2-1,-1 62,9 527,-2-626,0 1,1-1,-1 1,2-1,-1 0,1 0,0 1,1-1,0 0,0-1,0 1,1 0,0-1,0 0,1 0,-1 0,1-1,1 1,-1-1,1 0,0-1,0 1,0-1,1-1,-1 1,11 3,35 19,-41-19,0-1,0 0,1-1,0 0,1-1,24 5,6-6,-81-3,3 0,-38-3,63 2,1-1,-1 1,1-2,0 1,0-1,0-1,0 1,0-1,-10-8,12 7,1-1,1-1,-1 1,1-1,0 0,0 0,-6-12,-14-21,20 33,-1 0,1 0,0 0,1 0,0-1,0 0,1 0,0 0,0 0,1 0,0-1,0 1,1-1,-1-9,2-174,2 99,0 89,3 11,5 12,9 28,20 77,-20-59,40 91,-28-80,-27-68,-1 1,-1 0,1-1,-1 1,-1 0,0 0,0 0,-1 10,0-17,0 1,0 0,-1 0,0-1,1 1,-1 0,0-1,0 1,-1-1,1 1,0-1,-1 0,1 1,-1-1,0 0,0 0,0 0,0 0,0 0,0-1,-1 1,1-1,0 1,-1-1,0 0,1 0,-1 0,1 0,-6 0,-16 5,8-3,0 0,1 2,-30 12,-98 43,47-22,45-14,1 2,-61 42,95-57,-1-1,-1 0,0-2,0 0,0 0,-1-2,0 0,-30 4,-9 0,17-2,-59 3,-301-9,200-4,175 4,19 1,16 4,24 7,1-2,68 17,79 2,-161-27,213 15,2-21,-77 0,-127 0,0-1,46-11,-38 7,-12-1,1 0,-2-2,1-1,-1 0,44-30,-36 22,0 0,48-17,-49 25,1 1,0 2,0 1,49-3,41-4,19-1,-98 14,-14 1,0-2,0 0,0-2,42-11,-11-6,54-14,-70 27,-34 7,0-1,0 0,-1-1,1 0,-1-1,18-8,19-11,1 1,77-22,-104 37,118-32,-125 36,30-11,-23 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06:12.763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2202 207,'-826'0,"815"1,0 0,1 0,-1 1,1 0,-1 1,1 0,-11 5,-67 38,36-17,-5-3,37-17,0 0,1 1,0 1,0 1,-21 18,37-27,-13 10,1 1,1 1,1 0,-15 21,19-24,-1 0,0-1,0 0,-1 0,-13 8,10-7,0 1,-23 26,30-31,-18 23,2 0,1 2,-31 62,20-16,-23 50,46-107,2 0,0 1,-8 38,10-35,0-1,-17 39,7-28,2 0,1 2,2-1,2 1,-6 47,10-48,-2 0,-1 0,-2-1,-2-1,-19 43,-14 42,37-92,-2-1,-1 0,-1 0,-1-1,-32 48,27-50,2 0,1 1,-19 42,-11 20,82-182,57-129,-48 126,39-122,-34 83,71-137,-112 254,0 0,-2-1,0-1,-1 1,7-44,-3 12,19-61,-15 62,10-62,-20 87,0 0,2 1,1 0,1 0,1 1,22-38,-21 45,2 1,0 0,1 1,1 0,23-19,91-63,-125 95,71-47,1 5,3 2,88-33,-87 41,197-72,-248 98,-10 3,0 0,0 2,0 0,28-2,98 7,-120-1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06:17.110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1196 0,'-12'1,"1"0,-1 0,0 1,1 1,-1 0,1 0,-21 10,0 3,-38 26,-22 12,80-47,0 0,1 1,1 0,-19 18,-21 16,-9-6,39-25,1 1,1 0,-22 19,12-5,1 2,0 0,3 2,-39 59,47-59,2 1,-18 54,-14 31,-11 5,20-40,-57 92,60-108,27-50,0 0,-1-1,-1 0,-20 26,25-35,0 1,0-1,1 1,0 1,0-1,0 0,0 1,1-1,0 1,1 0,0-1,-1 9,-7 26,3-22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08:24.218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1095 2,'-94'-1,"-105"3,184 0,1 1,-1 0,1 1,-26 10,-51 30,86-41,-1 1,0 0,1 0,0 0,0 1,0 0,1 0,-1 0,-4 9,-3 5,-13 32,-6 9,-66 118,90-165,0-1,-1 0,-13 15,15-20,0 0,1 0,-1 1,1 0,1 0,-1 0,2 1,-1-1,1 1,-3 12,5-16,1 2,-1 0,-1-1,1 1,-1-1,0 0,-1 0,-5 12,-30 51,-15 24,43-77,1 1,1 0,1 1,-8 26,8-24,0 0,-1-1,-12 22,11-24,2 1,0-1,0 1,2 0,-5 26,-9 28,11-46,2 1,0 0,-2 47,6 83,3-115,-1-22,1-1,2 1,4 19,-5-29,1 1,0-1,1 0,0 0,1-1,0 1,7 9,4 2,-1 2,0 0,-2 0,-1 1,14 38,-25-57,1 1,0 0,0-1,1 0,-1 1,1-1,0 0,1 0,-1-1,1 1,0-1,7 7,-6-7,0 0,0 0,-1 1,6 6,0 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14:45.5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1008 1,'393'11,"66"10,-1-21,-180-2,736 2,-971 2,-1 3,82 19,-47-7,-28-7,13 2,65 5,-59-11,127 26,-152-20,0 1,-1 2,78 39,19 30,-138-83,0-1,0 1,0-1,0 1,0 0,0-1,0 1,-1 0,1 0,0-1,0 1,-1 0,1 0,0 0,-1 0,1 0,-1 0,1 0,-1 0,0 0,0 0,1 0,-1 1,0-1,0 2,-1-2,0 1,0-1,-1 1,1-1,0 1,-1-1,1 0,-1 0,1 0,-1 0,0 0,1 0,-1 0,0 0,0-1,0 1,-2 0,-22 6,-1 0,1-2,-36 3,-87-1,115-6,-167 1,-340-42,427 28,-50-8,58 4,0 4,-208 5,-168 45,347-19,-207 58,-292 144,22 46,246-111,339-142,27-14,0 0,-1 0,1 0,0 0,-1 0,1 0,0 1,0-1,-1 0,1 0,0 0,0 1,0-1,-1 0,1 0,0 0,0 1,0-1,0 0,-1 0,1 1,0-1,0 0,0 0,0 1,0-1,0 0,0 1,0-1,0 0,0 0,0 1,0-1,0 0,0 1,0-1,0 0,0 0,0 1,0-1,0 0,1 1,-1-1,0 0,0 0,0 0,0 1,1-1,-1 0,16 7,-15-7,76 17,1-3,90 5,-157-18,600 15,-428-17,124 1,718 27,3 35,-553-31,-218-19,255 25,-505-36,13 1,39 11,-55-12,0 0,0 0,0 1,0 0,0 0,0 0,-1 0,1 0,-1 1,1-1,-1 1,0 0,0 0,0 1,3 4,-6-8,1 1,-1-1,0 1,0-1,0 1,1 0,-1-1,0 1,0-1,0 1,0-1,0 1,0 0,0-1,0 1,0-1,0 1,0-1,0 1,0 0,-1-1,1 1,0-1,0 1,-1-1,1 1,0-1,-1 1,1-1,0 1,-1-1,0 1,-20 10,-5-3,-1-1,0-2,-1 0,1-2,-35 0,37-2,-427 7,26-2,-265 52,2 28,415-50,-543 85,116-15,422-48,83-15,193-42,-13 2,-1 0,0-1,0-1,-25 0,41-1,-1 0,0 0,1-1,-1 1,1 0,-1-1,1 1,0-1,-1 1,1-1,-1 1,1-1,0 0,-3-2,4 3,0 0,0-1,0 1,-1-1,1 1,0-1,0 1,0 0,0-1,0 1,0-1,0 1,0-1,0 1,0-1,0 1,0-1,1 1,-1 0,0-1,0 1,0-1,1 1,-1 0,0-1,0 1,1-1,-1 1,0 0,1-1,4-3,0 0,0 0,0 1,0 0,0 0,9-4,243-80,-103 40,170-78,-85 30,479-137,-51 78,11 49,45 31,-573 71,-137 1,-26-3,-28-4,-128-11,-44-7,-127-24,-564-12,794 63,0 5,-160 28,119-2,-40 7,140-30,-89 1,115-7,1 0,-1 2,1 1,-29 9,-41 8,26-9,-32 4,59-11,1 2,0 1,0 2,1 2,-53 25,-178 107,250-133,-111 68,129-79,0 0,1 0,-1 0,0 0,0 0,1 1,-1-1,1 0,-1 1,1-1,0 1,0 0,-1-1,1 1,0 0,0 0,1 0,-1-1,0 1,1 0,-1 0,0 4,2-4,-1 1,1 0,0-1,-1 1,1-1,0 1,1-1,-1 1,0-1,1 0,-1 0,1 0,0 0,-1 0,1 0,0 0,3 2,7 5,0-1,1 0,0 0,0-2,1 1,0-2,19 6,107 20,-128-29,938 118,-716-105,615 3,9-28,-480 3,448-12,151-2,-942 21,11-1,-72 3,-46-2,21-1,-98 1,-409 13,309 9,-1281 157,739-79,-176 15,529-91,159-14,-19 2,287-11,0 0,0 1,0 0,0 1,0 0,0 0,1 2,0-1,0 1,0 1,-12 7,-20 13,40-21,9-1,19 2,0-2,0-1,30 0,-27-1,753 28,-116-6,-229-2,1279 77,-1619-92,779 55,-307-53,-538-9,-22 3,-11 3,-13 7,-15 5,-1-2,0-1,-46 16,-112 25,-425 60,-9-50,558-59,-1301 62,2-71,1285-1,-115-19,158 18,1 2,-1 2,0 1,0 1,-56 12,18-5,1-4,-97-5,95-1,60 3,15-2,-1 1,1-1,0 0,0 0,0 0,0 0,0 0,0 1,0-1,0 0,0 0,0 0,0 0,-1 0,1 1,0-1,0 0,0 0,0 0,0 0,0 1,0-1,1 0,-1 0,0 0,0 0,0 1,0-1,0 0,0 0,0 0,0 0,0 0,0 1,0-1,1 0,-1 0,0 0,0 0,0 0,0 0,1 0,2 3,0-1,0 0,0 0,1 0,-1 0,5 1,26 8,0-1,57 9,82 3,-104-15,957 76,4-53,-101-29,-410-2,-471-1,0-2,-1-2,90-22,-79 18,-39 8,36-10,-50 11,0-1,0 0,0 0,0 0,-1 0,1-1,-1 0,0 0,0 0,0-1,6-6,45-61,27-31,-34 44,57-87,-78 105,-14 24,0 0,1 1,16-14,19-20,-34 31,0 0,1 1,0 0,1 1,21-15,-36 30,0-1,0 1,0 0,0-1,0 1,0-1,0 0,-1 0,1 1,-1-1,0 0,1 0,-1 0,0-1,0 1,0 0,0 0,-1-1,1-2,-1 1,0 1,-1-1,1 1,-1 0,0-1,0 1,0 0,0 0,-1 0,0-1,1 1,-1 1,-4-6,-7-8,-1 1,0 1,0 0,-2 1,0 0,0 2,-35-19,4 6,-93-32,102 45,0 1,-1 2,0 2,0 1,0 2,-1 2,-73 7,102-5,0 1,-19 7,29-9,1 0,-1 0,1 0,-1 0,1 0,-1 0,1 0,0 0,-1 1,1-1,-1 0,1 0,-1 1,1-1,0 0,-1 0,1 1,0-1,-1 0,1 1,0-1,0 0,-1 1,1-1,0 1,9 4,27-1,339-11,-228 0,768-6,-897 13,-22 0,-30 1,-26-2,0-1,-105-20,133 15,1-1,0-2,0-1,1-1,0-2,-52-33,33 12,2-2,1-2,-65-73,-96-154,95 87,-7-8,33 48,86 138,0 0,-1 0,1 1,0-1,-1 0,1 0,-1 1,1-1,-1 0,0 0,1 1,-1-1,0 1,1-1,-1 1,0-1,-1 0,2 1,-1 0,1 0,-1 1,1-1,0 0,-1 0,1 0,0 1,0-1,-1 0,1 0,0 1,-1-1,1 0,0 1,0-1,0 0,-1 1,1-1,0 0,0 1,0-1,0 1,0-1,0 0,0 1,-4 37,4-35,1 14,5-21,8-8,8-3,0 1,1 2,27-11,-36 17,1 1,-1 0,2 2,-1-1,0 2,27-2,-37 4,1 0,-1 1,1 0,-1 0,1 0,-1 0,0 1,1 0,-1 0,0 0,0 1,0 0,-1 0,1 0,7 7,-1 2,-1 0,0 0,-1 1,9 16,22 31,-35-55,-1 1,2-1,-1 0,0 0,1-1,0 1,11 5,-4-3,0 1,0 0,0 1,-1 0,0 1,-1 1,14 15,197 211,-40-25,-168-195,-7-8,0 1,-1-1,0 2,0-1,-1 1,-1 0,7 22,-4 1,4 47,-5-34,-3-22,1 48,-4-72,0 0,0 1,-1-1,1 0,0 0,0 1,-1-1,1 0,-1 0,1 0,-1 0,0 2,0-2,1-1,0 0,-1 1,1-1,-1 0,1 0,-1 1,1-1,0 0,-1 0,1 1,-1-1,1 0,-1 0,1 0,-1 0,1 0,-1 0,1 0,-1 0,1 0,-1 0,-2-1,0 0,1 0,-1 0,1 0,0 0,-1-1,1 1,0-1,0 0,-4-3,-23-28,2-1,1-1,-23-41,36 56,-57-86,-38-61,86 128,13 21,0 2,-1-1,-1 1,-1 1,-24-26,-12-4,1-1,-60-79,-20-34,77 100,35 42,0 1,-1 0,0 2,-1 0,-35-22,16 17,0 0,-49-16,-16-12,72 32,0 1,-44-14,-240-39,206 48,-35-1,41 7,85 11,-15-2,0-1,1-2,-1-1,1-1,-29-13,-23-12,-162-43,128 44,80 25,0 1,0 2,-67-1,-19-3,-177-10,-2 20,101 1,126-4,-86 4,156-1,0 0,0 0,0 0,0 0,0 1,0-1,1 1,-1 0,0 0,1 1,-6 3,-33 37,3-4,18-22,1 0,0 1,1 1,-29 38,42-48,-1 2,0-1,0 0,-1 0,-1-1,1 0,-1 0,-1-1,0 0,-18 10,17-11,-1 1,1 0,0 0,0 1,1 1,-14 16,-22 20,26-26,0 0,2 1,0 1,-23 39,18-28,-31 32,32-40,2 1,-30 45,-18 56,-31 53,86-158,1 1,1 0,1 0,1 1,-6 25,-69 219,34-120,44-126,1 0,1 1,-3 44,9 70,0-59,-3-43,1 32,0-63,1 1,-1-1,1 1,0-1,1 1,-1-1,1 1,0-1,0 0,0 0,3 4,-3-5,1-1,0 0,-1 1,1-1,0 0,0-1,0 1,0 0,1-1,-1 0,0 0,1 0,-1 0,7 1,6-1,0 0,16-1,-17 0,241-5,192 4,-300 14,29 1,164-13,-205-1,-130-1,1 2,0-1,-1 1,1 0,-1 0,1 1,-1 0,1 0,5 3,-9-3,0-1,-1 1,1 0,0 0,-1 0,0 0,1 1,-1-1,0 1,0-1,0 1,-1 0,1 0,-1 0,1 0,-1 0,0 0,0 0,-1 0,1 0,0 4,0 1,-1 0,1 1,-2-1,1 0,-1 1,-1-1,1 0,-1 0,-1 0,-4 10,2-6,-2 0,1 0,-2-1,1 0,-18 17,-5 2,-2-2,-1-1,-38 23,58-42,-132 86,111-75,0-2,-53 20,69-32,1-1,-1 0,0-1,0-1,-34-1,-94-13,31 1,-499 5,351 8,245-3,1 0,-1-2,0 0,0-1,1-1,0 0,0-1,0-1,1-1,0 0,1-2,0 1,0-2,1 0,0 0,1-2,-22-25,29 30,1 0,1 0,-1-1,1 0,1 1,0-2,0 1,1 0,0 0,-1-13,0-12,4-53,0 56,0 10,1-1,1 0,0 1,2 0,1 0,0 0,2 1,0-1,1 2,23-37,-26 45,0-1,0 0,-1 0,-1 0,0 0,-1-1,0 0,-1 0,1-20,6-31,4-39,-8 49,-1 40,1 18,3 23,74 356,-76-355,-1 0,-1 0,-2 1,0 0,-4 30,2-57,0 0,0 0,-1 0,1 0,-1 0,1 0,-1 0,0 0,0 0,0 0,0-1,0 1,0 0,0 0,-1-1,1 1,-3 1,3-2,0-1,0 1,0-1,0 0,0 1,-1-1,1 0,0 0,0 0,0 0,0 0,-1 0,1 0,0 0,0-1,0 1,0 0,-1-1,1 1,0 0,0-1,0 0,0 1,0-1,0 0,0 1,1-1,-1 0,0 0,0 0,0 0,1 0,-2-1,-4-6,-1-1,1-1,1 1,0-1,0 0,-4-13,-18-66,26 82,-8-29,2-1,-3-69,10-76,0 157,2-4,1-1,1 1,2 0,11-36,48-111,-22 65,17-31,-54 127,0 1,2 0,0 0,0 1,12-13,-10 12,0 0,-1-1,0 0,6-17,-8 14,1 1,1-1,0 1,1 1,15-19,64-89,-76 103,-1 0,-1-1,-1-1,9-29,-11 27,23-45,2-3,-22 48,1 0,31-45,-24 39,17-33,-25 41,1 0,1 1,1 0,0 1,2 1,32-33,-27 33,1 1,0 1,29-17,-39 28,0 0,0 1,0 1,1 0,0 1,0 0,0 1,26-3,241 5,-130 4,-78 0,79 12,73 22,-143-22,73 11,242 49,-212-22,-94-26,-54-16,43 18,-63-22,0 2,-1-1,0 2,26 21,-3 6,59 71,-64-69,3-1,41 35,-55-56,2-1,25 13,27 18,163 111,-122-95,-73-42,55 36,-62-31,-1 1,-1 1,-2 2,52 60,-48-45,-16-21,-1 2,-1 0,23 42,-27-39,-2 1,18 63,-27-78,-1 1,-1-1,0 1,-1 0,-1 0,0 0,-2-1,-2 20,1-19,-1-1,0 0,-1 1,0-1,-1-1,-1 1,-1-1,0-1,0 1,-1-1,-1-1,0 0,-1 0,-16 13,-10 3,-1-1,-55 27,67-41,-1-1,0-2,-1 0,-54 10,-1-7,-1-3,-89-2,101-7,-87-3,138 0,0-1,0 0,1-2,0 0,-29-12,-28-18,36 15,-1 2,-68-20,83 29,0-1,0-1,1-2,-42-27,47 25,1-1,0 0,-29-33,-23-20,57 56,0-2,1 0,1-1,0 0,1-1,1 0,-16-32,15 22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15:15.3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240 358,'41'-17,"0"2,1 1,44-8,-25 7,163-26,-125 26,-56 10,0 2,45 2,32-1,-105 0,0-1,0 0,0-1,24-11,-21 8,37-9,48 5,-10 1,-72 7,1-2,-1 0,0-2,29-12,-24 9,1 1,0 1,1 1,0 2,31-2,11-3,-36 6,47 0,-54 4,0-2,0 0,33-8,-28 3,0 2,59-3,69 9,-62 1,3-3,101 3,-183 1,29 7,16 2,122-8,-144-5,-35 2,0-1,0 1,0 1,0-1,0 1,0 0,-1 0,13 7,3 3,25 19,3 2,137 79,-181-109,0 1,-1 0,1 0,-1 1,0-1,0 1,-1 0,0 0,7 11,-3-2,0 1,8 26,-9-22,4 3,1 1,0-1,27 32,-33-45,40 46,-33-41,-1 1,-1 0,0 0,-1 1,13 27,-7-4,4 11,50 89,-64-130,0-1,1 0,11 10,-12-13,-1 0,0 0,0 1,0 0,-1-1,0 2,0-1,5 13,7 32,-13-36,2 1,0-1,0 0,2-1,-1 1,12 15,-10-16,0 1,-2 0,1 0,-2 1,0-1,-1 1,4 28,-4-21,21 86,-11-53,-3 0,-2 0,3 81,-14 966,2-1092,1 1,0 0,1 0,1-1,0 0,5 14,32 63,-28-67,-2 1,0 0,-2 1,6 23,-12-38,0 0,0 1,1-1,0 0,1-1,0 1,0 0,10 12,-13-18,9 12,-1-1,0 1,8 18,-16-29,16 29,-17-31,1-1,0 1,0 0,-1 0,1 0,0-1,0 1,0 0,0-1,0 1,0-1,0 1,0-1,0 1,0-1,0 0,0 0,0 1,0-1,0 0,0 0,0 0,0 0,0 0,0 0,1 0,-1-1,0 1,0 0,1-1,3-1,0-1,-1 0,1 0,-1 0,1 0,-1-1,0 0,-1 1,1-2,-1 1,1 0,-1-1,0 1,-1-1,1 0,-1 0,0 0,0 0,-1 0,1 0,-1-1,0 1,-1-1,1-5,0-10,-2 1,0-1,-1 0,-9-39,6 44,0 0,-1 0,-9-16,8 17,1 1,0-1,-6-25,9 27,0 0,0 1,-1-1,-1 1,0 0,0 1,-2-1,1 1,-1 0,-1 1,-11-13,9 12,1 0,0-1,1 1,0-2,1 1,-7-19,10 21,1 1,1-1,-1 0,2 0,-1 0,2 0,-1 0,1 0,1 0,1-11,-1 13,1-1,-1 1,1 0,5-11,-7 18,0 1,0 0,0 0,0 0,0 0,0 0,0 0,0 0,0-1,0 1,0 0,1 0,-1 0,0 0,0 0,0 0,0 0,0 0,0 0,0-1,0 1,0 0,0 0,1 0,-1 0,0 0,0 0,0 0,0 0,0 0,0 0,0 0,0 0,1 0,-1 0,0 0,0 0,0 0,0 0,0 0,0 0,1 0,-1 0,0 0,0 0,0 0,0 0,0 0,0 0,0 0,0 1,0-1,1 0,-1 0,0 0,0 0,0 0,0 0,0 0,0 0,0 1,4 10,0 15,-1 246,-4-150,0-112,1 0,-2 0,1 0,-1 0,-1-1,0 1,0-1,-1 1,0-1,-7 11,-6 19,13-29,0-1,0 1,-1-1,-10 15,4-10,-1-1,0 0,0-1,-2-1,1 0,-1-1,-1 0,0-1,-22 10,15-10,-1-1,0-1,-1-1,0-1,1-1,-31 2,-87-4,-213-22,-293 6,423 16,162-2,-8 1,-125-14,97-5,39 7,-117-8,27 4,-1 0,118 13,-49-10,-6-1,67 10,1-1,0-1,1 0,-28-13,-28-8,28 16,0 3,-1 1,0 2,-56 4,-29-3,104 0,-33-8,32 5,-35-2,38 6,-1-1,0-1,1-2,-39-12,41 7,1-2,1 0,0-1,-32-27,50 38,-4-4,-1-1,1 0,1-1,0 0,0 0,0 0,1-1,-7-15,3 3,2 0,0 0,-5-28,9 26,-3-44,7 48,-2 0,-1 0,-8-34,-13-22,-38-132,-17-211,67 346,3-8,4-1,6-110,1 61,-2 102,1 1,1-1,1 1,2-1,1 1,1 1,1-1,13-27,50-102,-66 146,1 0,1 1,0-1,0 1,1 1,0-1,1 2,0-1,1 1,-1 0,1 1,1 0,18-9,-1 3,1 0,0 3,0 0,42-8,-24 12,0 1,0 3,60 4,-24 0,15 0,126-5,-198 0,0-2,40-13,-37 9,47-8,-42 10,1-2,-1-1,-1-1,39-20,-24 11,50-15,-26 19,99-10,-96 16,90-22,-164 32,246-76,-230 71,0 0,1 1,-1 1,33-2,73 6,-58 1,-19-2,116 7,-142-5,0 2,0 0,-1 2,0 0,0 1,21 11,-6-1,1-2,71 22,-72-26,-1 2,-1 1,-1 2,40 26,52 25,-73-45,79 22,-124-43,0 1,-1 0,1 0,-1 1,1-1,-1 1,0 0,0 0,0 1,-1-1,1 1,-1-1,1 1,-1 0,4 8,-5-9,-1 0,0 0,1 0,-1 0,-1-1,1 1,0 0,-1 1,1-1,-1 0,0 0,0 0,0 0,0 0,-1 0,1 0,-1 0,0 0,0 0,0 0,0 0,-1 0,1-1,-1 1,1 0,-5 4,1-2,0-1,0 1,-1-1,1 0,-1 0,0-1,-1 1,1-1,0-1,-10 3,-8 2,-39 6,-11-5,0-2,-144-9,73-13,75 6,52 7,1-2,0 0,0 0,0-2,1 0,0-1,-17-12,-46-20,50 28,1 2,-1 2,-1 0,0 2,0 1,-53-2,-370 7,190 2,203-1,1 3,-84 15,108-12,1 1,0 2,0 2,2 1,-46 25,28-13,0-3,-81 25,57-21,17-8,32-11,0 2,-34 15,45-18,0 0,-1-1,0 0,0-1,-24 2,-32 9,58-11,-12 3,0 2,-41 19,61-25,0-1,0 1,0 0,1 0,-1 1,1-1,0 1,0 0,0 0,1 0,-1 1,1-1,0 1,1 0,-1 0,1 0,0 0,0 0,-2 6,4-7,0-1,0 1,1-1,-1 1,1-1,0 0,-1 1,1-1,1 0,-1 0,0 0,1 0,0 0,0 0,-1 0,2 0,-1-1,0 1,0-1,1 0,0 1,-1-1,7 3,4 4,1-1,0-1,26 10,14 5,0 0,67 17,-104-36,0-2,0 0,0 0,0-2,-1 0,1-1,27-6,34-4,-28 8,0-2,85-23,45-13,234-26,-261 43,-66 9,92-4,281 18,-223 4,-141-3,107 3,-177 2,0 1,30 10,8 1,247 57,-299-71,1 0,-1 1,0 0,0 1,0 0,0 1,-1 0,1 1,17 12,2 6,-18-15,-1 1,17 17,-25-23,-1 0,1 0,-1 1,0 0,-1-1,1 1,-1 0,0 0,0 1,0-1,0 6,0-4,-1 0,-1-1,1 1,-1 0,-1-1,1 1,-1 0,0 0,-1-1,1 1,-4 7,0-4,0 0,0-1,-1 0,0 0,-1 0,-10 10,-2 1,0-2,-2 0,0-2,0 0,-2-1,0-2,-29 14,18-13,0-2,0-1,-1-1,-66 9,44-14,0-2,0-3,0-2,0-3,1-2,-97-26,48 3,-70-18,-202-9,245 39,-334-28,339 35,-152-17,177 17,-46-6,68 8,0 4,-103 6,57 1,73-3,26 0,-1 1,1 1,-33 5,53-4,0 0,0 0,0 1,1 0,-1 0,1 0,0 1,0 0,0 0,0 0,1 1,-1 0,1 0,0 1,1-1,-1 1,1 0,-4 8,5-8,0 0,1 0,0 0,0 0,0 1,1-1,0 0,0 1,0-1,1 1,0-1,0 1,1-1,0 1,0-1,0 0,1 1,0-1,0 0,5 8,2 4,-2-3,1-1,0 0,0 0,2-1,-1 0,18 17,-10-16,1 0,0-1,1 0,1-2,0 0,0-2,1 0,0-1,1-1,35 7,3-5,1-3,105-2,-34-6,342 3,-168 18,-216-12,239 29,-292-28,0 3,0 0,52 26,-55-21,1-2,1-2,61 14,-36-19,65-1,35 3,135 26,29-24,-294-11,0 2,-1 1,1 1,29 9,-38-8,143 39,-153-41,45 8,-52-10,0 0,0-1,1 0,-1 0,0 0,0-1,1 0,5-1,-10 1,-1 1,1 0,0-1,0 1,0-1,0 1,-1-1,1 1,0-1,0 1,-1-1,1 0,0 1,-1-1,1 0,-1 0,1 1,-1-1,1 0,-1 0,0 0,1 0,-1-1,1 0,-1-1,0 1,0 0,-1 0,1 0,0 0,-1 0,1 0,-1 0,-1-3,-3-5,0 0,0 1,-10-12,13 18,-46-79,11 18,11 16,25 45,-1 0,1 0,0 0,0 0,0 0,1 0,-1 0,1-1,0 1,-1 0,2 0,-1 0,1-6,-1 9,0 0,0 0,0 0,0 0,1 0,-1 0,0-1,0 1,0 0,0 0,1 0,-1 0,0 0,0 0,0 0,0 0,1 0,-1 0,0 0,0 0,0 0,0 0,1 0,-1 0,0 0,0 0,0 0,0 0,1 0,-1 0,0 0,0 0,0 0,0 0,1 1,-1-1,0 0,0 0,0 0,0 0,0 0,0 0,1 1,-1-1,0 0,0 0,0 0,8 10,-6-9,8 12,0 1,-1 0,-1 0,0 1,-1 0,0 1,-1-1,4 19,24 137,-31-151,7 69,-3 165,-7-248,0 1,-1-1,0 0,0 0,0 0,0 0,-1 0,0-1,-1 1,1 0,-6 8,5-10,0-1,0 0,0 1,0-1,0-1,-1 1,1 0,-1-1,0 0,0 0,0 0,0 0,0 0,0-1,-1 0,1 0,-5 0,-30 3,-1-2,-61-4,23-1,2 3,-135-19,27-25,123 27,-121-18,-172 29,218 8,103-3,-61-12,-3 0,-35 8,-60-5,-134-20,174 18,-180 6,225 7,83-2,1-1,-40-10,35 6,-37-2,49 7,-14-2,-1 2,1 1,-32 5,58-4,0 0,0 0,0 0,1 0,-1 1,0 0,1 0,-1 0,1 0,0 0,0 0,0 1,0 0,0 0,-4 5,0 3,0 0,1 0,-8 19,8-16,0-1,-12 19,16-29,-1 1,0-1,0 0,1 0,-2 0,1 0,0 0,-1-1,1 1,-1-1,0 0,-7 3,5-3,-1 0,1-1,-1 0,1 0,-1 0,0 0,1-1,-1 0,0-1,1 0,-11-2,14 2,-1 0,0 0,1-1,-1 0,1 0,-1 0,1 0,0 0,0 0,0-1,0 0,0 1,1-1,-1 0,1-1,0 1,0 0,0-1,0 1,0-1,-1-5,-3-10,-6-18,-1 1,-20-39,27 62,0 0,1 0,1 0,0-1,1 0,0 0,-1-20,4-102,2 69,0 37,1 1,8-31,-5 28,4-52,-9 74,-1 0,0 1,-1-1,0 0,0 0,-1 1,0-1,0 1,-2-1,1 1,-1 0,0 0,-1 1,1-1,-2 1,1 0,-11-11,8 11,1 0,-1 1,0 0,-1 0,1 1,-1 0,-1 0,1 1,-1 0,0 1,-11-3,20 6,-1 1,0 0,0 0,1-1,-1 1,0 0,0 1,0-1,1 0,-1 0,0 1,0-1,1 1,-1 0,0-1,1 1,-1 0,1 0,-1 0,1 0,-1 0,1 0,0 1,0-1,-1 0,1 1,0-1,0 1,0-1,1 1,-1-1,0 1,-1 3,0 3,0-1,1 1,-1 0,1 0,1 0,0 10,0-5,1 0,1-1,0 1,1-1,0 1,1-1,0 0,1 0,0 0,1-1,13 20,68 80,-72-95,35 39,61 53,-67-69,-18-15,2 0,0-2,59 34,52 23,-60-32,-37-22,-24-13,1-1,24 11,175 51,-114-41,-15-7,0-3,2-4,0-4,183 4,-108-4,-26-1,142-12,-163-2,-99 3,-1 0,1 1,0 1,-1 1,25 9,-23-6,1-2,0 0,0-2,23 2,235-8,-130-17,-103 11,17-4,-32 5,34-3,-29 5,0-1,-1-2,0-1,0-3,-1 0,33-18,79-51,-128 69,-1-1,0-1,-1 0,-1-1,21-25,-29 28,-1 1,0-1,-1 0,0 0,-1-1,0 1,-1-1,4-21,-2-5,2-63,-8 79,-1 0,-2 1,0-1,-2 1,0-1,-1 1,-1 1,-2 0,0 0,-1 0,-1 1,-16-22,-29-44,26 36,-61-72,-104-113,167 200,8 10,-10-14,-2 2,-50-46,42 50,0 2,-2 1,-2 3,0 1,-1 2,-69-25,-109-21,38 12,61 24,85 25,0-1,1-3,-43-19,66 26,0 0,-1 0,0 1,-29-4,-68-3,0 1,86 7,-68-12,-108-4,129 18,-75 8,123-4,0 2,0 2,1 0,0 1,0 2,-35 16,18-1,2 2,-59 47,44-30,-187 130,222-157,1 2,-32 36,32-32,-40 35,49-49,-17 14,-32 34,52-48,0-1,1 1,0 1,0-1,1 1,0 0,1 0,0 1,-3 11,-7 36,3 1,-4 70,14 19,-1 6,2-150,0-1,0 1,-1 0,1 0,-1-1,0 1,0 0,0-1,0 1,-1-1,1 1,-1-1,1 1,-1-1,0 0,0 0,0 0,0 0,0 0,0 0,-1-1,1 1,-1-1,1 0,-1 1,1-1,-1 0,0-1,1 1,-1 0,0-1,0 1,0-1,1 0,-1 0,0 0,0-1,0 1,0 0,1-1,-1 0,0 0,1 0,-1 0,0 0,1 0,-1-1,1 1,-4-4,-3-4,0-1,0 0,1 0,0-1,1 0,1 0,-1-1,2 0,-8-20,3 0,0-1,-7-52,9 20,-2-112,11 135,2-1,2 1,17-70,-18 97,1-1,0 1,2 0,0 1,0 0,1 0,1 0,0 1,1 0,1 1,0 0,20-17,125-88,-151 113,0 0,0 1,1-1,-1 1,1 1,0-1,0 1,0 0,11-2,9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15:37.4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994 122,'85'-29,"1"4,2 4,0 3,170-11,126 30,-153 2,586-3,-785 1,0 2,33 8,42 3,-71-12,91 9,103 25,-168-29,116-2,-113-6,99 12,-60 0,173-3,-253-6,1 0,-1 1,0 2,-1 0,27 10,-13-4,-14-6,0 0,33 1,-38-5,0 1,0 0,-1 1,1 2,19 6,-17-3,0-1,1-1,0-1,37 4,99 18,-99-15,1-2,67 2,-90-13,-18 1,0 0,-1 0,1 2,29 6,-43-7,1 1,-1-1,0 1,1 0,-1 0,0 0,0 1,-1 0,1-1,0 1,-1 0,0 1,1-1,-1 1,-1-1,1 1,0 0,-1 0,0 0,0 1,0-1,2 8,-2-3,1 1,-1 0,-1-1,0 1,0 0,-1 0,-1 0,1 0,-2-1,1 1,-5 15,3-18,1 0,-1-1,0 1,-1-1,0 0,0 0,0 0,-1 0,0-1,0 0,0 0,0 0,-1 0,0-1,0 0,-9 5,0-3,0 0,-1 0,1-2,-1 0,0 0,-17 0,-99 1,101-9,-1 0,2-2,-1-1,1-2,-37-15,19 8,-22-10,38 14,-1 0,0 3,0 0,-49-5,-209-14,-175 24,254 6,-2946-2,3146 1,0 0,0 1,-21 5,-21 4,53-11,-1 1,1-1,0 0,-1 0,1-1,0 1,-1 0,1 0,0-1,-1 1,1-1,0 1,-1-1,1 1,0-1,0 0,0 1,0-1,-2-2,3 3,-1-1,1 0,0 1,0-1,-1 0,1 1,0-1,0 0,0 1,0-1,0 0,0 1,0-1,0 0,0 0,1 1,-1-1,0 1,0-1,1 0,-1 1,0-1,1 0,-1 1,0-1,1 1,-1-1,1 1,-1-1,1 1,-1-1,1 1,-1 0,1-1,-1 1,1 0,0-1,-1 1,1 0,0-1,14-6,0 0,0 1,30-8,-23 8,27-12,12-13,-33 16,32-12,44-14,72-25,-157 61,-1 0,1 2,1 0,-1 1,0 0,1 2,20 2,-38-2,1 0,-1 1,1-1,-1 1,1-1,-1 1,0 0,0 0,1 0,2 2,-5-2,1-1,-1 1,1-1,-1 1,1 0,-1 0,1-1,-1 1,0 0,1 0,-1-1,0 1,0 0,1 0,-1 0,0-1,0 1,0 0,0 0,0 0,0 0,0-1,0 1,-1 0,1 0,0 0,0-1,-1 1,1 0,-1 0,1-1,0 1,-1 0,0 1,-5 5,1 0,-1 0,0-1,-1 1,0-1,0-1,-15 11,-61 29,71-39,-11 6,-118 54,118-57,0-1,0-1,-1-1,-32 4,49-10,0 1,0 0,1 0,-1 0,0 1,0-1,0 2,1-1,-1 1,1 0,0 0,0 1,0 0,-7 6,-171 165,151-135,27-31,-1 0,0 0,-14 12,-2-1,-1-2,-1 0,0-2,-28 14,36-21,1 1,0 1,1 1,0 0,1 0,-19 23,-16 13,39-40,0 0,-21 11,-11 8,21-13,-27 22,46-34,0-1,0 1,0 0,0 1,0-1,1 0,-1 0,1 1,-1-1,1 1,0-1,0 1,0 0,0 0,1-1,-1 4,1-5,0 1,0-1,1 0,-1 0,1 1,-1-1,1 0,-1 0,1 0,0 0,-1 0,1 0,0 0,0 0,0 0,0 0,0 0,0 0,0 0,0-1,0 1,0 0,0-1,1 1,-1-1,0 0,0 1,1-1,1 0,44 6,-41-6,164-1,-74-1,-83 2,0 0,0-1,0-1,0 0,0 0,0-2,0 1,-1-2,1 0,-1 0,0-1,-1 0,12-10,-2 2,-1 0,2 1,0 1,0 1,1 1,34-10,5 3,83-13,-75 23,1 2,93 7,-46 0,768-2,-854 2,-1 2,57 12,-39-6,29 3,128 4,82-18,-110-1,613 2,-750-2,60-10,20-2,41-2,36 0,-116 17,66-2,-131-1,34-9,13-2,237 8,-169 7,-95-3,-12 1,31 2,-55-2,0 0,0 0,0 0,0 0,0 0,0 0,0 1,0-1,0 0,0 1,0-1,0 0,0 1,0-1,0 1,0 0,-1-1,1 1,0 0,0-1,-1 1,1 0,0 0,-1 0,2 1,-2 0,0-1,0 0,0 1,0-1,-1 0,1 1,0-1,0 0,-1 1,1-1,-1 0,1 1,-1-1,0 0,1 0,-2 2,-4 5,-1-1,1 1,-16 12,4-3,-1 2,-20 28,-5 5,32-39,0-1,-1 0,0-1,-1 0,0-1,-25 14,33-22,0 1,0-1,0 1,0-2,0 1,0-1,0 0,-1 0,1-1,0 1,-1-1,1-1,0 1,-1-1,1-1,0 1,0-1,0 0,0 0,0 0,-8-6,-13-9,17 10,-1 0,1 1,-1 1,0-1,-1 1,1 1,-1 0,0 1,-22-3,-46-5,-88-22,-24-5,119 31,-137 6,94 3,14-3,-109 3,170 4,-65 17,24-4,53-13,-31 5,1 3,-83 30,68-18,-2-3,0-3,-126 16,144-30,-89-4,4 0,87 4,-70 17,79-12,-1-3,-66 3,-135-13,-101 4,232 11,-14 1,-21 1,-13 1,135-16,13 0,-1 0,0 2,1 0,-26 6,15-2,-1-1,0-1,0-1,-33-2,51 0,0 1,0 0,0 1,0 1,1-1,0 2,0 0,-18 10,13-6,-1-1,-29 9,23-10,1 1,-1 0,-33 19,48-23,0-1,0 0,-1 0,-15 2,17-4,1 0,-1 1,1 0,-1 0,1 1,0-1,0 1,-6 4,11-7,0 1,0-1,0 1,1 0,-1-1,0 1,1 0,-1-1,0 1,1 0,-1 0,1-1,-1 1,1 0,-1 0,1 0,0 0,-1 0,1 0,0 1,0-1,0 0,0-1,1 1,-1 0,0-1,1 1,-1 0,1-1,-1 1,1-1,-1 1,1-1,-1 1,1-1,-1 1,1-1,0 0,-1 1,1-1,1 1,5 2,0-1,0 0,0 0,8 0,-8-1,69 14,9 1,160 12,397-26,-312-4,2380 2,-2665-4,0-1,0-2,82-25,-81 20,19-6,0 3,2 3,72-3,-104 14,-1-2,0-1,0-2,39-12,-65 16,0-1,-1-1,0 1,0-1,0 0,0-1,-1 1,0-1,8-8,-12 11,-1 1,1-1,-1 0,1 0,-1 0,0 0,0 0,0 0,0 0,0 0,0 0,0 0,-1-1,1 1,-1 0,0 0,1-1,-1 1,0 0,0-1,-1 1,1 0,0-1,-1 1,0 0,1 0,-1 0,0-1,0 1,0 0,0 0,-1 0,1 1,0-1,-1 0,-2-2,-2-1,0-1,0 1,-1 1,0-1,0 1,0 0,-15-5,-61-17,58 19,-44-10,-1 3,-135-10,-144 18,310 6,7 2,22 3,11-4,-1 0,0-1,1 1,-1-1,0 1,1-1,-1 1,0-1,1 1,-1-1,1 1,-1-1,1 0,-1 1,1-1,0 0,-1 1,1-1,-1 0,1 0,0 1,0-1,34 13,1-2,1-2,61 9,-40-8,16 3,-8-3,-1 4,83 27,5 29,-144-67,0 1,0 0,-1 0,0 1,14 11,-19-14,0 1,0 0,-1 0,0 1,1-1,-1 0,0 1,-1 0,1-1,-1 1,1 0,-1 0,0 0,0 0,-1 0,1 4,1 37,-5 50,1-32,0-31,-2-1,-1 1,-1-1,-2 0,-14 38,17-57,-1 0,0-1,-1 0,0 0,0-1,-1 1,-18 16,6-8,-1-1,-40 26,51-39,0 1,0-2,-1 1,0-1,0-1,0 0,-1-1,1 0,0 0,-1-1,0-1,1 0,-1-1,1 0,-20-4,-9-5,1-1,0-3,-38-17,64 26,0 1,-1 0,1 1,-1 0,-25-1,-73 5,55 1,-208-3,-140 4,203 10,-28 1,-574-12,418-4,350 2,-237-11,200 3,-174-30,56-3,-111-27,258 56,0 3,-82-7,-91 12,112 4,-56 2,157-1,0-1,0 1,-1 0,1 0,0 0,0 0,0 1,0-1,0 1,1 0,-1 0,0 1,1-1,-5 5,7-5,-1-1,1 1,0 0,0 0,0-1,0 1,0 0,0 0,1 0,-1 0,0 0,1 1,0-1,-1 0,1 0,0 0,0 0,0 0,1 0,-1 1,0-1,1 0,0 0,-1 0,1 0,0 0,0 0,0 0,0-1,2 3,1 3,1 0,1 0,-1-1,1 0,0 0,1 0,11 8,56 28,-53-31,0 0,19 16,-26-17,15 13,36 21,-55-38,0-1,0 0,1-1,0 0,-1 0,1-1,0 0,13 0,162-1,-129-4,1 3,69 9,-106-7,588 70,-199-29,-368-38,22 2,-23-4,79 20,-54-7,0-3,85 8,137-10,-152-15,209 5,-210 12,40 1,321-15,-232-1,-232-1,60-10,14-2,-54 10,61-11,-77 10,73 0,-20 1,-63 0,-7-2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20:29.2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1056 61,'1404'0,"-1179"-15,-22-1,157 16,-159 1,-180-2,0-1,33-8,-28 5,29-2,352 2,-228 7,-172-2,23 0,37 4,-56-2,0 0,0 1,0 0,0 0,0 1,16 10,-7-3,24 13,42 31,-83-53,0 0,-1 0,1 0,0 1,-1-1,0 1,1 0,-1-1,0 1,0 0,-1 0,1 1,-1-1,1 0,-1 0,0 1,0-1,0 5,-1-4,0 0,0 0,-1 0,0 0,0 0,0 0,0 0,0 0,-1-1,1 1,-1 0,0-1,-5 6,-1 1,-1 0,0 0,-1-1,0-1,0 0,-1 0,0-1,-21 10,7-6,-1-1,0-2,-1-1,0-1,0-1,-29 2,-167-5,200-2,5-1,1 0,-1-1,1-1,0 0,0-1,0-1,1-1,0 0,0-1,0-1,1-1,0 0,-23-18,29 19,-2 1,1 1,-1 0,0 0,-1 1,1 0,-1 1,0 0,0 1,0 1,0 0,-1 0,-20 1,-121 1,74 1,-102-11,86-1,0 3,-154 9,81 27,114-16,-65 5,69-15,37-3,0 1,-1 1,1 0,0 1,0 1,-27 8,11 2,-16 8,-1-2,-81 20,-116 1,29-7,214-33,-152 41,37-8,57-15,1 2,-97 50,149-67,-2 0,1 1,-1 0,1 1,0 0,0 0,0 1,1-1,-6 8,10-11,0 1,1-1,-1 0,1 1,0-1,0 1,0-1,0 1,0-1,0 1,1 0,-1-1,1 1,0 0,0-1,0 1,0 0,0 0,0-1,1 1,0 0,-1-1,1 1,0-1,0 1,0-1,1 1,-1-1,3 4,2 1,0 1,0-1,1 0,0-1,1 0,-1 0,1 0,0-1,1 0,-1-1,1 0,0 0,0-1,0 0,0 0,13 1,15 1,0-1,69-3,-91-1,63-3,113-20,75-29,-243 47,105-25,-33 7,100-10,795-9,-810 40,144 5,-190 11,35 0,33 5,-94-10,152-6,-148-4,-100 1,0 1,0 0,0 1,-1 0,1 0,21 9,-28-9,-1 0,0 0,1 0,-1 0,0 1,-1 0,1 0,0 0,-1 0,1 0,-1 1,0 0,0-1,-1 1,1 0,-1 0,0 1,0-1,0 0,1 6,8 32,-6-24,0 0,-1 1,-1-1,-1 1,0 20,-2-36,0-1,-1 0,1 1,-1-1,1 0,-1 0,0 1,0-1,0 0,0 0,-1 0,1 0,0 0,-1 0,1-1,-1 1,0 0,0-1,1 1,-1-1,0 1,-4 1,-3 1,-1 0,0-1,0 0,-11 2,-8 3,2 0,-1-2,1 0,-1-2,0-1,-1-2,-49-2,1-5,1-3,-118-30,163 32,-1 1,-61-2,-66 9,62 1,-26-3,-298 14,24 24,-43-25,418-12,7 1,-1 0,1 2,0 0,0 0,0 2,-18 7,15-5,0-1,0-1,-33 5,-105-5,106-6,-91 10,-29 11,16-3,57-8,-174-6,136-5,119 3,0 0,0 1,-29 7,36-7,0 1,0 0,0 1,1 0,-1 0,1 1,-15 10,21-14,1 1,-1-1,0 0,1 1,-1-1,1 1,-1-1,1 1,0 0,0 0,0-1,0 1,0 0,0 0,0 0,0 0,1 0,-1 0,1 1,0-1,0 0,-1 0,1 0,1 0,-1 0,0 0,0 1,1-1,-1 0,1 0,0 0,-1 0,1 0,0 0,0-1,1 1,-1 0,0 0,2 1,6 6,0-1,0 0,1 0,0-1,17 9,-17-10,1 1,68 37,-68-39,-1-1,1 0,0-1,0 0,0-1,12 1,184 22,-136-20,0-3,1-2,129-20,0-11,-180 29,0 0,0 2,0 0,1 1,26 6,104 29,-11-2,-93-25,8 1,88 6,-5-17,37 2,-62 15,-27-3,86 17,-81-12,-23-10,1-2,112-7,-75-1,668 2,-741 2,61 10,10 2,-83-12,38 9,-2 1,-55-12,-1 0,1 1,-1-1,0 0,1 0,-1 0,1-1,-1 1,0-1,1 1,-1-1,3-1,-4 2,-1 0,0-1,1 1,-1 0,1-1,-1 1,0 0,1-1,-1 1,0-1,0 1,1-1,-1 1,0 0,0-1,0 1,1-1,-1 1,0-1,0 1,0-1,0 1,0-2,0 1,-1-1,1 1,0-1,-1 1,1-1,-1 0,0 1,0 0,1-1,-3-2,-2-2,-1 0,1 0,-1 0,0 1,-1 0,1 0,-1 1,0-1,-8-2,-72-29,70 30,-86-29,-2 4,-142-22,156 43,-1 4,-120 8,69 1,81-2,-77 10,-21 4,91-10,64-4,0 0,1-1,-1 2,1-1,0 0,-1 1,-6 3,10-4,1-1,-1 0,1 1,-1-1,0 1,1-1,-1 1,1-1,-1 1,1-1,-1 1,1 0,0-1,-1 1,1 0,0-1,-1 1,1 0,0 0,0 1,0-1,0 0,0 0,1 0,-1 0,1 0,-1 0,1 0,-1 0,1 0,-1 0,1 0,0-1,0 1,-1 0,1 0,0-1,0 1,0 0,1 0,10 7,0-1,1-1,0 0,0 0,24 5,73 13,-87-20,319 50,24-2,-83-14,-263-34,-1 1,1 0,-2 2,25 11,17 1,-46-16,-1 1,0 1,14 6,-23-9,0 0,0 1,0-1,0 1,-1 0,1 0,-1 0,0 1,0-1,0 1,-1 0,1-1,2 8,8 17,-6-12,0 0,1 0,1-1,0 0,20 24,10 0,-27-28,-1 1,0 0,0 0,-2 1,1 0,-1 1,9 19,-15-26,0 0,0 0,-1 1,0 0,0-1,0 9,-2-14,0 0,0 0,0 0,0 0,-1 0,1-1,0 1,-1 0,0 0,1 0,-1-1,0 1,0 0,0-1,0 1,0-1,0 1,0-1,-1 0,1 1,-1-1,1 0,-1 0,1 0,-1 0,1 0,-1 0,0 0,0-1,-2 2,-4 0,0-1,0 1,0-1,-1 0,1-1,0 0,0-1,-10-1,-68-16,63 12,-35-11,-73-31,-35-12,113 46,-94-12,-19 3,-158-12,257 35,-98 13,-66 24,110-20,57-9,-79 21,56-4,-118 30,159-45,0-3,-72 3,-66-12,-60 2,217 3,-31 7,33-5,-39 4,-325-7,200-4,167 2,0-1,0-1,-1-2,2 0,-1-1,0-1,1-1,-27-13,-14-6,29 13,-41-22,65 29,0 1,0-2,0 1,1-1,-1 0,2-1,-1 0,-9-15,15 21,1 0,0-1,0 0,0 1,0-1,0 0,1 1,-1-1,1 0,-1 0,1 0,0 1,1-1,-1 0,0 0,1 0,-1 1,1-1,0 0,0 1,0-1,0 1,0-1,1 1,-1-1,1 1,2-3,2-2,0 0,0 0,1 1,0 0,0 0,0 1,13-8,-11 9,1 0,-1 0,1 1,0 0,1 1,-1 0,0 0,0 1,1 1,-1 0,1 0,11 3,17 3,72 22,-58-13,219 46,-218-54,0-2,1-3,66-4,-18-1,418 3,-513 1,0-1,0-1,0 0,0 0,8-2,-16 3,0 0,0 0,0 0,0 0,1 0,-1 0,0 0,0 0,0 0,0 0,0 0,1 0,-1 0,0 0,0 0,0-1,0 1,0 0,0 0,0 0,1 0,-1 0,0 0,0 0,0 0,0-1,0 1,0 0,0 0,0 0,0 0,0 0,0 0,1-1,-1 1,0 0,0 0,0 0,0 0,0 0,0-1,0 1,0 0,0 0,-1 0,1 0,0 0,0-1,0 1,0 0,0 0,0 0,0 0,0 0,0 0,0-1,-12-4,-18-3,-97-9,-140-1,-136 17,184 3,145-1,1 4,-144 29,151-23,47-9,1 1,0 1,-1 0,1 2,1 0,-28 13,21-4,0 0,1 1,-39 36,47-39,0-1,-1-1,0 0,-1-1,0-1,-20 8,-2 2,28-13,0 1,1 0,0 1,0 0,0 0,1 1,1 0,0 1,0 0,0 0,2 1,-1 0,1 0,1 0,0 1,-7 23,12-32,-1 1,0-1,1 0,0 1,0-1,0 0,0 1,1-1,-1 1,1-1,0 0,-1 0,2 0,1 6,-1-6,0-1,0 0,0 0,0 0,0 0,0 0,0 0,1-1,-1 1,1-1,-1 0,1 1,-1-1,1 0,0-1,0 1,-1 0,5 0,33 3,-1-2,73-5,-37 0,-56 3,-1-1,1-1,0 0,-1-2,1 0,-1-1,18-7,10-7,0 3,0 1,2 3,0 1,0 3,86-4,-92 11,19-1,89 8,-125-1,0 1,43 17,-29-9,-4-4,0 0,1-3,0 0,0-3,58 1,79 8,-33-1,77 4,74 2,218-19,-457 3,54 10,24 2,-52-12,97 9,92 9,0-21,-94-1,-133 2,5-1,1 3,68 9,-56-2,93 3,61-13,-77-1,-127 2,1 0,0 1,0 0,0 0,0 1,-1 0,16 6,-20-6,0 0,0 0,-1 1,1-1,-1 1,0 0,0 0,0 0,0 0,0 0,-1 1,0-1,1 1,-1 0,0-1,-1 1,1 0,1 6,-2-7,0 1,0-1,0 1,-1-1,1 1,-1 0,0-1,0 1,0 0,0-1,-1 1,0-1,1 1,-1-1,-2 5,1-5,0 0,0-1,0 1,0-1,0 1,0-1,-1 0,1 1,-1-1,0-1,0 1,0 0,0-1,0 1,0-1,-6 2,-23 6,0-2,-1-1,-59 3,-103-9,82-3,-804 3,802 5,-119 21,43-3,-651 37,705-49,-209 42,-70 8,329-48,53-7,-57 4,-67 3,3 1,-243-13,205-2,161 3,0 1,-34 8,32-5,-54 3,58-8,-140-3,166 1,0 0,0 1,0-2,1 1,-1 0,0-1,1 0,-1 1,-3-4,6 4,0 1,0-1,0 1,1-1,-1 0,0 1,0-1,1 0,-1 0,0 1,1-1,-1 0,1 0,-1 0,1 0,-1 0,1 0,0 0,0 0,-1 0,1 0,0 0,0 0,0 0,0 0,0 0,0 0,0 0,0 0,1 0,-1 0,0 0,1 0,-1 0,1 0,-1 0,1 0,-1 0,1 0,2-2,0 0,0 0,0 0,1 1,-1-1,1 1,-1 0,1 0,0 0,-1 0,5 0,48-13,-48 14,125-17,-8 1,-27-1,0 4,137-2,-84 3,-14 0,-113 11,1-1,-1-1,0-1,0-2,-1 0,1-1,-1-1,29-17,-39 16,-12 9,-1 1,0 0,0-1,0 1,0 0,0 0,0-1,0 1,0 0,0-1,0 1,0 0,0 0,0-1,0 1,0 0,0-1,0 1,0 0,0 0,0-1,-1 1,1 0,0 0,0-1,0 1,0 0,-1 0,1-1,-3-1,1 1,-1 0,1-1,-1 1,1 0,-1 0,0 0,-4 0,-32-7,0 3,-42-1,-85 5,100 1,-410 3,453-3,0 2,1 1,-1 1,-41 13,-84 39,148-56,-6 3,0 0,0 0,0 0,0 1,1-1,-1 2,1-1,0 0,0 1,1 0,0 0,-5 7,5-5,0 0,1 0,0 1,0-1,1 1,0 0,0-1,1 1,-1 16,1 7,1-1,6 55,-4-73,1 0,-1 0,2 0,0 0,0-1,1 1,1-1,0 0,12 17,-12-20,2 3,0-1,1 0,0 0,0-1,1 0,0 0,22 13,-22-16,0 1,16 14,-18-14,0-1,0 1,1-1,13 6,-6-5,1-1,0-1,0-1,0 0,0-1,25 0,111-4,-85-1,7 1,1-4,-2-3,79-18,1-4,-93 19,-3 4,1 2,106 5,-69 2,81-3,171 3,-157 12,27 1,342-13,-292-4,-205-1,126-23,13-2,-84 26,-69 2,0-1,51-10,-34 2,93-3,69 13,-81 1,-70-3,88 3,-162-1,0-1,0 1,1-1,-1 1,0 0,0 0,0 1,0-1,5 4,-7-5,0 1,0 0,-1-1,1 1,0 0,-1 0,1-1,0 1,-1 0,1 0,-1 0,1 0,-1 0,0 0,1 0,-1 0,0 0,0 0,0 0,0 0,0 0,0 0,0 0,0 0,0 0,0 0,0 0,-1 0,1 0,0 0,-1 0,1 0,-1-1,1 1,-1 0,0 1,-6 9,0-1,-1 0,0-1,0 1,-1-2,0 1,-1-1,0-1,0 1,-1-2,1 0,-1 0,-1 0,1-2,-1 1,-13 2,-78 17,49-13,-101 37,101-29,-78 17,97-30,0-2,0-1,-1-2,-40-3,5 0,-71 0,-349 4,430 2,-101 19,-55 28,26-6,69-20,-296 60,-4-24,393-58,-431 25,404-29,0 3,-96 14,88-7,-1-4,-118-5,80-2,-545 2,634 0,-1 1,1 1,0 0,-23 6,32-6,0-1,1 0,0 1,-1 0,1 0,0 1,0-1,0 1,0-1,1 1,-1 1,1-1,-1 0,1 1,0 0,1-1,-5 9,6-11,1 1,-1 0,1 0,0 0,-1 0,1 0,0 0,1 1,-1-1,0 0,0 0,1-1,-1 1,1 0,0 0,-1 0,1 0,0 0,0 0,0-1,0 1,1-1,-1 1,0 0,1-1,-1 0,1 1,-1-1,3 1,5 5,1-1,-1 0,19 8,7 1,0-1,0-2,1-1,1-2,-1-1,2-2,52 2,387-8,-199-3,-247 3,312-12,173-5,-233 15,-161-7,0-5,127-32,-126 13,-87 21,0 2,2 1,65-5,246 13,-162 3,-180-2,4 0,-1 0,0 0,0-1,0-1,0 1,15-6,3-3,1 0,1 2,-1 1,1 1,60-3,-16 10,-37 0,0-1,-1-2,45-8,-35 2,88-4,48 13,-73 0,-103-1,-1 0,1 0,0 0,-1-1,1 0,0 0,-1-1,9-3,-12 4,0 0,0-1,0 0,1 1,-1-1,-1 0,1 0,0 0,0 0,-1 0,1 0,-1-1,0 1,0 0,0-1,0 1,0-1,0 1,-1-1,2-4,0-19,-1 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20:48.6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151 31,'1959'0,"-1650"-15,-7 0,2115 15,-1097 1,-222-1,-1085 0,0 1,1 0,-1 1,0 0,0 1,0 0,0 1,-1 1,1 0,-1 0,-1 2,1-1,-1 1,0 1,16 14,-26-21,1 0,-1 0,0 0,0 0,0 1,0-1,0 0,0 0,0 1,0-1,-1 1,1-1,0 1,-1-1,1 1,-1-1,0 1,0 0,1-1,-1 1,0 0,0-1,0 1,-1-1,1 1,0 0,-1-1,1 1,-1-1,1 1,-1-1,0 1,1-1,-1 0,0 1,0-1,0 0,0 1,0-1,0 0,-2 1,-4 3,1 0,-1-1,1 0,-1 0,-1-1,1 0,-11 4,-19 3,0-2,-1-2,-68 4,-121-11,117-1,-651 1,722 4,-1 1,-68 16,0 0,-126 22,-63 8,-118 9,120-21,21-4,143-19,-201-4,149-9,-91 20,240-19,-12 3,1 1,0 2,-64 23,50-15,-1-1,0-4,-1-2,-69 3,-251-11,191-5,-1777 3,1961 0,0 0,0-1,0 0,0 0,0-1,0 0,0 0,0 0,1 0,-7-5,-3-2,1-1,-16-15,-9-6,9 17,27 13,0 0,0 0,-1 0,1 0,0-1,1 1,-1-1,0 0,0 0,1 0,-1 0,-1-3,4 4,-1 1,1 0,0-1,0 1,0-1,0 1,0 0,1-1,-1 1,0-1,0 1,0 0,0-1,0 1,0 0,1-1,-1 1,0-1,0 1,1 0,-1 0,0-1,0 1,1 0,-1-1,0 1,1 0,-1 0,0 0,1-1,-1 1,0 0,1 0,-1 0,1 0,-1 0,0 0,1 0,-1-1,1 1,-1 0,0 1,1-1,21-4,-22 4,55-1,0 1,90 14,17 1,340-13,-259-4,1297 2,-1499-4,-40 4,0 0,0 0,0-1,-1 1,1 0,0-1,0 1,-1 0,1-1,0 1,0-1,-1 1,1-1,-1 1,1-1,-1 0,2-1,-2 2,0-1,0 0,0 1,0-1,0 0,0 0,0 1,-1-1,1 0,0 1,0-1,-1 0,1 1,0-1,-1 1,1-1,-1 0,1 1,0-1,-1 1,1-1,-1 1,0 0,1-1,-2 0,-3-3,0 1,-1 0,1 0,-1 0,0 0,0 1,-6-2,-48-10,47 12,-25-6,1 0,0-3,0-1,-49-24,68 27,0 0,-1 2,-1 0,1 1,-1 0,0 2,0 1,-1 0,1 2,-1 0,1 1,-1 1,1 1,-40 9,-55 17,-74 14,5-4,95-18,3 1,36-9,0-1,-55 3,8-11,58-3,0 1,-49 9,1 6,-160 36,226-46,1 2,0 0,0 1,1 1,0 0,1 2,0 0,1 1,1 1,-22 23,29-29,0 0,-1-1,-12 8,-21 16,28-17,0 1,1 0,1 1,0 0,-20 35,30-44,0 1,0-1,0 0,1 1,0 0,0-1,0 1,1 10,1-13,0 0,0 0,1 0,0-1,0 1,0 0,0 0,1 0,0-1,0 1,0-1,1 0,-1 1,5 4,-1-3,1 1,0-1,0 0,0 0,1-1,-1 0,1 0,1-1,-1 0,0-1,1 1,0-2,11 3,11 1,0-1,47 0,157-5,-121-3,-83 1,0-2,0-1,-1-1,47-17,9-2,84-3,-8 2,-81 7,0 3,90-5,42 2,-84 6,-27 1,38-3,134-5,-126 9,105-16,-210 21,0-1,60-18,-36 8,470-79,8 47,-272 41,-79 5,177-40,-85 5,-226 30,-1-3,93-29,-86 21,107-18,-42 27,187 8,-140 5,-138-5,63-11,18-2,189 13,-158 4,-133-1,1 1,38 9,-13-2,-37-7,0 1,0 0,-1 0,1 0,-1 1,0 0,0 1,0 0,-1 0,1 0,9 12,-8-10,0 1,0-1,1-1,-1 0,1 0,16 8,1-5,-18-6,0-1,0 1,0 0,-1 1,0 0,1 0,-1 0,-1 1,1 0,-1 0,0 1,10 11,50 65,11 14,-68-82,0 1,0 0,-2 0,7 17,35 80,-6-16,-10-17,25 75,-50-129,-2 0,0 1,-2-1,1 38,9 110,0 19,-15 187,1-361,0 0,-1 0,-1 0,-1 0,-1 0,0-1,-1 1,-9 20,-122 269,129-290,-5 15,6-16,-1 1,0-1,0 0,-2-1,0 1,-1-2,-20 24,-89 81,98-101,-1-1,-48 29,3-3,51-32,-1 0,0-2,-1 0,0-1,0-1,-1-1,0 0,0-2,0 0,0-1,-1-1,-34 0,39-2,-19 0,-1 1,-43 8,5 0,0-3,-85-3,-94 7,41 23,101-14,-183 8,273-27,5-1,0 2,0-1,0 2,-29 6,-259 63,208-52,49-11,-92 4,-50-13,73-1,-1055 2,987 15,15-1,-167-15,-90-53,308 26,81 17,0 3,-1 0,-48-2,29 9,28 1,0 0,0-2,0-1,0-2,-38-10,-204-87,236 90,11 3,-1 1,-26-5,24 6,1-1,-1-1,1-1,-43-24,-28-12,15 13,-86-32,140 54,0-1,1 0,-31-22,-72-56,115 79,-5-3,2 1,0 1,0 0,-1 2,0 0,-29-11,42 19,0 0,1 0,-1-1,0 0,1 1,0-1,0-1,0 1,0-1,0 1,1-1,-1 0,1 0,-3-6,-2-5,0-1,-11-32,14 33,-1 0,0 1,-15-25,5 16,0-1,2-1,1 0,-12-32,-41-147,12 35,50 155,-2 1,0-1,-1 1,0 0,-1 1,-16-22,11 18,1-2,1 1,1-2,0 1,2-1,0-1,1 1,1-1,-5-25,3 12,-2 1,-1 1,-1 0,-2 1,-24-40,-55-112,13 24,-14-44,74 139,17 50,0-1,-2 1,1 0,-2 1,-7-15,-6-1,5 6,0 0,2-1,-13-29,15 25,2 0,-7-33,6 13,2 8,-5-62,10 72,1 4,0 1,4-32,-2 49,0 0,0 1,1-1,0 0,0 1,1 0,-1-1,2 1,-1 0,0 1,1-1,0 1,5-6,1 1,1 1,0 1,1-1,0 2,0-1,0 2,1 0,0 0,0 1,1 1,-1 0,1 1,0 0,0 1,0 1,0 0,27 2,-33 1,1 0,0 0,-1 1,0 0,0 0,0 1,0 0,0 1,-1 0,0 0,0 0,0 1,0 0,-1 0,10 14,-4-4,-1 0,0 0,-1 1,-1 0,-1 1,8 24,-9-17,-1 0,-1 1,3 47,-8 80,1 7,1-139,1 0,0 0,2 0,12 35,-2-22,33 60,-4-6,-26-51,22 35,-25-46,16 38,-19-37,19 30,67 84,-73-109,6 13,-20-27,2 0,0-1,0-1,2 0,30 26,-41-39,26 18,-1 2,45 47,-26-22,2-2,64 46,14 11,-118-93,1-1,0 0,1-1,-1-1,2 0,-1 0,1-1,0-1,0 0,1-1,-1 0,1-1,0-1,28 2,-2-5,-1-1,1-2,0-2,-1-1,47-16,187-79,-79 26,0 13,4 9,240-34,-158 57,-165 20,-6 3,38-6,112-15,411-30,-280 30,-316 23,5 0,119-24,216-87,-257 78,-103 28,81-28,-81 20,51-22,-79 28,14-8,2 2,0 1,89-23,-92 34,82-18,182-12,51 34,-221 4,-124-1,0 0,1-1,-1 0,1 0,-1-1,0 0,13-6,-19 7,1-1,-1 0,1 0,-1 0,0 0,0 0,0-1,-1 0,1 1,0-1,-1 0,0 0,1 0,-1-1,-1 1,1 0,0-1,-1 0,0 1,2-8,-3 9,0-1,0 1,0-1,0 0,0 1,-1-1,1 1,-1-1,0 1,0-1,0 1,0-1,0 1,0 0,-1 0,1 0,-1-1,0 1,1 1,-1-1,0 0,0 0,0 1,0-1,-1 1,1 0,-4-2,-8-5,0 1,-1 1,-19-5,29 10,-32-10,0 3,-1 1,-72-4,-121 11,126 3,-353-2,-97 1,288 7,3 21,201-14,0 3,1 2,-65 34,117-51,-58 28,-28 12,50-27,0-2,-75 14,87-21,1 1,0 2,-47 22,-37 13,52-28,-113 16,-70-9,131-14,-196 3,182-10,-73 11,104-6,24-3,-262 19,145-13,-220 42,344-42,-118 3,-70-16,94-1,114 1,26-1,0 2,-42 5,51-2,0 1,1 1,-24 12,2-2,31-13,-26 10,-61 17,-27 0,105-27,1 1,1 1,-1 0,0 0,1 1,0 1,0 0,0 0,1 1,-17 14,21-15,1-1,-1 1,1 1,0-1,0 1,1 0,0 0,0 0,1 0,0 1,0 0,1-1,0 1,0 0,1 0,0 0,0 13,1-15,1-1,0 1,0-1,1 1,0-1,0 0,0 1,0-1,1 0,0 0,0-1,0 1,0-1,1 1,0-1,8 7,6 4,1-1,35 20,-48-31,32 20,2-2,0-2,71 22,-78-31,1-2,0-2,1-1,-1-1,45-2,1019-7,-737 5,29-23,-2-29,-174 9,16-3,288 3,-269 28,6 1,-132 13,15 1,168-21,182-79,-367 72,1 4,161-10,-162 23,129-7,-166 19,-36 0,-1-1,80-12,-72 3,89-2,58 12,-74 1,-32-4,107 5,-199-3,1 0,-1 1,0-1,0 1,0 0,0 0,0 1,7 3,-10-4,0-1,1 1,-1 0,0 0,0 0,0 1,0-1,-1 0,1 0,0 0,0 1,-1-1,1 0,-1 1,1-1,-1 1,1-1,-1 1,0-1,0 1,0-1,0 0,0 1,0-1,0 1,0-1,-1 1,0 1,-1 4,-1 0,0 1,-1-1,0-1,0 1,-1 0,1-1,-1 0,-1 0,1-1,-1 1,-12 8,-8 6,0-2,-2 0,0-2,-1-1,0-1,-53 16,5-8,-124 20,74-25,57-9,-86 21,109-17,8-3,-40 16,30-5,0-3,0-2,-2-2,1-2,-84 6,-34-15,89-3,-98 11,53 6,-368 53,0 24,409-74,-332 71,-6-35,137-50,-47 4,231 1,-144 33,119-16,-228 17,-129-32,290-28,25 1,-291 13,236 4,214-2,0 0,0 0,1-1,-1 0,0-1,0 0,1 0,-1 0,1-1,-1 0,1 0,0-1,0 0,1-1,-1 1,1-1,0 0,0-1,-6-6,3 4,0 0,-1 0,0 1,0 1,0 0,-21-9,19 10,0-1,1 0,0 0,0-2,-11-9,17 10,9 4,18 6,26 10,1 2,-2 2,55 28,136 83,-187-99,-26-15,2-1,0-1,0-1,1-2,36 8,-58-16,152 29,57-1,81 10,78 6,-39-37,41 2,27 26,-377-34,44 5,88 19,-119-17,1-1,-1-2,1-1,0-3,0-1,55-6,163-16,-211 18,48-8,38-4,-18 14,-51 2,100-12,451-71,-185 26,-128-8,-257 54,44-13,-41 8,1 3,92-11,-105 16,0-1,64-24,-69 21,50-24,-62 25,1 0,0 2,32-9,-6 7,-9 1,1 1,60-4,-83 10,-1-1,0 0,0-1,0 0,-1-1,1-1,-1 0,17-11,29-12,-13 7,-45 22,-1 0,1 0,-1 0,1-1,-1 1,1 0,-1-1,1 1,-1 0,1-1,-1 1,1-1,-1 1,0 0,1-1,-1 1,0-1,0 1,1-1,-1 1,0-1,0 0,0 1,1-1,-1 1,0-1,0 1,0-2,-1 1,0 0,1 0,-1 1,0-1,0 0,0 0,0 0,0 0,0 1,0-1,0 1,0-1,0 1,0-1,-2 0,-23-8,-1 1,0 1,0 1,-37-3,-117-2,169 11,-23-2,-95-3,-177 15,271-3,-1 0,1 2,1 2,0 2,1 0,-47 27,27-15,-105 33,-63 1,107-30,-81 19,-298 34,407-70,-87 24,61-18,80-14,31-3,-1-1,1 1,-1-1,1 1,-1 0,1 0,-1 0,1 0,0 0,-1 0,1 1,0-1,0 1,0 0,-2 2,4-4,-1 1,1 0,-1-1,1 1,0 0,-1 0,1-1,0 1,0 0,-1 0,1 0,0-1,0 1,0 0,0 0,0 0,0-1,0 1,1 0,-1 1,1-1,-1 1,1 0,0-1,0 1,0-1,0 0,0 1,1-1,-1 0,0 1,1-1,2 2,8 4,1-1,-1 0,2 0,-1-1,0-1,26 5,-19-4,63 14,2-4,0-4,0-3,1-4,143-12,494-116,-621 95,-83 25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21:05.6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920 268,'23'-1,"0"-1,23-5,2-1,682-57,-302 32,-286 19,149-5,982 21,-1028 17,-144-8,-1 2,51 4,-54-15,-32-2,0 3,110 20,-105-9,-24-5,0 1,0 3,68 28,36 28,-50-30,8 4,-93-36,-1 0,-1 2,1-1,-2 2,17 14,-24-18,-1-1,1 1,-1 0,-1 0,1 0,2 7,15 23,18 20,-26-34,2-2,0 0,27 27,-36-42,0 1,-1 0,0 1,0-1,-1 1,1 0,-1 0,3 9,0 4,9 40,-14-52,53 195,-40-146,-2-11,-3-1,6 63,-12 254,-6-192,2 402,-3-535,-1 1,-2-2,-20 70,17-73,-1-2,-2 1,-1-1,-1-1,-1-1,-2 0,-1-1,-1 0,-2-2,-31 32,-5-5,-126 89,116-93,-99 59,-14 11,115-69,-143 82,127-81,2 0,5-9,45-23,-2-2,1-2,-2 0,-38 11,-155 29,168-44,-1-4,-59 2,-278-22,-433-7,600 21,125-6,-1-5,-112-26,174 29,-38-12,1-4,-101-42,45 14,38 10,61 24,-47-15,70 29,0-1,1 0,-1-1,1 0,0-1,1-1,-1 0,1 0,1-1,-12-10,2-3,-1 0,-1 2,-1 0,-47-29,44 33,2-2,0-1,1-1,1-1,1-1,-27-34,33 40,-1 0,-1 0,-1 2,-27-17,28 20,1-1,1 0,-1-2,2 1,-1-2,-15-20,-2-5,-60-58,61 67,1-2,-50-68,63 74,-1 2,-1 1,-45-42,52 54,4 4,0 0,0 0,1-1,0 0,-8-12,-20-37,-96-144,122 187,0 0,1 0,1-1,1 0,0-1,0 1,-3-22,4 9,1 1,2-1,2-44,3-285,-3 269,1 60,2-1,0 1,2 0,1 1,13-35,1 6,41-78,-55 123,12-24,31-47,-41 72,-1 0,1 1,1 0,0 0,0 1,0 0,1 0,20-11,0 2,-1-2,27-22,-34 23,1 1,1 1,47-23,51-2,-59 23,-44 13,0 0,1 2,0 0,20 0,82 4,-50 1,495-2,-298-18,-184 10,132-19,-181 22,0-3,0-1,-1-1,52-24,-38 15,63-16,-45 23,1 2,106 0,-102 7,101-12,-72 4,158-18,-162 16,100-6,-153 17,-1 3,84 12,-66-4,1-3,69-2,-65-3,118 16,201 71,-241-42,23 5,16 6,-151-45,-12-4,-1 1,0 0,0 2,-1 0,-1 1,0 1,0 1,-2 0,26 30,-31-34,1-1,0 0,0 0,15 8,13 10,-34-22,1 0,-1 1,0-1,0 1,0 0,-1 1,7 12,20 54,-12-25,-11-30,-1 1,10 36,-16-50,0-1,0 1,0 0,-1 0,0 0,0 0,0 0,0 0,-1 0,0 0,0-1,0 1,-1 0,1-1,-1 1,0-1,-4 7,-1-4,1 0,-2 0,1 0,-1-1,0 0,0-1,0 0,-1 0,-17 7,1-3,0-1,-39 8,42-13,0-1,0 0,-1-2,1-1,-1 0,1-2,0 0,-28-9,-23-10,-75-35,87 33,-8-4,-113-60,82 32,-2 5,-2 5,-134-41,90 30,47 23,62 19,-1 2,-1 1,0 2,-46-5,-18 6,-178 6,154 5,-249-1,350 0,0 1,1 1,-51 14,28-2,-54 23,53-16,-60 22,-69 13,-273 80,229-89,90-21,7-5,83-16,-1 2,1 2,1 2,-45 19,69-24,1-1,-1-1,0 0,0-2,0 0,-23 1,32-4,-1 2,0 1,0 0,0 0,0 1,0 0,1 1,0 0,0 1,0 0,1 1,-10 7,-26 17,42-29,-1 0,0-1,-1 1,1-1,0 0,0 0,0 0,-1-1,1 1,0-1,-1 0,1-1,0 1,-1-1,1 1,0-1,-1 0,1-1,0 1,-6-4,-9-5,0 0,-35-27,18 13,25 17,-1 0,-1 1,-24-10,33 15,1 0,-1 0,1 0,-1 0,1 1,-1-1,0 1,1 0,-1 0,1 0,-1 0,0 1,1 0,-1 0,1 0,-1 0,1 0,0 0,-6 4,7-3,0 0,1-1,-1 1,1 0,-1 0,1 0,0 1,0-1,0 0,0 0,0 1,1-1,-1 0,1 1,-1-1,1 1,0-1,0 1,0-1,0 0,0 1,1-1,-1 1,1-1,-1 0,1 1,0-1,2 4,1 4,1-1,0 1,0-1,1 0,8 10,-2-6,1 1,0-2,1 0,0 0,1-1,0-1,1-1,0 0,0-1,1 0,0-2,1 0,-1-1,1 0,0-2,0 0,32 1,77-2,193-21,122-43,-45 5,-300 45,202-18,-79-2,-61 6,357-9,288 36,-790 1,0 0,0 0,-1 1,1 1,-1 0,23 11,24 7,-9-6,2 0,65 12,128 25,19 2,220 16,-410-55,141 51,-200-61,0 2,17 10,12 6,-42-22,1 0,0 0,-1 0,1 0,-1 0,0 1,0-1,5 7,-7-9,-1 1,0-1,1 1,-1-1,0 1,1 0,-1-1,0 1,0-1,0 1,0 0,1-1,-1 1,0 0,0-1,0 1,0 0,0-1,-1 1,1 0,0-1,0 1,0 0,-1 0,0 1,0-1,0 0,0 0,0 0,0 0,-1 0,1 0,0 0,0 0,-1-1,1 1,-1 0,-1 0,-19 6,1 0,-1-1,-39 4,-72 1,124-11,-75 2,-114-11,-83-25,209 24,-4-1,-152-13,-400 23,300 3,169-2,-226 2,2 27,183 10,121-21,-88 7,32-11,-157 8,267-20,-1 1,1 1,0 1,-32 11,-30 6,10-8,0-3,-130 1,144-9,-108 19,103-9,36-6,0-1,-43 1,-56-9,-60 4,180 0,0 0,0 1,0 0,1 1,-1 0,-11 7,-24 9,41-18,-22 9,26-10,0-1,1 0,-1 1,1-1,-1 1,1-1,-1 1,1-1,-1 1,1-1,-1 1,1-1,-1 1,1 0,0-1,-1 1,1 0,0-1,0 1,0 0,-1-1,1 1,0 0,0 0,0-1,0 1,0 0,0-1,0 1,1 0,-1 0,0-1,0 1,1 1,5 8,0 0,0-1,1 0,0 0,1 0,12 11,59 44,-71-58,12 9,1 0,1-1,0-2,1 0,1-1,0-1,0-2,0 0,1-1,0-2,1-1,-1 0,27-1,269-5,-74-1,472 30,-240 2,2-26,-426-3,105 0,336-12,-79-9,2 22,-152 0,588-1,-834 0,0-1,0-1,0-1,0-1,-1-1,1 0,-1-2,-1 0,20-11,-36 17,-1-1,1 1,-1-1,0 0,1 1,-1-1,0 0,0 0,-1 0,1-1,0 1,-1 0,1-1,-1 1,2-4,-3 4,0 0,0 1,1-1,-1 0,-1 0,1 0,0 1,0-1,-1 0,1 0,-1 1,1-1,-1 0,0 1,1-1,-1 1,0-1,0 1,0-1,0 1,-1 0,1-1,0 1,-1 0,-2-2,-22-16,0 1,-2 1,0 2,0 1,-2 1,0 1,-31-7,-223-43,160 45,-142-3,-126 21,258 5,1 6,-212 48,73 3,-475 97,577-133,0-7,-252-5,300-17,-115-5,171 0,0-2,1-4,0-2,2-3,-112-48,106 38,-2 3,0 3,-1 3,-1 3,-77-6,25 7,-56-4,159 18,1 0,0-2,-28-7,37 7,1-1,-1 0,1-1,0-1,1 1,-1-2,-13-10,-10-9,16 13,0-1,-19-19,32 27,0 1,1-1,0 0,0-1,0 1,0 0,1-1,0 0,1 0,-4-14,4 15,1 0,0-1,1 1,-1-1,1-8,1 16,-1-1,0 0,0 0,0 0,0 1,0-1,0 0,0 0,1 0,-1 1,0-1,0 0,0 0,0 0,1 0,-1 1,0-1,0 0,0 0,1 0,-1 0,0 0,0 0,1 0,-1 0,0 0,0 0,0 0,1 0,-1 0,0 0,0 0,1 0,-1 0,0 0,0 0,0 0,1 0,-1 0,0 0,0 0,1-1,-1 1,0 0,0 0,0 0,0 0,1 0,-1-1,0 1,0 0,0 0,0 0,0-1,0 1,1 0,-1 0,0 0,0-1,0 1,0 0,0 0,0-1,0 1,0 0,0 0,0-1,0 1,11 18,-11-18,54 98,67 136,-116-223,0 0,1 0,0-1,1 0,0 0,1 0,0-1,0 0,1-1,11 9,8 3,1-2,43 20,-43-23,-6-3,50 20,1-11,45 17,-99-30,-1 2,31 20,-28-16,27 12,5-5,2-2,0-4,89 15,-33-8,274 82,-76-16,-185-56,-71-20,0-2,108 6,112-17,-124-2,-50 2,353 13,182 6,-494-19,85-13,-45 0,-22-1,-2 0,-131 14,211 2,-233 0,-1-1,1 1,0 0,-1 0,1 0,-1 0,1 1,-1-1,4 4,-6-5,0 1,-1-1,1 1,0-1,-1 1,1-1,-1 1,1 0,-1-1,1 1,-1 0,1 0,-1-1,0 1,0 0,1 0,-1 0,0-1,0 1,0 0,0 0,0 0,0 0,0-1,0 1,0 0,0 0,0 0,-1 0,1-1,0 1,0 0,-1 0,1-1,-1 1,1 0,-1-1,1 1,-1 0,1-1,-1 1,0-1,1 1,-1 0,-1 0,-16 13,-1 0,0-1,-1-1,-32 14,5-2,7-3,0-3,-2-1,0-2,-1-2,0-2,-1-1,-71 5,-87 8,-119 7,140-21,-198 35,245-25,-174 3,-136-23,218-2,95 4,-303-13,429 12,-152-14,-203-43,57-27,249 69,-75-12,122 26,-1-1,1 0,0 0,1-1,-1 0,0 0,1 0,0-1,-1 0,1 0,1-1,-1 1,1-1,0 0,0-1,0 1,1-1,0 0,0 0,0-1,1 1,0-1,0 0,-3-12,5 18,1-1,0 1,-1-1,1 1,0-1,0 1,0 0,-1-1,2 1,-1-1,0 1,0-1,0 1,1-1,-1 1,1-1,-1 1,1-1,0 1,-1 0,1 0,0-1,0 1,0 0,0 0,0 0,0 0,0 0,0 0,0 0,1 0,-1 0,0 1,1-1,-1 0,0 1,1-1,-1 1,1 0,-1-1,1 1,-1 0,3 0,2-1,1 1,-1 0,1 1,-1-1,1 1,-1 0,1 1,11 4,11 8,-1 2,-1 1,0 1,41 37,-31-25,49 32,-9-11,-54-34,1-1,1 0,1-2,0-1,29 10,15-4,84 11,-50-11,128 20,256 12,-376-42,131 28,-194-30,1-2,0-2,58-5,-34 1,116-16,-98 6,147-21,-131 3,-12 3,140-10,-197 30,69-20,-68 14,8-2,-1-2,-1-2,53-29,14-27,-36 20,-27 21,-2-1,81-78,-29 14,126-163,-220 252,166-226,-121 160,47-97,-65 100,-4-1,-3-1,29-132,-48 169,-1 1,-2-1,-2 0,-4-73,1 102,-1 0,0 1,0-1,0 1,-1 0,0-1,-6-8,-33-45,20 30,14 19,-1 1,0-1,0 2,-1-1,-1 1,0 1,-22-16,-133-99,108 78,-14-16,-67-74,-30-27,126 123,-74-87,83 88,-3 2,-1 1,-1 3,-65-44,48 40,-2 1,0 4,-2 2,-2 3,-79-24,-101-8,184 49,-1 3,-72 0,-705 10,523 19,5 29,263-43,0 3,0 1,-50 21,-182 107,251-123,0 0,2 2,0 0,1 2,2 0,-32 40,23-21,2 1,2 2,-27 60,5-6,19-42,-31 86,49-109,1 1,2-1,1 1,1 1,-1 56,6-76,1 0,1 1,0-1,1 0,0 0,1 0,1-1,0 1,1-1,0 0,13 22,75 90,-9-14,-62-80,-3-4,17 31,-32-51,-1 0,1 1,-1 0,-1-1,1 1,-1 0,-1 0,1 0,-1 14,-1-20,0 1,-1-1,1 1,-1-1,0 1,1-1,-1 1,0-1,-1 0,1 1,0-1,-1 0,1 0,-1 0,0 0,0 0,1 0,-1-1,0 1,-1-1,1 1,0-1,0 0,-1 0,1 0,0 0,-1 0,1 0,-1 0,1-1,-1 0,0 1,1-1,-1 0,1 0,-1-1,1 1,-1 0,0-1,1 1,-1-1,1 0,0 0,-1 0,1 0,-4-3,-32-24,1-1,-46-48,46 42,22 18,-1-1,2-1,0 0,2-1,0 0,-11-28,7 17,-32-50,2 16,2-1,4-2,-37-85,42 54,20 54,9 24,0 0,2-1,1 0,-2-33,5 11,5-53,-4 90,0 1,0 0,1 0,0 0,0 0,0 0,0 0,1 0,5-6,1-1,0 1,17-16,-13 15,-7 5,1-1,-1-1,-1 1,0-1,6-14,4-7,-14 27,3-3,0 0,-1 0,0 0,2-10,-5 16,0 0,1-1,-1 1,0-1,0 1,0-1,0 1,0 0,0-1,0 1,0-1,0 1,-1 0,1-1,-1 1,1-1,-1 1,1 0,-1 0,0-1,0 1,0 0,0 0,0 0,0 0,0 0,0 0,0 0,0 0,-2 0,-7-3,-1 1,1 1,-1 0,0 0,1 1,-1 1,0-1,-20 4,8-3,-62 6,-94 19,143-20,28-3,0-1,1 1,-1 0,0 1,1 0,-1 0,1 1,0 0,0 0,0 1,1-1,-1 1,1 1,-6 5,5-1,-1 0,1 1,1-1,0 1,0 0,1 1,1-1,-5 16,1-1,1 0,1 0,1 1,-2 35,7 212,1-115,-1-148,0 0,1 1,1-1,0 0,0 0,1 0,1 0,0 0,0-1,9 17,-2-10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36:24.75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1,'0'1,"1"1,-1-1,1 1,0-1,-1 0,1 1,0-1,0 0,0 0,0 1,0-1,0 0,1 0,-1 0,0 0,3 1,24 14,-27-15,12 5,1-1,-1 0,28 5,-26-7,0 1,0 0,20 9,-2 3,2-2,43 12,-67-22,-1 1,1 0,-1 1,0 1,0-1,-1 2,17 15,18 14,-2-11,70 33,-102-55,21 9,0-2,0-1,45 8,-32-8,44 15,-73-19,-1 0,1 0,-1 1,0 1,-1 1,25 19,-3-1,1-1,2-1,70 33,-49-27,-48-26,0 1,0 1,0 0,-1 1,-1 0,1 0,8 11,-1 0,0-2,2 0,28 20,25 24,-63-53,-1 1,0 0,-1 1,0-1,11 21,11 37,14 25,-36-81,0 0,0 0,1-1,0 0,19 17,-20-21,-1 1,1 0,-2 1,1-1,-1 1,0 0,4 9,25 66,-5-8,23 28,-45-92,1 1,1-1,18 19,10 12,7 12,-25-31,0 1,23 40,-21-26,1-2,1 0,34 38,-44-58,-2 1,0 0,-1 0,10 25,17 27,-25-48,0 1,-1 0,-2 0,0 1,7 32,-4 1,-8-36,0 0,1 0,1-1,1 1,14 27,-13-33,-1 1,0 0,-1 0,-1 1,4 19,6 83,-2-23,1 46,-13 441,-2-277,1-293,0 2,1-1,-2 1,0-1,0 1,-1-1,-1 0,0 0,-1 0,-5 13,-2-2,1 1,2 1,1-1,-6 36,-5 105,16-141,-1-5,0-1,-2 1,0-1,-2 0,0 0,-1-1,-14 25,16-31,-58 140,28-60,12-40,16-38,2-1,-1 1,2 1,0-1,1 1,-5 27,3-1,-23 76,11-48,8-34,-27 59,8-23,-36 71,-1 2,-24 74,79-192,-5 4,2-5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36:44.66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2071 6346,'0'-5,"0"-1,0 1,0-1,1 1,0-1,0 1,0-1,1 1,0 0,0-1,0 1,1 0,-1 0,1 1,0-1,1 1,-1-1,1 1,0 0,0 0,8-6,53-48,-31 26,42-29,-65 53,2 0,-1 1,1 0,0 1,0 0,1 1,25-6,-17 7,3 1,0-2,1-2,-2 0,1-1,36-18,-36 13,-15 8,0-1,0 0,-1 0,1 0,9-11,7-3,-22 18,1-1,-1 0,-1 0,1 0,0 0,5-7,-9 10,0 0,0-1,0 1,0 0,1 0,-1 0,0-1,0 1,0 0,0 0,0 0,0-1,0 1,0 0,0 0,0-1,0 1,0 0,0 0,0 0,0-1,0 1,0 0,0 0,0 0,0-1,0 1,-1 0,1 0,0 0,0-1,0 1,0 0,0 0,0 0,-1 0,1-1,0 1,-13-4,-14 1,25 3,-49-2,-1 2,0 3,0 2,1 2,-74 21,-3 5,113-28,-1-1,1-1,-1 0,0-1,-23 0,34-1,0-2,0 1,0-1,0 1,0-1,0-1,0 1,0-1,0 0,1 0,-1 0,1-1,-1 1,1-1,0 0,0 0,0-1,1 1,-1-1,-4-6,7 9,0-1,0 0,0 1,0-1,0 0,0 0,1 0,-1 0,1 0,-1 1,1-1,0 0,0 0,0 0,0 0,0 0,0 0,0 0,1-2,0 1,0 0,1 0,-1 1,1-1,-1 1,1-1,0 1,0 0,0 0,0 0,4-3,7-4,0 1,1 1,-1 0,18-6,-27 12,229-75,9 18,-174 42,39-15,-69 18,76-14,-98 26,17-3,-31 3,0 1,-1 0,1-1,-1 1,1-1,0 1,-1-1,1 0,-1 1,0-1,1 0,-1 0,3-2,-4 2,0 1,0 0,0-1,0 1,-1 0,1 0,0-1,0 1,0 0,0-1,0 1,0 0,-1 0,1 0,0-1,0 1,0 0,-1 0,1-1,0 1,0 0,-1 0,1 0,0 0,0 0,-1-1,1 1,0 0,-1 0,1 0,0 0,-1 0,1 0,0 0,0 0,-1 0,-14-3,-45-2,-111 4,85 3,31-2,-97-12,-4-3,80 10,64 4,-1-1,1-1,0 0,0 0,1-1,-15-8,21 10,0 0,0-1,0 0,1 0,-1 0,1-1,0 1,0-1,0 0,0 0,1-1,0 1,0-1,0 0,0 0,-2-6,4 8,0 0,1 0,-1 0,1 0,0 0,0 0,0-1,0 1,0 0,0 0,1 0,0 0,0 0,0 0,0 0,0 0,0 0,1 0,-1 1,1-1,0 0,0 1,0 0,0-1,0 1,1 0,-1 0,1 0,4-2,6-5,1 2,0 0,0 1,24-7,-31 11,0 0,-1-1,0 0,0 1,0-2,-1 1,1-1,-1 0,1 0,-1 0,5-7,-7 8,-1 0,1-1,-1 1,0-1,0 1,0-1,-1 0,1 0,-1 0,0 0,0 0,0 0,-1 0,1 0,-1-1,0 1,-1-6,-2-17,1 21,1 0,0 0,0 0,1 0,0-1,0 1,0 0,1 0,0 0,0 0,1 0,-1 0,6-11,-5 11,1 0,-1 0,-1 0,1-1,-1 1,0 0,-1-1,1-9,-8-56,1 20,4-86,3 82,-3 0,-2 0,-20-98,8 97,-3 1,-51-101,63 142,0 1,1-1,0-1,1 1,1-1,1 1,-3-22,4 17,-2 0,0 0,-1 1,-1 0,-12-26,2-7,12 40,1-1,-1 1,-1 0,-8-15,-16-20,-31-58,53 92,2-1,0 1,0-1,1 0,1-1,-2-16,0 3,0 1,-2 1,-1-1,-2 1,-12-26,-1-4,0 4,-54-88,19 38,53 94,-3-9,0 2,-1-1,-1 1,0 1,-23-24,20 25,1-1,-19-28,18 24,-21-24,-29-21,32 35,1-2,2-2,-43-61,56 71,-1 0,-2 2,-23-23,23 25,1 0,1-1,-25-39,-52-91,73 112,10 16,-1 0,-1 0,-17-19,23 32,-72-92,67 84,1-1,1-1,0 1,-9-27,3-3,-2 1,-2 1,-45-79,-44-60,104 175,0 0,1 0,-1 0,2-1,-1 0,0-12,1 12,0-1,0 1,-1-1,-1 1,-5-13,4 14,-7-11,1-1,2 0,0 0,-9-34,12 36,0-1,-2 2,0-1,-1 1,-18-28,-4-8,24 39,0-1,1 0,-4-22,5 19,-14-34,-57-141,55 135,14 41,4 8,0 1,-1-1,-1 0,0 1,0 0,-7-9,-29-31,-19-25,57 68,0 1,0-1,0 0,1 0,-1 0,2-1,-1 1,-1-12,1-5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36:50.14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869 0,'2'27,"0"-1,8 33,4 28,2 44,2 39,-18 191,-1-159,0-187,0-1,-1 0,-1 1,0-1,-7 19,-32 69,25-63,7-17,4-11,1 1,1-1,0 1,0 0,-2 21,-3 23,-15 57,9-49,5-15,3-14,-13 41,16-65,-1 0,0 0,0 0,-1-1,0 0,-1 0,-13 14,7-7,1 0,1 0,0 1,1 1,1 0,-9 27,11-26,-1-2,0 1,-2-1,0 0,0-1,-2 0,-16 18,-8 2,-2-2,-1-2,-72 47,92-67,2 0,-1 2,2 0,-21 23,0 1,17-21,2 1,-18 25,31-37,0 0,1 1,0 0,0-1,1 1,-1 1,2-1,-1 0,1 1,-1 13,2 34,1-36,-4 38,-2-30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36:54.50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1,'458'0,"-440"0,0 1,0 1,0 0,34 11,-41-10,0 1,0 1,0 0,-1 1,0 0,0 0,0 1,14 13,-14-11,1 0,18 11,-22-16,0 0,0 0,-1 1,0 0,0 0,0 0,-1 1,0 0,0 0,0 0,6 12,27 55,-22-45,-2 1,15 39,-16-35,0-1,23 37,-18-36,24 60,8 34,7 20,-47-115,-1 0,8 55,-3 12,-5-45,3 76,-11-116,1 1,1-1,0 0,1 0,1-1,6 15,-5-12,0 1,-1-1,5 32,-3-5,18 61,2 10,14 50,-27-118,-3 1,-1 0,5 68,-14-88,2 0,1 0,1 0,1-1,13 34,0 11,-15-53,0 0,14 33,-10-32,-1 0,-1 0,-1 0,-1 1,-1 0,2 24,-6 123,-1-82,0-38,-12 59,-1 40,14 403,3-261,-2-261,2-1,1 1,10 42,-4-19,-7-27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37:04.20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1360 185,'-12'0,"0"-1,0-1,1 0,-1 0,-17-6,24 6,0 0,1 0,-1 0,0 0,1-1,0 1,-1-1,1 0,0-1,1 1,-1-1,0 1,1-1,0 0,-3-5,5 7,1 0,-1 1,1-1,0 0,0 0,-1 0,1 0,0 0,0 1,1-1,-1 0,0 0,1 0,-1 0,1 1,0-1,-1 0,1 0,0 1,0-1,0 1,0-1,0 1,0-1,1 1,-1 0,1-1,-1 1,3-2,5-3,-1 0,1 0,-1 1,12-5,-1 3,1 1,-1 1,1 0,0 1,0 2,0 0,0 1,0 0,0 2,0 1,32 6,-45-6,0-1,0 2,0-1,0 1,-1 0,0 0,1 1,-1 0,0 0,-1 0,1 1,-1 0,0 0,0 0,0 1,-1 0,0-1,4 10,6 4,0 0,1-1,1 0,31 26,-28-28,-1 2,0 0,-2 1,16 22,-5 5,14 21,-28-46,0 0,-1 1,-1 1,-1-1,10 38,-15-49,0 0,0-1,1 0,0 0,1-1,0 0,10 10,-5-5,16 25,-16-18,-2 1,0 0,-1 0,-1 1,-1 0,-2 1,0-1,2 28,-2 26,-7 93,0-58,4 19,-5 141,-11-170,0 7,12-86,-6 33,7-48,-1 0,-1 1,0-1,0 0,0-1,-1 1,-5 8,-10 12,0 0,-19 44,31-57,1 1,0 0,1 0,1 0,1 1,-3 31,5-28,-1 0,-1 0,-1-1,-12 38,3-24,-33 61,23-43,18-38,-1 0,0-1,-15 23,13-23,0 0,0 1,2 0,-1 0,2 0,-1 1,2-1,-5 22,3-8,-1 4,1 0,-3 59,7-64,-1 1,-2-1,-1 1,-11 30,-2 13,13-47,-3 14,1 0,-5 65,9-57,-2-1,-13 49,-8 61,24-139,-1 0,0 0,-1-1,-1 1,0-1,0-1,-13 19,-7 17,16-31,0-1,-24 30,17-25,9-9,0-1,2 1,-1 1,-4 15,7-18,0-1,0 1,-1-1,0-1,-1 1,0-1,-1 0,-11 14,-2-7,-33 22,-2 2,-27 20,-133 74,146-93,-55 42,114-76,0 0,1 0,0 1,-14 16,15-15,-1-1,0 0,0 0,-17 11,-59 20,66-32,1 1,0 1,1 0,-1 1,-27 21,39-24,1 0,-1 0,1 0,1 1,-1 0,1 0,0 0,-4 14,5-12,-1-1,0 1,-1-1,0 0,0 0,-10 11,-66 57,14-15,51-46,-1 0,-1-1,0-1,-34 20,47-31,1-1,-1 1,1 0,0 0,0 0,0 0,0 1,1 0,0-1,-1 1,1 1,-4 7,-1 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37:41.0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419 1,'0'450,"-1"-427,-1 0,-1 0,-1-1,-1 0,-1 0,-14 34,2 4,14-43,0-1,-13 29,6-24,0 1,-1-1,-1-1,-1-1,-1 0,-26 27,30-34,0 1,2 1,-1 0,2 0,0 1,-12 28,-2 6,-4 4,3 1,-30 106,46-123,2-1,2 1,1-1,5 63,0-13,-4-74,2 1,-1-1,1 0,1 0,1 1,-1-1,2 0,0-1,0 1,1-1,0 0,1 0,0 0,1-1,0 0,1 0,0-1,14 14,-17-19,0 1,0 0,-1 0,0 0,0 0,0 1,-1 0,0 0,0 0,0 0,-1 0,2 8,16 49,52 208,-43-146,-18-79,19 47,2 2,-13-38,46 96,4 8,-23-31,-40-117,1 0,1-1,0 0,19 21,10 16,1 8,46 80,-74-115,-3-7,0-1,0 0,1 0,1-1,0 0,1 0,0-1,16 14,20 18,-35-32,1-1,16 13,-17-14,-1 0,0 0,-1 1,0 0,0 0,-1 1,-1 0,12 26,-8-16,24 34,-27-43,0 0,-1 1,9 25,3 4,34 56,35 79,-77-151,-1 0,9 47,3 18,-19-82,1 0,0 0,0 0,1-1,0 0,13 17,-3-7,-1 0,-1 1,0 1,-2 0,0 0,8 24,-6-4,-1 1,10 63,-13-62,1-1,3 0,23 54,-9-22,-14-38,18 39,-20-55,-1 0,-1 1,-1 0,0 0,-2 1,-1 0,5 36,-9-36,1 0,1 0,2-1,0 1,1-1,11 26,24 67,-9-17,4 0,12 27,-41-107,5 6,-2 0,0 1,-2 0,-1 0,-1 1,4 31,-7 10,-2-32,8 50,26 78,47 220,-64-234,-6-31,-1-4,-5 162,-6-200,2-48,1 0,1 0,2 0,1 0,12 30,-12-39,17 31,-16-34,-1-1,-1 1,8 23,39 118,-5-22,-31-81,47 97,-19-39,-13-31,-19-44,-1 1,7 39,-6-18,19 58,-27-95,-1 0,0 0,-1 22,-1-19,1 0,7 27,-1-6,-6-29,1 1,6 18,20 38,-7-17,23 85,-21-39,37 162,-53-193,-7-49,1 0,6 25,56 162,-59-192,2 0,0-1,1 0,0 0,22 27,-16-25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37:46.4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3841 8887,'0'-1,"0"-1,-1 0,1 0,-1 1,1-1,-1 0,0 1,1-1,-1 1,0-1,0 1,0-1,0 1,-1-1,1 1,0 0,-3-2,-29-19,21 16,-54-40,-23-13,-101-51,165 97,0 1,-34-12,28 12,-34-17,-67-37,-55-32,88 45,65 36,0-2,-34-25,31 17,-73-60,96 74,1 0,0-1,0-1,2 0,-13-21,7 3,2 0,-13-45,-10-21,28 76,-22-41,19 39,1 0,0 0,2-1,1-1,1 0,2 0,0 0,2-1,-1-51,-10-77,1-15,14 157,0-18,-1 1,-9-51,2 42,-50-197,35 164,5 16,-35-80,14 51,-26-52,27 60,23 45,0 2,-3 0,-22-32,-60-84,66 93,-51-64,-77-88,132 170,-57-52,6 6,58 56,-1 1,-48-37,46 41,-26-27,3 3,-40-45,62 61,-50-43,46 46,2-1,0-2,-26-35,46 55,0-1,-1 1,-20-14,20 16,0-1,0 0,1-1,-9-10,-136-188,139 184,1-1,0 0,-13-36,17 36,-1 1,0 0,-2 1,-17-23,11 20,1-1,1-1,2-1,-21-49,-29-124,53 159,5 22,1-1,1 1,2-1,-3-22,6-194,2 104,-2 118,2-1,0 0,0 1,2 0,0 0,1 0,10-24,8-6,28-43,-31 54,254-417,-220 351,-36 62,25-37,-31 54,-1-1,0-1,-2 1,8-28,10-27,-17 53,116-281,-103 247,-2 7,18-68,-5-53,-26 134,1 1,2-1,28-64,6-14,16-83,-40 140,-8 26,16-65,-2 3,-19 73,-1-2,-2 1,0-1,2-29,-6-92,-1 120,-1-2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37:51.2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1127 0,'-1'10,"0"-1,-1 1,0-1,-1 0,-4 12,-1 2,-23 63,-44 87,67-156,-23 36,4-8,6-8,-1 0,-2 0,-2-3,-45 50,54-64,1 1,-18 30,20-30,0 0,-29 32,16-27,2 1,1 1,1 1,-26 45,-3 16,-114 150,151-220,1 1,1 0,1 1,1 1,1-1,-9 31,10-30,-2 0,0 0,-1-1,-19 25,15-23,5-5,1 0,0 1,2 1,0-1,1 2,1-1,1 0,-3 38,3 14,5 92,2-82,-2-36,4 77,-2-104,1 0,0 0,2 0,9 23,-4-14,2 7,2-2,1 0,2 0,34 50,-5-16,-29-41,26 31,-35-48,0-2,1 1,0-1,1-1,0 1,20 10,-5-5,7 3,0 2,38 28,167 128,-209-155,35 16,-42-25,-1 2,0 0,0 1,19 18,-11-5,1 0,2-2,1-1,57 32,66 20,-100-49,-26-12,0 0,0-3,41 12,243 43,-187-56,-83-8,48 9,-18 0,-38-6,0 1,59 18,-28-2,-42-16,-1 2,1 1,-2 0,26 15,122 74,-160-93,0 1,0 0,-1 0,0 1,0 0,-1 1,1 0,-2 0,1 1,-1 0,-1 0,0 1,10 19,63 107,3 7,-54-86,35 109,-52-133,2 1,2-2,1 0,1-1,27 39,-17-31,-3 2,-1 1,-2 0,-2 2,14 47,-12-33,48 93,-62-138,88 219,-77-171,-3 0,13 104,-12-61,-1 51,0-3,-6-80,1 80,-11 75,0-86,1 299,2-406,1 1,3-1,0 0,2 0,2-1,1 0,1-1,2 0,24 39,-27-54,0-1,18 19,-19-24,-1 0,0 0,0 1,-2 0,13 25,-8-6,-6-13,0 0,2-1,0 0,1 0,0-1,22 27,-14-24,0 0,-2 1,0 0,-1 2,16 31,-21-33,0 1,-2 0,0 1,-1-1,-1 1,-1 0,1 25,-2-22,0 0,2 0,11 34,-8-29,8 46,-12-41,2 0,1-1,1 0,24 59,42 73,-65-145,-1 0,7 36,-11-40,1 1,0-1,1 0,1 0,10 17,5 7,-15-22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38:00.0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264 1035,'-6'34,"1"-14,-5 48,0 94,-2 19,-8 114,21 1,1-102,-2-161,1 16,-3 0,-8 56,-4 25,9-60,4-65,1 0,-1 0,0 1,0-2,-1 1,0 0,0 0,0 0,0-1,-1 1,-3 4,5-7,-1-1,1 1,-1-1,1 0,-1 0,0 1,1-1,-1 0,0-1,0 1,0 0,0 0,0-1,0 1,0-1,0 0,0 1,0-1,0 0,0 0,0-1,0 1,0 0,0 0,0-1,0 0,0 1,0-1,-3-2,-2 0,0 0,0-1,1 0,-1 0,1 0,0-1,0 0,-9-11,12 13,1-1,-1 0,1 1,-1-1,1 0,0-1,1 1,-1 0,1 0,0-1,0 1,0-1,1 1,-1-1,1 1,1-8,25-142,-20 124,1 0,2 0,14-34,46-82,6-15,-65 135,-1-2,-1 1,-1-1,4-34,-4-63,-8-133,-2 86,3-181,2 327,1 0,0 1,2 0,1-1,1 2,14-34,-18 52,1-1,-1 1,1 0,1 0,-1 1,1-1,0 1,9-9,51-34,-41 32,14-11,54-40,112-74,-27 23,-137 87,2 2,2 2,0 2,61-25,-86 42,-1-1,0-1,-1-1,1 0,-2-2,0 0,25-26,-29 30,-11 15,-14 20,-10 10,20-29,-1 0,-1 0,1-1,-1 1,0-1,-11 11,-72 48,73-52,-7 7,-1-1,0 0,-2-2,-38 21,-82 34,101-49,19-11,1 1,1 1,0 0,1 2,0 1,-21 22,-101 114,125-131,0 0,2 1,1 0,0 2,2 0,-17 42,-47 168,67-195,-68 205,47-116,-1 3,26-105,2 1,1 0,1 0,2 1,2 45,0-26,1 800,-3-841,1 0,0 0,1 0,0-1,0 1,0 0,1 0,0 0,0-1,1 1,0-1,0 0,0 0,1 0,0 0,0-1,1 1,-1-1,1 0,0 0,0-1,1 1,10 5,-3-2,0-2,0 1,0-2,1 0,0 0,0-1,0-1,1-1,-1 0,18 0,243-1,-117-3,-133 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40:42.6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1184 253,'-3'-1,"0"0,1 1,-1-1,0 0,1-1,-1 1,1 0,-4-3,-8-3,-6-1,0 1,-1 1,1 0,-39-3,-87 4,-162 6,998-1,-700 1,-1 0,1 1,-19 6,-17 2,-35-4,64-7,0 2,-1 0,2 1,-1 0,0 2,0 0,1 1,-17 7,8-1,0-1,0-1,-1-1,0-1,-1-2,1 0,-1-2,0-1,-31-1,50-1,6-1,-1 1,0 0,1 0,-1 0,0 0,1 1,-1-1,1 1,-1-1,0 1,-3 2,6-3,0 0,0 0,0 0,0 0,0 0,-1 1,1-1,0 0,0 0,0 0,0 0,0 0,0 1,0-1,0 0,0 0,0 0,0 0,0 1,0-1,0 0,0 0,0 0,0 0,0 1,0-1,0 0,0 0,0 0,0 0,0 1,0-1,0 0,0 0,0 0,0 0,0 1,1-1,-1 0,0 0,0 0,0 0,0 0,0 0,0 0,1 1,-1-1,0 0,0 0,0 0,1 0,10 5,-10-4,34 13,1-1,1-2,0-1,0-2,1-2,71 3,232-11,-953 2,605 0,4 0,1 1,-1-1,1 0,-1 0,1-1,-1 1,1 0,0-1,-1 1,1-1,0 0,-4-1,6 1,0 1,0 0,0 0,0 0,-1 0,1 0,0-1,0 1,0 0,0 0,0 0,0-1,0 1,0 0,0 0,0 0,0-1,0 1,0 0,0 0,0 0,0 0,0-1,0 1,0 0,0 0,0 0,0-1,0 1,0 0,0 0,0 0,0 0,0-1,1 1,-1 0,0 0,0 0,0 0,0-1,0 1,1 0,-1 0,0 0,0 0,0 0,0 0,1 0,-1 0,12-5,16-1,0 2,1 1,0 1,44 3,-29 0,-14-1,-16 1,1 0,-1-1,1-1,19-4,-31 4,1 1,-1-1,0 0,0 0,0-1,-1 1,1-1,0 1,0-1,-1 0,1 0,-1 0,1 0,-1-1,0 1,0 0,0-1,0 0,-1 1,1-1,-1 0,1 0,-1 0,0 0,1-4,0-2,0-1,-1 0,0 0,-1 1,-1-20,1 26,0 0,-1 0,1 0,-1 0,0 0,0 0,0 0,0 0,-1 0,1 0,-1 1,0-1,1 0,-1 1,0 0,-1-1,1 1,0 0,-1 0,1 0,-1 0,-3-1,-11-4,0 1,-1 0,1 2,-1 0,-26-2,-94 0,14 2,-356-18,565 22,198-12,-33-7,-237 18,-1 0,0-1,-1-1,1 0,0 0,-1-1,13-7,21-6,-22 12,1 0,-1 2,1 0,0 2,-1 0,35 5,-19-2,40-4,-20-13,-59 16,-1 0,1 1,0-1,0 0,-1 0,1 0,-1 0,1 0,-1 0,1 0,-1 0,0 0,1 0,-1 0,-1 1,-5 5,-1 0,1-1,-1 0,-1 0,1-1,-1 0,0 0,-14 4,-6 1,-43 8,-17 5,-33 21,-160 82,231-104,30-13,-32 17,48-23,0 0,0 0,1 1,-1 0,1-1,0 2,0-1,0 0,1 1,0 0,-4 6,6-10,0 0,1 0,-1 0,1 1,-1-1,1 0,0 1,-1-1,1 0,0 1,0-1,0 0,0 1,0-1,0 1,0-1,0 0,1 1,-1-1,0 0,1 1,-1-1,1 0,0 0,-1 1,1-1,0 0,0 0,0 0,-1 0,1 0,0 0,1 0,-1 0,0-1,0 1,0 0,0-1,1 1,-1-1,0 1,0-1,1 1,-1-1,2 0,8 3,-1-1,1 0,0-1,14-1,-24 0,347-4,-1164 5,830-1,0-1,-1 0,1-1,-1-1,1 0,-1 0,0-1,0-1,-1 0,1-1,18-12,-27 14,0 0,0 0,0-1,-1 0,0 1,0-1,0-1,0 1,2-8,-3 8,0 0,0 1,0-1,0 1,1 0,0-1,0 1,0 0,0 1,1-1,-1 1,7-5,2 1,1 1,-1 1,1 0,1 1,-1 0,0 1,22-2,98 0,-106 5,264 2,-266-2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3T14:52:46.7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1 359 24575,'15'0'0,"74"0"0,157-18 0,-158 8 0,0 4 0,111 7 0,-68 2 0,38-2 0,204-3 0,-205-12 0,38-1 0,428 13 0,-330 3 0,520-1 0,-638 16 0,-6 0 0,952-16 0,-499-1 0,-455-14 0,-25 0 0,401 13 0,-285 3 0,258-1 0,-348-14 0,-23 1 0,526 10 0,-347 5 0,-222-1 0,129-3 0,-13-27 0,46-2 0,338 30 0,-294 3 0,48-19 0,-158-19 0,-127 20 0,139-7 0,-94 12 0,93-4 0,-121 15 0,-14 0 0,103-11 0,110-26 0,8 26 0,-7 0 0,94-11 0,2 24 0,-132 0 0,-203-3 0,69 3 0,-105 3 0,-19 0 0,-12 3 0,-93 36 0,-17 11 0,32-17 0,-16 2 0,73-27-1365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3T14:52:48.7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24575,'872'16'-698,"10"0"-17,4-18 2128,-811 6-1413,83 15 0,-126-15 0,40 10 0,-42-8 0,43 4 0,62-1 0,414 14 0,1301-24-1365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3T14:52:59.1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0 195 24575,'0'-5'0,"0"-7"0,5-1 0,2-3 0,0-5 0,3-3 0,0-2 0,-2-3 0,4 4 0,-2 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40:42.6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1334 553,'-3'-1,"0"0,1 1,-1-1,0 0,1-1,-1 1,1 0,-4-3,-8-3,-6-1,0 1,-1 1,1 0,-39-3,-87 4,-162 6,998-1,-700 1,-1 0,1 1,-19 6,-17 2,-35-4,64-7,0 2,-1 0,2 1,-1 0,0 2,0 0,1 1,-17 7,8-1,0-1,0-1,-1-1,0-1,-1-2,1 0,-1-2,0-1,-31-1,50-1,6-1,-1 1,0 0,1 0,-1 0,0 0,1 1,-1-1,1 1,-1-1,0 1,-3 2,6-3,0 0,0 0,0 0,0 0,0 0,-1 1,1-1,0 0,0 0,0 0,0 0,0 0,0 1,0-1,0 0,0 0,0 0,0 0,0 1,0-1,0 0,0 0,0 0,0 0,0 1,0-1,0 0,0 0,0 0,0 0,0 1,0-1,0 0,0 0,0 0,0 0,0 1,1-1,-1 0,0 0,0 0,0 0,0 0,0 0,0 0,1 1,-1-1,0 0,0 0,0 0,1 0,10 5,-10-4,34 13,1-1,1-2,0-1,0-2,1-2,71 3,232-11,-953 2,605 0,4 0,1 1,-1-1,1 0,-1 0,1-1,-1 1,1 0,0-1,-1 1,1-1,0 0,-4-1,6 1,0 1,0 0,0 0,0 0,-1 0,1 0,0-1,0 1,0 0,0 0,0 0,0-1,0 1,0 0,0 0,0 0,0-1,0 1,0 0,0 0,0 0,0 0,0-1,0 1,0 0,0 0,0 0,0-1,0 1,0 0,0 0,0 0,0 0,0-1,1 1,-1 0,0 0,0 0,0 0,0-1,0 1,1 0,-1 0,0 0,0 0,0 0,0 0,1 0,-1 0,12-5,16-1,0 2,1 1,0 1,44 3,-29 0,-14-1,-16 1,1 0,-1-1,1-1,19-4,-31 4,1 1,-1-1,0 0,0 0,0-1,-1 1,1-1,0 1,0-1,-1 0,1 0,-1 0,1 0,-1-1,0 1,0 0,0-1,0 0,-1 1,1-1,-1 0,1 0,-1 0,0 0,1-4,0-2,0-1,-1 0,0 0,-1 1,-1-20,1 26,0 0,-1 0,1 0,-1 0,0 0,0 0,0 0,0 0,-1 0,1 0,-1 1,0-1,1 0,-1 1,0 0,-1-1,1 1,0 0,-1 0,1 0,-1 0,-3-1,-11-4,0 1,-1 0,1 2,-1 0,-26-2,-94 0,14 2,-356-18,565 22,198-12,-33-7,-237 18,-1 0,0-1,-1-1,1 0,0 0,-1-1,13-7,21-6,-22 12,1 0,-1 2,1 0,0 2,-1 0,35 5,-19-2,40-4,-20-13,-59 16,-1 0,1 1,0-1,0 0,-1 0,1 0,-1 0,1 0,-1 0,1 0,-1 0,0 0,1 0,-1 0,-1 1,-5 5,-1 0,1-1,-1 0,-1 0,1-1,-1 0,0 0,-14 4,-6 1,-43 8,-17 5,-33 21,-160 82,231-104,30-13,-32 17,48-23,0 0,0 0,1 1,-1 0,1-1,0 2,0-1,0 0,1 1,0 0,-4 6,6-10,0 0,1 0,-1 0,1 1,-1-1,1 0,0 1,-1-1,1 0,0 1,0-1,0 0,0 1,0-1,0 1,0-1,0 0,1 1,-1-1,0 0,1 1,-1-1,1 0,0 0,-1 1,1-1,0 0,0 0,0 0,-1 0,1 0,0 0,1 0,-1 0,0-1,0 1,0 0,0-1,1 1,-1-1,0 1,0-1,1 1,-1-1,2 0,8 3,-1-1,1 0,0-1,14-1,-24 0,347-4,-1164 5,830-1,0-1,-1 0,1-1,-1-1,1 0,-1 0,0-1,0-1,-1 0,1-1,18-12,-27 14,0 0,0 0,0-1,-1 0,0 1,0-1,0-1,0 1,2-8,-3 8,0 0,0 1,0-1,0 1,1 0,0-1,0 1,0 0,0 1,1-1,-1 1,7-5,2 1,1 1,-1 1,1 0,1 1,-1 0,0 1,22-2,98 0,-106 5,264 2,-266-2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59:52.9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2861 1,'20'8,"0"0,0-1,29 5,0 1,17 6,71 22,-110-31,0 1,48 27,-51-25,36 15,16 8,-67-31,-1 1,0 0,0 0,0 1,0 0,8 10,-5-3,14 16,26 43,-44-62,-1 1,0 0,-1 0,0 0,-1 1,0 0,3 23,-1 48,-8 131,-2-73,4-121,0 0,-2 0,0 0,-1 0,-1-1,-1 1,-1-1,-14 32,7-24,-69 168,72-166,-1-2,-1 0,-2 0,0-1,-2-1,-2 0,-25 29,4 1,5-7,19-28,1 1,1 0,-18 41,22-41,-2 0,-1 0,0-1,-27 33,5-16,17-21,1 0,1 2,0 0,-21 38,24-28,1 0,-12 50,-3 8,15-51,-10 64,6-22,6-27,2 0,3 1,3 78,-1-91,-2-1,-16 71,18-99,-1 7,-2 0,0 0,0-1,-2 0,0 0,0 0,-2-1,0 0,-1-1,0 0,-1 0,-21 19,20-20,-21 28,26-31,0-1,-1 0,0 0,0 0,-1-1,-18 13,0-2,1 1,0 1,1 1,-32 38,32-33,5-4,-23 35,27-35,-1-1,-28 30,-46 27,57-51,1 1,-44 51,57-57,-1 0,-2-2,0 0,-1-2,-1-1,-29 17,38-24,1 0,0 1,1 0,0 1,1 1,0 0,1 1,1 1,1-1,-10 19,1-1,-32 60,46-81,0 1,1 1,0-1,0 0,-1 25,2-5,3-15,-2 0,0 1,0-1,-2 0,0 0,-2-1,0 1,-9 17,0-9,-23 28,2-4,16-18,8-13,0 0,-1 0,-1-1,0-1,-1-1,-19 16,15-17,1-2,0 1,1 1,1 0,0 1,-20 28,-63 109,76-111,16-27,-1 0,-14 20,-24 33,36-51,-1 1,-1-2,0 0,-1 0,-1-1,-21 17,-109 78,139-105,0-1,0 2,1-1,-1 0,1 1,1-1,-1 1,1 0,0 1,0-1,1 0,-1 1,1 0,1-1,-2 13,0 11,1-1,3 41,0-46,1 36,1-15,-6 65,2-97,0-1,-1 1,-1-1,0 0,-1 0,0 0,-1 0,-1-1,-12 21,0-8,-2 0,-1-1,-1-1,-1-1,0-1,-40 25,48-34,0 1,1 1,0 0,1 1,0 1,-15 22,1 5,-25 55,46-84,1 0,1 0,-4 17,6-19,-1-1,0 1,-1-1,0 1,0-1,-7 10,-34 48,-67 78,101-134,0 0,1 1,1 1,0 0,1 0,1 0,0 1,1 0,1 1,0 0,1-1,0 1,2 0,-2 18,4 164,2-111,-2-60,2 0,8 47,-8-65,0 1,1-1,0 0,0-1,1 1,0-1,1 1,0-1,0 0,0-1,11 11,1 0,-1 1,-1 0,-1 1,0 1,-1 0,-2 1,11 27,24 82,-40-108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4:59:56.6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4343 1,'-21'18,"-1"-1,0-1,-1 0,-1-2,-29 13,22-12,1 2,-43 31,-14 27,49-41,-2-1,-57 36,56-42,1 2,2 2,1 1,-44 50,70-72,-1 0,0-1,0 0,-1 0,0-2,-14 7,-9 5,25-12,0 0,1 1,0 0,1 0,-1 1,-11 15,-40 63,43-57,-30 35,-22 11,35-40,3 1,-38 55,43-50,2 0,-2-2,-55 63,-30 29,19-19,-36 11,10 8,100-111,0-1,-2 0,0-2,-1 0,-36 21,37-27,0 1,2 0,-1 2,2 0,0 1,1 1,-21 26,18-18,-1-2,0 0,-2-1,-47 33,39-28,0 1,2 2,0 1,-24 35,-19 22,31-45,22-24,-29 37,15-7,20-28,-1-1,-1 0,-1-1,-20 19,26-28,2-5,2 2,-1-1,1 1,0 0,-6 9,-3 4,-1 0,0-1,-37 32,21-21,6-6,1 2,0 1,-36 53,53-67,0-1,-1-1,-1 1,0-1,0-1,-13 9,-11 14,2 1,-34 44,4-3,-59 43,6-5,74-61,27-33,-28 30,-41 27,49-47,1 2,1 1,-36 49,24-12,-35 75,34-59,35-67,0 0,2 1,1 0,0 0,1 1,1 0,1 0,1 0,-1 26,4 278,2-130,-2 164,0-321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00:01.1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4859 1,'-283'645,"226"-523,-58 124,-95 212,14-61,151-309,26-49,-1-1,-37 51,-29 15,43-54,-47 70,65-80,-2 0,-2-2,-40 40,45-54,-29 28,-54 71,-11 18,95-113,2 1,2 1,0 1,-18 43,21-41,-1 0,-1-2,-44 57,58-83,0-1,0 0,0 0,-1 0,-6 4,11-8,-1 1,0-1,0 1,1-1,-1 0,0 1,0-1,0 0,1 0,-1 0,0 0,0 0,0 0,0 0,1 0,-1 0,0 0,0 0,0 0,1 0,-1-1,0 1,0 0,0-1,1 1,-1-1,0 1,1-1,-1 1,0-1,1 1,-1-1,1 1,-1-1,1 0,-1 1,1-1,-1 0,1 0,0 1,-1-1,1 0,0 0,-1-1,-1-5,0-1,0 1,1-1,0 0,0 1,1-1,0 0,0 0,0 1,1-1,2-8,1 2,-1-1,2 1,0 0,13-26,-16 36,0 1,0-1,1 1,-1 0,1-1,-1 1,1 1,6-6,-8 7,0 1,0-1,1 0,-1 1,0 0,0-1,0 1,1 0,-1-1,0 1,0 0,1 0,-1 0,0 0,0 0,1 1,-1-1,0 0,0 0,1 1,-1-1,0 1,0-1,0 1,0 0,0-1,0 1,0 0,0 0,0 0,2 1,1 3,0 1,0 0,-1 0,1 0,-1 0,0 0,-1 1,0-1,0 1,0 0,1 9,4 13,2 9,-1-1,-2 1,2 52,-8 116,-2-95,2 834,-1-880,-4-1,-2 1,-4-1,-24 85,19-99,-1-1,-3 0,-43 74,47-92,-17 47,25-56,0-1,-2 1,-1-2,0 1,-1-1,-16 19,-83 96,58-67,-72 69,60-70,-80 106,98-120,31-36,-26 33,-1 15,3 1,-40 91,65-125,-2-1,-32 48,-50 51,93-123,-5 8,2 0,-1 0,2 0,0 1,1 1,1-1,-5 19,3-13,0-1,-2 0,0-1,-1 0,-28 36,-81 81,86-100,19-19,0 1,-11 21,13-20,-23 27,30-40,0 0,-1-1,1 0,-1-1,-1 1,1-2,-13 7,11-6,0 0,0 1,1 0,0 0,0 0,0 1,-6 8,-42 58,41-51,-1-1,-22 23,-55 38,-8 10,81-74,0-1,-1 0,-1-1,-25 13,-100 45,53-29,36-18,29-15,-28 18,18-9,-1-2,-1-2,0-1,-46 10,58-18,-69 23,66-24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00:04.6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1520 1,'33'30,"-20"-20,21 24,-8 1,25 42,-27-40,28 35,-37-53,0 0,-2 1,0 0,-1 1,-1 1,-1 0,-1 0,-1 0,5 27,7 20,51 118,-54-145,-2-11,1 0,1-1,2-1,1 0,34 37,50 76,-22-28,-64-89,-1 2,-1 0,-2 1,-1 0,-1 1,14 53,-19-44,-1 0,-2 0,-2 0,-4 53,1-52,0-26,-1 0,-1 0,0 0,-1 0,0 0,-1-1,0 1,-10 14,-14 37,18-34,-2 0,-1-2,-1 1,-2-2,-20 28,-98 149,48-66,5-5,40-64,19-22,21-39,-2 0,1 0,-1 0,0-1,-1 0,0 0,0 0,0 0,-1-1,-7 7,-35 17,36-23,0 0,1 0,-1 1,2 0,-15 15,15-10,1 0,0 0,-9 20,14-24,-1 0,0 0,0-1,-1 1,0-1,0 0,-1-1,0 0,0 0,-1 0,-11 7,2-4,0 2,1 0,0 0,1 2,0 0,1 1,-14 18,4-6,-2-1,0-1,-46 33,-25 22,-17 11,26-23,84-65,-170 135,60-45,66-52,-114 83,153-118,-1 0,1 1,0 1,1-1,0 1,0 1,0 0,-9 14,13-17,0 0,0 0,0 0,-1-1,0 1,0-1,-1-1,1 1,-9 5,-4 0,1-1,-22 7,31-13,2 0,0 0,1 0,-1 0,1 1,-1 0,1 0,0 1,1-1,-8 10,1 1,-19 34,25-38,0-1,-1 0,0-1,-1 1,0-1,0-1,-1 1,0-1,-17 13,-29 6,29-14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00:14.091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2509 1,'-7'1,"1"0,0 1,0 0,-1 0,1 0,1 1,-1 0,-8 5,6-3,-3 1,-1 1,1 1,0 0,0 1,1 0,1 0,-1 1,1 1,1-1,-14 24,16-22,-5 8,0 0,-1-1,-1 0,-19 21,10-18,1 1,2 1,0 0,1 2,1 0,2 1,-22 51,27-50,-2 0,-1-1,-1 0,-32 47,16-34,3 2,1 0,2 2,-24 63,44-97,-4 9,0 0,2 1,0 1,1-1,-3 31,5 30,3-42,-11 71,-10-9,-11 75,-3 39,4-24,25-163,0-1,-1 1,-2-2,-23 52,2-8,22-45,1 0,-6 45,2-7,-3 2,-34 94,-4-36,41-103,0 0,-1-1,-28 32,23-28,1 0,1 1,2 0,0 1,-14 40,23-55,-3 3,0 0,-1 0,-1 0,-17 19,13-17,2 0,-12 20,-19 53,33-64,-1-2,-1 1,-1-1,-20 25,-9 12,1 2,-50 108,-42 64,114-205,-1 0,-1-1,-24 27,29-36,0 0,2 1,0 1,-15 31,7-11,15-32,1-1,-1 1,-1-1,0-1,0 1,0-1,0 0,-1-1,0 0,-10 5,9-5,-1 1,1 0,0 1,0 0,1 0,-14 16,3 5,-23 45,31-51,-2-1,0 1,-1-2,-23 27,15-25,8-9,1 1,1 0,0 0,-13 22,15-19,0 0,1 1,1 0,0 0,2 1,0-1,1 2,1-1,-2 27,5 249,4-129,-3 8,0-144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00:19.096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2930 1,'-10'11,"1"0,0 1,0 0,1 1,1 0,0 0,1 1,-9 25,2 9,-10 64,7-29,-6 23,-25 102,37-172,-2 0,-1 0,-2-1,-33 54,-36 59,76-132,1 1,0 0,2 0,0 0,1 1,0 0,-1 26,-7 36,8-60,2-8,0 0,-1 1,-1-1,0-1,0 1,-1-1,-1 0,-7 12,4-9,1 0,1 1,0 0,-10 29,11-26,0 0,-19 31,12-27,0 1,1 1,1 0,1 0,2 1,0 0,-4 29,-2 26,-26 82,28-122,-3-1,-1 0,-39 68,-1-13,44-73,1 0,-17 43,20-42,-1-1,-1 0,-17 27,6-16,1 0,-27 64,41-81,-1 0,0-1,-2 0,1 0,-2 0,0-1,-15 15,7-10,-33 31,-60 75,93-101,7-11,2 0,-1 2,1-1,1 1,1 0,-8 18,5-2,-1-1,-2-1,-1 0,-1 0,-1-1,-25 30,-12 14,-17 18,61-77,1 0,0 1,0 0,2 0,0 1,-7 20,7-16,-2 0,0-1,-10 18,-38 37,36-48,-21 33,-59 135,75-139,18-38,-1 0,0 0,-1-1,-1 0,0 0,0-1,-2-1,-24 22,10-14,2 1,-41 45,21-20,32-35,-2-1,1 0,-25 13,3-2,-191 139,213-148,0-2,-1 0,-1-1,1 0,-1-1,-1 0,-30 9,41-16,-17 5,-41 14,56-17,1 0,-1 1,0 0,1 0,0 1,0-1,0 1,1 0,-9 11,10-13,1 1,1 0,-1 0,0 0,1 1,0-1,-2 7,3-10,1 0,0 0,0-1,0 1,0 0,0 0,0 0,0 0,0 0,0 0,1-1,-1 1,0 0,0 0,1 0,-1 0,1-1,0 2,0 0,1-1,-1 0,0 0,1 0,-1 0,1 0,-1 0,1 0,0 0,-1-1,1 1,3 0,6 1,-1 0,1-1,0 0,-1-1,1 0,12-2,68-13,-77 12,36-9,0-1,-2-3,0-2,0-2,87-52,-85 37,57-52,-63 51,-30 22,24-26,-30 30,1-1,1 2,0-1,0 1,23-15,-14 13,-1-2,0 0,-1-2,-1 0,0 0,-1-1,16-22,5-15,-25 35,1 0,1 1,0 0,31-28,-1 11,-19 15,0-1,41-45,-5 0,-53 57,2 1,-1 0,1 0,0 1,0 1,12-6,-18 10,0 0,0 0,0 0,0 0,0 1,0 0,0-1,0 1,0 0,0 0,0 1,0-1,0 1,0-1,0 1,0 0,0 0,0 1,0-1,0 0,-1 1,1 0,0-1,-1 1,0 0,3 3,6 7,-1 0,0 0,-1 1,9 16,6 8,4 1,-14-22,-1 1,-1 1,-1 0,0 0,-1 1,11 30,15 95,-2-34,-26-83,-2 0,3 36,-6-38,1-1,14 49,-15-65,0 0,1 0,0 0,1 0,0-1,0 0,0 0,1 0,0 0,0-1,1 0,10 7,-8-6,0 0,0 0,0 1,-1 0,0 0,0 1,-1 0,-1 0,1 1,-1 0,-1 0,7 16,11 28,-10-24,15 50,-21-50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00:23.17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2400 1,'-233'112,"-80"43,247-117,2 2,-95 78,61-30,-23 19,39-35,47-40,-70 50,50-50,36-22,1 1,0 0,1 1,-23 21,-58 85,77-91,-21 21,30-36,1 1,0 0,1 0,1 1,-11 19,-60 116,61-112,0 1,-18 58,26-63,-1-1,-2-1,-1 0,-29 43,11-29,5-10,2 2,1 0,-38 82,33-55,-2-1,-3-1,-81 105,106-154,1 0,0 1,1 0,0 1,1 0,1 0,0 1,1 0,0 0,2 0,-3 27,4 200,4-121,-1-105,1-1,1 0,0 0,1 0,1 0,0 0,12 22,-11-22,7 23,-10-28,1 0,0 0,7 14,19 23,-21-35,-1 0,0 0,-1 0,0 1,-1 0,-1 1,0-1,5 27,-3 5,1-1,27 79,44 83,-78-203,41 102,-34-86,1 0,19 33,2 3,-19-35,1 0,1-1,1 0,0-1,2-1,0 0,21 17,-32-29,1 1,-1 0,0 0,0 0,-1 0,6 14,-5-10,1 0,10 15,-10-19,0 0,0 0,1 0,0-1,0 0,14 8,0-1,30 11,-43-21,1 1,0 1,0-1,0 2,0-1,-1 2,0-1,0 1,-1 0,13 15,-14-14,1-1,-1 1,16 11,-1-5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00:27.798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2297 1,'-3'1,"0"0,0 0,0 1,0-1,0 1,0 0,1 0,-1 0,1 0,-1 1,1-1,0 1,-4 4,-2 3,-15 14,2 1,2 1,0 0,-21 41,-26 47,21-38,-51 118,4 38,84-205,1-1,-5 43,9-44,-2 0,0-1,-16 44,-7 2,3 0,-16 78,35-111,2 0,1-1,4 68,-1 35,-4-114,-12 46,8-40,-2 6,-22 50,-7 23,21-28,14-57,-1 0,-1-1,-1 0,-13 28,14-39,1-3,0 0,0 0,-1 0,-14 17,1-4,1 2,2 0,0 0,2 2,-18 43,3 13,20-54,-1-1,-17 32,8-24,-2-1,-1-1,-52 61,49-65,2 1,1 1,1 1,-23 52,39-76,-7 11,-1-1,-1 0,-1-1,-30 29,26-27,0-1,-30 45,7 6,14-23,-62 83,65-98,-28 48,32-45,-29 35,7-13,2 2,4 2,-35 73,27-31,-10 20,35-88,-57 117,65-124,3-8,1-1,1 2,-6 27,-4 22,10-44,1 1,-3 32,5 295,6-189,-2 231,1-374,0 0,2-1,1 0,7 26,32 80,-24-74,-9-22,-7-21,0 0,1 0,0 0,7 13,1-3,-1 0,-1 1,12 34,-8-10,2-1,2-1,2 0,31 49,-29-59,-11-19,-1 0,-1 1,0 0,13 32,-8-10,2 0,2-2,40 62,-14-25,15 16,-37-59,33 63,-49-79,24 42,-27-51,0 1,1-1,-1 0,1 0,0 0,0 0,0-1,1 0,4 3,17 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08:31.02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787 2637,'3'-1,"-1"1,1-1,-1 1,0-1,1 0,-1 0,0 0,0 0,1 0,-1-1,0 1,0-1,2-1,27-29,-17 17,69-76,-57 60,1 2,38-33,52-45,-89 80,-19 20,0 0,0 1,0 0,1 0,13-5,-11 6,-1-1,0-1,13-9,0-5,35-40,-42 41,1 1,1 1,39-29,97-64,-120 82,0 2,2 2,2 2,0 1,1 1,67-23,337-88,-397 123,0 3,86-3,-127 9,1 0,-1 0,0-1,1 0,-1 0,8-3,-13 3,0 1,-1-1,1 1,0 0,0-1,0 0,0 1,0-1,0 0,-1 1,1-1,0 0,-1 0,1 0,0 0,-1 1,1-1,-1 0,0 0,1 0,-1 0,0 0,1 0,-1 0,0 0,0 0,0 0,0-1,0 1,0 0,0 0,0 0,0 0,-1 0,1 0,0 0,-1 0,1 0,-1 0,1 0,-1 1,1-1,-1 0,0 0,-1-1,-25-37,21 32,0 0,0-1,1 0,0 1,1-2,0 1,0 0,1-1,0 0,0 0,1 0,-2-15,4 4,1 1,1-1,7-31,20-60,-24 91,1 5,0-1,0 1,2 1,0-1,13-17,-3 4,-14 21,0 0,0 0,0 0,-1 0,-1-1,1 0,-1 1,1-12,-2 16,-1 1,0-1,0 0,0 1,0-1,-1 1,1-1,-1 1,0-1,1 1,-1 0,0-1,-1 1,1 0,0 0,0-1,-1 1,0 0,1 0,-1 1,0-1,0 0,0 1,0-1,0 1,0-1,0 1,-1 0,1 0,-4-1,-8-3,1 2,-1 0,1 0,-24-1,-59 4,79 0,11 0,-1-1,1 2,0-1,-1 1,1 0,0 0,0 0,0 1,0 0,0 0,0 1,1 0,-1 0,1 0,-1 1,1-1,-5 6,-15 17,14-15,1 1,-2-1,0-1,0 0,-1-1,0 0,-24 12,-139 49,162-64,0-2,0 1,-1-1,1-1,-28 2,-75-4,85-2,31 1,-8 0,0 0,1-1,-1 0,-15-4,22 5,1-1,0 1,0 0,-1-1,1 1,0-1,0 0,-1 1,1-1,0 0,0 0,0 0,0 0,0 0,0 0,0 0,1 0,-1 0,0 0,0 0,1-1,-1 1,1 0,-1-1,1 1,0 0,-1-1,1 1,0 0,0-1,0 1,0 0,0-1,0 1,0 0,1-1,-1 1,0 0,1-1,0 0,2-5,0 1,0 0,0 0,1 0,0 1,0-1,7-6,40-35,-15 20,1 1,1 1,0 2,81-34,-57 34,1 2,116-21,-35 22,1 6,198 7,-143 17,-171-7,-1 2,1 1,-1 1,51 21,-54-17,-13-7,-1 0,1 1,-1 1,0 0,-1 1,1 0,-1 0,-1 1,1 0,7 10,-10-8,0 0,0 0,-1 1,-1 0,0 0,0 1,-1-1,-1 1,4 19,-6-25,0 1,-1-1,1 1,-1-1,-1 1,1-1,-1 0,0 1,0-1,-1 0,0 1,0-1,-1 0,1 0,-1-1,-1 1,1 0,-1-1,-7 8,-11 10,-1-1,-1-1,0-2,-2 0,0-2,-1-1,-1-1,0-1,-49 16,-321 54,163-41,190-35,26-5,0 1,0 0,1 1,0 1,0 1,-27 13,-60 35,409-141,9 23,-64 14,-115 22,203-49,-264 55,-1-3,108-52,-161 66,1 1,0 1,0 0,0 2,1 0,41-5,-36 8,0-1,-1-1,1-2,25-9,93-46,28-10,301-85,-228 64,-199 74,39-11,90-20,-136 38,68-31,-16 5,-65 30,1 1,0 2,47-4,12-1,-16 0,91-1,71 11,-106 2,697-1,-797-1,-1 2,0 1,0 2,0 0,-1 1,0 2,46 20,-21 0,-38-21,0 0,0-1,0 0,1-1,15 5,0-4,0-2,49 2,18 2,405 51,93 25,-503-70,-52-9,0 1,-1 2,51 18,-35-5,-1 2,51 32,-86-45,0 0,0 0,1-2,1 0,-1-1,1-1,28 7,64-4,-87-9,1 1,-1 1,0 1,1 2,-2 0,26 9,-27-6,-12-5,0 1,0 0,0 0,11 8,-20-11,1-1,0 0,0 1,-1 0,1-1,0 1,-1-1,1 1,-1 0,1-1,-1 1,1 0,-1-1,1 1,-1 0,0 0,1 0,-1-1,0 1,0 0,1 0,-1 0,0 0,0 0,0 0,0-1,0 1,0 0,-1 0,1 0,0 0,0 0,-1-1,1 1,0 0,-1 0,1-1,0 1,-1 0,0 0,1-1,-1 1,1 0,-1-1,0 1,1-1,-1 1,0-1,1 1,-3 0,-2 2,-1 0,0 0,1 0,-1-1,-13 4,-11 1,-1-2,-49 2,-66-7,85 0,-367 17,180-2,241-15,0 1,0 0,0 0,0 1,0 0,0 0,0 1,1-1,-1 2,1-1,0 1,-1 0,-8 7,4-1,1 0,0 1,1-1,0 2,0-1,-6 14,12-21,1 0,0 1,0-1,0 1,0-1,1 1,0 0,0 0,0-1,0 1,1 0,0 0,0 0,0 0,1 0,1 7,0-4,1-1,0 0,1 0,-1 0,1-1,0 1,1-1,0 0,0 0,6 5,56 52,84 61,-126-103,0 1,-1 0,-2 2,0 1,20 30,-28-38,1 0,23 20,18 19,-45-44,0 2,22 20,-31-32,1 1,0-1,0 0,1 1,-1-1,0-1,1 1,-1 0,1-1,-1 0,1 0,0 0,6 1,-8-3,0 1,0 0,-1-1,1 0,0 1,0-1,0 0,0 0,-1 0,1 0,-1 0,1 0,0 0,-1-1,0 1,1 0,-1-1,0 0,0 1,0-1,0 1,0-1,0 0,0 0,1-3,2-7,0 0,4-22,-7 27,8-44,-2 1,-1-56,-8-105,0 79,0 97,1 13,3-38,-2 56,0-1,1 1,0-1,0 1,0-1,1 1,0 0,-1 0,2-1,-1 1,0 1,1-1,5-7,-6 9,0 1,0-1,0 0,0 1,1-1,-1 1,0 0,1-1,-1 1,1 0,0 1,-1-1,1 0,-1 1,1-1,0 1,0 0,4 0,-3 1,0 0,0 0,0 0,0 1,-1-1,1 1,0 0,-1 0,1 0,-1 1,4 2,2 3,-1 0,0 1,-1 0,1 0,-2 0,0 1,9 18,5 18,0 1,26 43,-38-77,1 1,0-1,1-1,1 0,-1 0,2-1,18 14,-10-10,1-2,0 0,1-1,0-1,1 0,35 9,-55-19,0 0,0-1,0 1,1-1,-1 0,0 0,0 0,1 0,-1 0,0-1,5-1,-7 2,-1 0,0 0,0-1,0 1,0 0,0 0,0-1,0 1,0 0,0 0,0-1,0 1,0 0,0 0,0-1,0 1,0 0,0 0,0 0,0-1,0 1,-1 0,1 0,0-1,0 1,0 0,0 0,0 0,-1 0,1-1,0 1,0 0,0 0,-1 0,1 0,0 0,0-1,0 1,-1 0,1 0,0 0,0 0,-1 0,-13-9,13 9,-147-97,34 21,73 49,15 10,0 1,-2 0,-38-14,58 27,-1 0,1 0,-1 1,1 1,-1 0,0 0,0 0,0 1,0 0,1 1,-1 0,0 1,1-1,-1 2,0-1,-10 6,13-5,1 0,0 1,0-1,0 1,1 0,0 1,-1-1,1 1,1 0,-1 0,1 0,0 0,0 0,0 1,1 0,-3 7,0 4,0 1,1 1,1-1,-1 20,3 161,3-117,0-40,2 1,16 77,39 79,-54-179,0 1,-1-1,-1 1,0 40,4 32,-6-87,1 1,0 0,0-1,1 1,0-1,0 0,8 11,33 37,-16-20,27 25,-36-40,24 32,-38-44,-1 0,-1 0,0 0,0 0,0 1,-1-1,0 1,0 0,1 13,-1 9,-2 37,-1-34,1 17,-2 62,1-98,-1 0,0 0,-1 0,-1-1,-7 22,11-35,0 0,0 0,0 1,0-1,0 0,0 0,0 0,0 1,0-1,0 0,-1 0,1 0,0 1,0-1,0 0,0 0,0 0,0 1,0-1,0 0,-1 0,1 0,0 0,0 0,0 1,0-1,-1 0,1 0,0 0,0 0,0 0,0 0,-1 0,1 0,0 0,0 1,0-1,-1 0,1 0,0 0,0 0,-1 0,1 0,0 0,0 0,0-1,-1 1,1 0,0 0,-1 0,-3-14,1-21,4-155,-2-45,-1 214,-1 0,-1 0,-9-31,10 42,0 0,-1 1,0 0,-1 0,0 0,-1 0,0 1,0 0,-9-10,9 13,-1 1,1-1,-1 1,0 0,0 1,-1 0,1 0,-1 0,1 1,-1 0,-8-1,-3 1,1 0,0 1,-32 3,45-2,0 1,0 0,0 1,0-1,0 1,1 0,-1 0,1 1,-1-1,-5 5,-4 4,-21 22,25-22,0-1,-1-1,-13 9,-5-1,17-10,-1 0,-17 15,26-19,1 0,0 1,0-1,0 1,0 0,0 0,0 0,1 0,0 0,0 1,-3 8,1 7,1 0,-2 39,4-36,-8 44,7-58,0 0,-1-1,0 1,0 0,-1-1,0 0,-1 0,0 0,0 0,-8 9,7-12,0 1,0-1,-1 0,0-1,1 0,-1 0,-1 0,1-1,-1 0,1 0,-1-1,-9 2,-29 2,0-1,0-3,-68-5,63 2,2-1,0-2,0-3,1-1,-61-19,90 22,-62-17,75 20,-1 1,1 1,0-1,-1 1,1 0,0 0,-1 1,1 0,0 0,-8 3,11-3,1 0,-1 0,1 0,0 1,0-1,-1 1,1 0,0 0,0 0,1 0,-1 0,0 0,1 0,-1 0,1 1,0-1,0 1,0-1,0 1,0-1,0 1,1 0,-1-1,1 1,0 0,-1-1,1 1,1 5,0-2,0 1,0-1,1 0,-1 0,1 0,1 0,-1 0,1-1,0 1,0-1,8 10,10 9,1 0,1-2,1 0,1-2,1-1,1 0,54 26,-39-26,49 28,-78-38,1 0,-1 1,-1 0,0 1,0 0,-1 1,10 15,-7-9,5 9,0 0,18 38,-33-56,0 0,0 0,-1 0,0 1,-1-1,0 1,0 0,-1-1,-1 1,1 0,-2 0,-1 13,0-12,-1 1,-1 0,0-1,0 0,-1 0,-1 0,0-1,0 0,-9 11,-8 7,-46 41,12-12,36-36,-1-1,-1-1,-1-1,-1-1,0-1,-1-2,-1 0,0-2,-1-1,0-1,-1-1,-38 7,15-6,-77 19,113-25,1 2,0 0,0 0,1 1,-26 18,34-21,1 0,0 0,0 1,0 0,1 0,0 0,0 0,0 1,1-1,-1 1,1 0,1 0,-1 0,1 0,0 1,0-1,1 1,0-1,0 1,1 0,0-1,0 1,0 0,1-1,0 1,0-1,0 1,1-1,0 0,1 1,-1-1,1 0,0 0,1-1,-1 1,1-1,0 0,8 8,4 3,1 0,1-2,1 0,0-1,24 13,-37-23,0 1,1 1,-1-1,-1 1,1 0,-1 0,0 1,0 0,0 0,-1 0,0 0,0 1,0-1,-1 1,0 0,-1 0,1 0,-1 1,-1-1,2 11,34 201,14 38,-44-235,1 0,1-1,1 0,1-1,15 21,12 24,7 7,-13-22,-27-42,0-1,1 0,-1-1,2 0,-1 0,1 0,0 0,12 7,9 3,30 12,-43-21,4 1,1 0,0-1,1-1,-1-1,38 5,-42-9,-1 0,1-1,0-1,0 0,0-1,-1-1,1-1,19-6,111-52,-145 61,0 1,0-1,-1 1,1 0,0-1,0 1,0 0,0 0,-1 0,1 0,0 0,0 0,0 0,0 0,0 0,0 0,-1 0,1 0,0 0,0 1,0-1,1 1,-1 0,-1 0,1-1,-1 1,1 0,-1 0,0-1,1 1,-1 0,0 0,0 0,1 0,-1 0,0 0,0-1,0 1,0 0,0 0,0 1,-1 7,-1-1,0 1,-5 13,6-21,-14 36,-3-2,-1 1,-1-2,-33 41,13-17,5-4,15-21,-2-1,-47 55,60-79,0-1,0 0,-1 0,1-1,-2 0,1-1,-19 8,1-4,-53 10,74-17,0-1,0 1,0-2,0 1,-1-1,1 0,0-1,-1 1,1-1,0-1,0 1,0-2,0 1,0 0,1-1,-1-1,1 1,0-1,0 0,0 0,0-1,0 1,1-1,0-1,0 1,1-1,-1 0,1 0,-3-7,-9-15,-1 2,-24-29,34 46,-1 0,-1 1,1 1,-1-1,0 2,-1-1,0 1,0 0,-15-5,-223-84,231 88,1-1,0-1,1 0,0-1,-15-13,-62-65,85 81,-13-13,7 8,1-1,0 0,-10-16,18 23,1-1,-1 1,1-1,1 1,-1-1,1 0,1 0,-1 0,1 0,0 0,0-8,3-17,1 0,2 0,14-51,1-8,-8 6,2-114,-14-89,-2 142,1 132,0-1,-1 0,0 1,-1-1,-1 1,-7-19,-4-2,-24-41,36 71,1 0,0 0,-1 0,2 0,-1 0,1 0,-1-1,2 1,-1-1,0-5,1 9,1 0,-1 0,0 1,1-1,-1 0,1 1,-1-1,1 0,0 1,0-1,-1 1,1-1,0 1,1-1,-1 1,0 0,0-1,1 1,-1 0,0 0,1 0,-1 0,1 0,0 1,-1-1,1 0,-1 1,1-1,0 1,0-1,-1 1,1 0,0 0,3 0,2 0,1 0,-1 0,1 1,0 0,-1 0,0 1,1 0,-1 0,7 4,-9-4,0 0,-1 1,1-1,-1 1,0 0,0 0,0 0,0 0,-1 1,1 0,-1 0,0 0,0 0,3 6,-5-10,-1 1,1 0,0 0,-1 0,0 0,1 0,-1 1,0-1,1 0,-1 0,0 0,0 0,0 0,0 0,0 0,0 1,0-1,0 0,0 0,-1 0,1 0,0 0,-1 0,1 0,-1 0,1 0,-1 0,0 0,1 0,-1 0,0 0,0-1,1 1,-1 0,0-1,0 1,0 0,0-1,0 1,0-1,0 1,0-1,0 0,0 1,-3-1,-4 2,-1-1,0 0,0-1,-15 0,18 0,-22-2,0-1,1-2,-43-11,-77-37,74 27,49 19,1-2,0 0,0-1,1-1,-38-26,54 32,-1 0,0 1,0 0,0 0,0 0,-1 1,1 1,-1-1,0 1,0 0,0 1,0 0,0 0,0 1,0 0,0 0,-1 1,1 0,0 0,1 1,-1 0,0 1,0-1,1 2,-1-1,1 1,0 0,-8 6,-24 15,-2-3,0-1,-1-2,-85 26,37-11,16-5,65-26,0 1,1-1,-1 2,1-1,0 1,0 0,0 1,1 0,0 0,0 0,1 1,0 0,0 1,0-1,-5 11,4-5,2 0,-1 0,2 0,0 1,0 0,1 0,1 0,1 0,-1 23,6 74,-2-69,-1 0,-1 0,-13 78,8-94,2-7,-1-1,-8 24,11-38,-1 0,1-1,-1 1,0 0,0-1,0 1,-1-1,1 1,-1-1,0 0,0 0,0-1,0 1,-1 0,1-1,-4 2,4-3,1 0,-1 0,0-1,1 1,-1-1,0 0,0 0,1 0,-1 0,0 0,1 0,-1-1,0 1,1-1,-1 0,0 0,1 0,-1 0,1 0,0 0,-1-1,1 0,0 1,0-1,0 0,-3-3,-5-6,1 0,0 0,-12-22,19 31,-45-79,-42-98,-23-96,85 192,21 59,-2 0,0 0,-21-39,6 25,2-2,-26-70,42 97,-1 1,0 0,0 1,-1-1,-1 1,0 0,-10-10,-3-1,0 2,-29-21,20 21,-1 0,-1 2,-35-13,30 14,1-1,-37-26,54 32,0 2,-1 0,0 1,-1 1,-22-6,5 2,-335-106,155 44,195 65,0-1,-30-17,30 15,1 1,-28-10,-1 4,1-3,-64-36,-6-14,119 70,-1-1,1 0,0 1,-1-1,1 0,0 1,-1 0,1-1,-1 1,1 0,-1 0,1 0,-1 0,1 0,-1 0,1 0,-1 0,1 0,0 1,-3 0,4 0,-1-1,0 1,0 0,1 0,-1 0,0 0,1 0,-1 0,1 0,-1 0,1 0,0 0,-1 0,1 0,0 0,0 0,0 0,0 0,0 1,0-1,0 0,0 0,0 0,0 0,1 0,0 2,5 16,1 1,1-1,1 0,0-1,1 0,23 29,13 24,24 38,12 23,-66-105,24 32,-24-37,-1 1,17 32,-25-39,0 0,1-1,1 0,1 0,0-1,1 0,0-1,1 0,1-1,0 0,0-1,1-1,28 16,-11-9,-19-12,0 1,0 0,-1 1,0 0,0 1,0 1,-1-1,-1 2,17 19,-5-1,0-2,31 31,-45-50,0 0,0 0,-1 1,-1 0,6 9,-10-15,1 0,-1 0,-1 1,1-1,0 0,0 1,-1-1,1 1,-1-1,0 1,0-1,0 1,0-1,0 1,-1-1,1 0,-1 1,1-1,-1 1,0-1,0 0,0 1,0-1,0 0,-2 2,-2 1,1 0,-1-1,0 1,0-1,-1 0,1-1,-1 1,0-1,0 0,0-1,0 1,0-1,0 0,-1-1,-12 2,-10 0,-1-1,-36-3,43 0,-58 1,-82-6,158 6,0-1,0 0,0-1,0 0,0 1,0-1,0-1,1 1,-1-1,1 0,0 0,-6-5,-3-5,1 0,-14-18,6 6,-56-60,27 32,-68-94,54 59,-92-99,142 170,0-1,-15-27,15 24,-19-26,12 23,0 0,-1 1,-2 1,-35-27,53 46,1 0,-1 0,0 1,0-1,0 1,-1 1,1-1,0 1,-1 0,1 0,-1 0,1 1,-1 0,-10 0,8 2,0 0,0 0,1 0,-1 1,1 0,-1 0,1 1,0 0,-9 7,3-1,0 1,1 0,1 1,0 0,0 1,2 0,-1 1,2 0,-11 22,11-17,2 0,0 1,1 0,1 0,-3 38,7 105,2-104,-2-52,1 0,0 0,0 0,1 0,-1 0,2 0,-1 0,1 0,0-1,0 0,1 1,0-1,0 0,0-1,1 1,0-1,0 0,9 8,27 23,83 73,-101-91,1-1,0-2,45 22,-37-24,-1 1,35 19,-56-27,-1 0,0 1,0 0,0 1,-1 0,0 0,11 14,113 141,-113-142,-1 0,0 1,-2 0,-1 2,24 47,-6-3,-21-46,18 48,-18-31,-2 2,-2-1,-2 2,-2-1,-1 0,-2 1,-2-1,-13 83,-2 37,8-67,7-87,0 1,0 0,-1 0,0-1,0 1,-1-1,0 0,0 0,0 0,-1 0,0 0,-6 6,6-9,0 0,0-1,0 1,0-1,0 0,-1 0,0-1,1 1,-1-1,0 0,0-1,0 1,-1-1,1 0,0 0,0 0,-1-1,-6 0,-8-1,0-2,1 0,-28-8,-28-5,34 12,-1 2,1 2,-1 1,1 2,-70 15,63-10,-88 3,-50-13,60 0,-1171 2,1287 0,0-1,0 0,0 0,0-1,1 0,-1 0,0-1,1-1,0 1,0-2,-13-6,16 6,-1 0,1 0,0-1,0 0,0 0,1 0,0-1,1 0,-1 1,1-2,0 1,1 0,0-1,-3-11,4 14,1-1,0 1,0-1,0 0,1 1,0-1,0 0,0 1,1-1,1-6,2-3,1 1,11-22,-12 28,-2 2,0 1,0 0,0 0,0-1,-1 1,0-1,1-10,-2 14,-1 0,1 0,0 1,0-1,-1 0,1 0,-1 0,0 0,1 1,-1-1,0 0,0 1,0-1,0 1,-1-1,1 1,0-1,0 1,-1 0,1 0,-1-1,1 1,-1 0,0 0,1 1,-5-2,-5-2,0 0,-1 1,0 1,0 0,-21 0,-66 4,51 0,-567 2,385-4,207 2,-1 1,1 1,0 1,-39 14,36-10,0-1,0-2,-43 6,61-12,0 0,0 0,0 0,0-1,0 0,1-1,-1 0,0 0,1 0,0-1,-1 0,1-1,0 0,0 0,1 0,-10-9,10 9,1-1,1-1,-1 1,1-1,0 1,0-1,1 0,-1 0,1-1,1 1,-4-11,4 6,-1-1,2 0,-1 0,2 0,0 0,1-13,4-10,1-1,2 2,18-48,61-165,-71 200,-8 28,-1 0,-1 0,-1-1,2-21,2-24,23-82,-17 85,-9 29,-2 0,-1-1,-2-40,-1 33,8-66,17-87,-23 181,0-1,1 1,1 0,0 0,1 0,0 0,8-12,-4 5,3-10,-1-2,-1 1,6-38,-8 33,1 1,16-41,-10 41,29-53,-37 77,0 1,1-1,0 1,1 1,0 0,0 0,1 0,16-10,-12 11,0 1,1 0,0 0,0 2,1 0,-1 1,1 0,24-2,11 3,68 3,-91 1,-14-1,0 0,0 1,0 1,0 0,-1 1,1 0,0 1,-1 1,0 0,0 1,0 0,-1 1,19 14,36 34,-37-29,0-2,47 29,-12-17,-17-11,62 45,-83-50,1-1,1-2,1-1,0-1,1-1,0-2,52 13,-35-13,1-1,0-3,77 3,-52-10,189-5,-217-2,88-22,-42 7,-73 17,0-1,-1-1,0 0,0-2,27-15,77-60,-100 67,-14 11,0 0,0 1,0 0,1 0,0 1,10-3,59-10,-28 6,77-28,-89 24,0 2,44-7,-71 18,1-1,-1-1,0 0,-1 0,1-1,0-1,-1 0,14-9,-19 11,0-1,0 0,-1-1,0 1,0-1,0 0,0 0,-1 0,0 0,0-1,0 1,0-1,-1 0,0 0,-1 1,3-14,-3 13,-1 0,0-1,0 1,-1 0,1-1,-1 1,-1 0,1 0,-1 0,0 0,0 0,-1 0,0 0,-6-8,5 7,-1 0,0 1,-1 0,1 0,-1 0,0 1,-1 0,1 0,-1 1,0-1,-7-2,-62-28,-58-24,113 52,0 0,0 2,0 0,-39-2,-1 5,33 2,1-1,-50-8,58 5,8 2,0 0,0-1,-16-6,25 8,0 0,0 0,0 0,0 0,0-1,0 1,0-1,0 1,0-1,1 0,-1 0,1 1,-1-1,1 0,0 0,-1-1,1 1,0 0,1 0,-1 0,-1-5,2 5,0 0,0 0,0 0,1 0,-1 0,0 0,1 0,0 0,-1 0,1 1,0-1,0 0,0 0,0 1,0-1,0 0,1 1,-1-1,0 1,1 0,-1-1,1 1,0 0,-1 0,4-1,3-3,1 1,0 0,0 0,10-2,21-4,0 2,0 1,45-1,129 4,-163 4,31 0,134 17,-215-16,40 5,61 18,-89-20,-1 0,1 2,-1-1,0 2,0 0,-1 0,0 1,17 16,16 21,-40-43,-5-7,-4-10,-2 6,1-1,-2 1,1 0,-1 1,-1 0,0 0,-10-7,9 8,0-1,1 0,0-1,1 0,-1 0,-9-15,12 12,-18-28,-20-45,38 70,0-1,1 1,1-1,1 0,0 0,-2-30,5 38,0-1,1 0,0 0,0 0,1 0,0 1,1-1,0 1,0-1,7-11,-7 15,0 0,0 0,1 1,0-1,0 1,0 0,0 0,1 1,-1-1,1 1,0 0,0 0,0 0,0 1,1 0,-1 0,8-2,20-1,1 2,0 1,-1 2,63 7,-74-4,0 0,-1 1,0 1,22 7,-31-7,0 0,0 1,-1 0,0 1,0 0,-1 1,0 0,11 10,-4-2,1-1,25 16,-1-2,-5-3,-27-21,0 1,-1 1,0-1,-1 2,1-1,-1 1,10 14,8 20,-21-31,1-1,0 1,1-2,0 1,0-1,1 0,0 0,0-1,1 0,11 7,0-3,26 22,-40-29,0 1,0-1,-1 1,0 0,0 1,-1-1,8 15,-4-7,-9-18,-14-27,6 20,-127-191,-8-33,96 161,17 23,-51-73,72 111,-1 1,-1 0,0 0,0 1,-1 1,-27-17,2 4,27 16,0-1,0 2,-1 0,0 0,-1 1,1 1,-18-5,-5 4,0 1,0 2,1 1,-1 2,0 1,0 2,0 2,-41 11,44-5,-43 22,49-21,0-1,-54 16,37-19,0-2,-78 3,-90-13,77 0,-464 3,592-1,-1 1,1 1,-1-1,1 1,-1 0,1 1,0-1,-12 6,16-5,-1-1,0 1,1 0,-1 0,1 1,0-1,-1 0,1 1,0-1,1 1,-1 0,0 0,1-1,-1 1,1 0,0 0,0 1,0-1,0 6,-1 3,2 0,-1 0,2 0,-1 0,2 0,-1 0,2 0,0-1,0 1,1-1,9 21,3-2,0-1,2-1,21 28,-28-43,1-1,18 16,-23-22,0 0,0 0,-1 0,1 1,-2 0,1 0,-1 0,0 1,0 0,-1 0,0 0,4 14,-7-18,0 0,0 0,0 0,-1 0,1 0,-1 1,0-1,0 0,-1 0,-1 6,2-9,0-1,0 0,0 1,-1-1,1 1,0-1,0 0,0 1,-1-1,1 0,0 1,-1-1,1 0,0 0,-1 1,1-1,0 0,-1 0,1 1,-1-1,1 0,0 0,-1 0,1 0,-1 0,1 0,-1 0,1 0,-1 0,1 0,0 0,-1 0,1 0,-1 0,1 0,-1 0,1 0,0 0,-1-1,1 1,0 0,-1 0,1-1,-1 1,1 0,0 0,-1-1,1 1,0 0,0-1,-1 1,1 0,0-1,0 1,0-1,-1 1,-16-24,16 22,-127-198,119 186,-1 0,0 1,-18-18,24 27,-2 0,1 0,0 0,-1 1,0-1,1 1,-1 1,-1-1,1 1,0 0,-11-2,-30-1,0 2,-85 5,45 1,4-1,-138-4,131-13,5 0,56 12,0-2,-49-14,72 15,10 1,15 0,303-2,-200 6,157 2,411-6,-113-50,-202 13,1 26,-297 17,-3 0,78-7,-144 3,0 0,0-1,0 0,0-1,0 0,0-1,0 0,-1 0,0-1,0 0,0 0,-1-1,1 0,-1-1,-1 0,10-11,32-34,2 3,60-45,-84 74,33-18,21-15,52-65,-79 67,70-49,-117 95,0 0,-1-1,1 1,-1-1,0-1,-1 1,1-1,-1 0,-1 0,7-12,-10 16,0 0,0-1,0 1,0-1,-1 1,1 0,-1-1,0 1,0-1,0 1,0-1,-1 1,1-1,-1 1,0 0,0-1,0 1,-1 0,1 0,-1 0,1 0,-1 0,0 0,0 0,-1 1,1-1,-1 1,-3-4,-3-1,-1 0,0 1,0 0,-1 0,1 1,-1 0,-1 1,1 1,-14-4,-17-1,-49-5,-33 5,-1 6,-192 20,195-1,-148 41,81-15,-602 72,580-83,206-31,0 0,0 0,0 1,0-1,0 1,0 0,1 1,-1-1,1 1,-5 3,9-5,-1-1,1 1,-1-1,1 0,0 1,-1-1,1 1,0-1,-1 1,1-1,0 1,-1 0,1-1,0 1,0-1,0 1,0-1,0 1,0 0,-1-1,1 1,1-1,-1 1,0 0,0-1,0 1,0-1,0 1,0 0,1-1,-1 1,0-1,0 1,1-1,-1 1,1 0,1 1,1 0,-1 0,0 0,1 0,0 0,-1-1,4 2,20 8,1-1,-1-1,2-1,53 8,122 4,645-15,-577-33,-206 17,0-3,66-25,151-46,-245 75,-1-2,0-2,-1-2,47-27,-59 32,0 2,0 0,1 2,0 0,30-4,33-8,38-15,115-36,-32-8,-62 29,-120 42,1 1,0 2,47-3,-46 7,20-1,65-9,-28-1,96-1,88 13,-98 2,1166-3,-1327 0,42-3,-49 3,0-1,1 1,-1-1,0 0,0 0,0 0,0 0,0-1,0 0,0 1,0-1,3-3,-5 4,0 0,-1 0,1 0,-1 0,1 0,-1 0,1 0,-1 0,1 0,-1 0,0 0,0 0,1 0,-1 0,0-1,0 1,0 0,0 0,-1 0,1 0,0 0,0 0,-1 0,1 0,-1-1,1 1,0 0,-2-1,-19-26,13 19,-2-1,1 1,-1 1,0 0,-1 0,0 1,0 1,0-1,-1 2,0 0,0 0,-1 1,-21-4,-2 1,1-1,-54-19,24 4,-2 4,0 2,0 4,-119-10,-279 16,360 8,-526 4,608-4,0 2,1 1,-1 0,1 2,-24 9,14-5,-50 10,-17-6,-149 29,35-7,31-1,114-23,8-1,-101 30,131-31,0 2,1 0,1 3,-41 25,57-32,0-1,-1-1,-16 6,-27 15,51-25,1 1,0 0,0 0,0 1,0-1,1 1,0 0,-1 0,-4 8,8-11,-1-1,1 1,0 0,-1-1,1 1,0-1,-1 1,1 0,0-1,0 1,0 0,0-1,0 1,0 0,0-1,0 1,0 0,0-1,0 1,0 0,0-1,0 1,1 0,-1-1,0 1,0-1,1 1,-1 0,1 0,1 1,0-1,0 0,0 0,0 1,0-1,0 0,0-1,4 2,13 3,-1-2,1 0,-1-1,24 0,-23-1,526 3,-378-5,816-57,-728 23,207-17,-79 51,-275 2,-82 0,-1 1,1 2,-1 0,33 11,95 40,-50-16,-80-32,0-2,1 0,0-1,34 1,101-6,-76-1,-60 2,-5-1,0 1,0 1,24 3,-38-3,1 0,-1 0,0 1,1-1,-1 1,0 0,0 0,0 0,-1 0,1 1,0 0,-1-1,0 1,1 1,-1-1,0 0,-1 1,5 5,1 10,0-1,-1 1,4 19,-6-20,0 0,2 0,0-1,9 17,3 1,27 73,-9-19,-25-61,-2 0,11 54,-3-11,-11-44,3 33,-6-33,9 33,-5-30,-2 0,-2 1,0 0,-2 0,-1 0,-5 45,3-72,0-1,0 1,0-1,0 1,0-1,-1 1,0-1,0 0,1 0,-2 0,1 0,0 0,-1 0,1-1,-1 1,0-1,0 0,0 1,0-1,0-1,0 1,-1 0,1-1,0 0,-7 2,3-1,-1 0,1-1,-1 0,0 0,1 0,-1-1,0 0,1-1,-1 0,0 0,-12-4,5-2,-1-1,1 0,0-1,1-1,0 0,-21-20,11 10,-2-2,2 0,0-2,2-1,0-1,2 0,-18-31,26 36,1-1,1 0,1-1,1 0,1 0,1 0,0-1,2 0,-1-29,7-236,2 111,-5-348,1 518,2-29,-2 35,0 0,1-1,-1 1,1 0,-1 0,1 0,0 0,0 0,0 0,0 0,0 0,0 0,3-2,-4 4,0 0,1 0,-1 0,0 0,1 0,-1 0,0 0,1 0,-1 0,1 0,-1 0,0 0,1 0,-1 0,0 0,1 0,-1 0,0 0,1 1,-1-1,0 0,1 0,-1 0,0 1,1-1,-1 0,0 0,1 1,-1-1,0 0,0 0,0 1,1-1,-1 0,0 1,0-1,0 0,0 1,0-1,1 1,-1-1,0 0,0 1,0-1,0 0,0 1,0 0,6 23,-5-20,55 167,-35-115,19 77,-24-37,6 155,-15-141,11 464,-19-572,-2 38,3-39,0-1,0 1,-1 0,1 0,0-1,0 1,0 0,-1 0,1-1,0 1,0 0,-1-1,1 1,-1-1,1 1,-1 0,1-1,-1 1,1-1,-1 1,1-1,-1 1,0-1,1 0,-1 1,0-1,1 0,-1 1,0-1,1 0,-1 0,0 0,0 0,1 1,-1-1,0 0,0 0,1-1,-1 1,0 0,0 0,1 0,-1 0,0-1,1 1,-2-1,-3-2,0 0,1-1,-1 0,1 0,0 0,0-1,0 1,1-1,-1 0,-4-9,-1-5,-14-34,1-12,-32-78,45 121,-1 1,-1 0,-1 1,0 1,-2-1,0 2,-1 0,-1 1,-1 0,0 2,-21-15,-1 2,-1 2,-1 2,-1 1,-75-27,90 41,2-1,0 2,-1 2,-51-8,-271 11,189 6,123-3,-18-1,-1 3,-70 11,-188 47,186-37,-171 20,104-26,-123 3,178-22,-173 4,274 2,1 1,-1 2,1 2,-61 23,-138 74,204-90,19-10,1 1,1 0,-1 0,1 1,0 1,1 0,0 1,1-1,0 2,0-1,1 1,0 1,1 0,-7 15,5-5,1 1,0 0,2 1,1-1,0 1,2 1,0 42,2-19,5 115,-3-160,-1 0,0 0,1 0,0 0,0 0,0 0,0 0,1 0,-1 0,1-1,-1 1,1-1,0 1,0-1,4 4,-2-3,0 0,0 0,1-1,-1 1,1-1,-1 0,1-1,0 1,5 0,10 2,0-2,0-1,38-2,-43 1,7-2,-1 0,0-1,0-1,-1-2,28-9,93-48,-13 5,-124 56,430-149,-349 127,-21 5,1 3,117-15,-65 28,14-1,-110 2,0-1,-1-1,1-1,22-8,8-5,0 2,1 3,88-11,47 3,207 5,-374 17,12-2,-1 2,0 1,1 1,-1 2,30 8,-26 0,38 19,12 6,135 41,-134-48,26 12,-96-35,0 0,-1 1,-1 0,1 2,12 11,-25-20,10 9,21 24,-31-32,1 0,-1 1,0-1,0 1,0 0,0-1,0 1,-1 0,0 0,0 0,0 0,1 8,-3-10,1 0,0 0,-1 0,1 0,-1 0,0 0,1 0,-1 0,0 0,0-1,0 1,-1 0,1-1,0 1,-1-1,1 1,-1-1,1 0,-1 1,1-1,-1 0,0 0,-2 1,-6 3,0-1,-1 0,-11 3,14-5,-33 9,-1-2,1-1,-2-3,1-1,-1-2,-55-5,2-7,-158-36,158 27,-1 5,0 4,-165 4,-168 8,301-2,94 1,-1 2,1 1,0 2,-42 12,-134 55,135-44,-126 30,-27-20,52-10,101-18,52-9,0 2,0 0,1 1,0 1,-27 12,14-3,-2-1,1-2,-1-2,-1-1,0-2,-69 4,104-11,-4 0,-1 0,0 1,0 0,-14 5,20-5,1 0,0 0,-1 0,1 0,0 1,-1-1,1 1,0-1,0 1,0 0,0 0,1 0,-1 0,1 0,-1 1,1-1,-1 0,1 1,0-1,-1 3,1 0,-1 0,1-1,0 1,1 0,-1 0,1-1,0 1,0 0,0 0,0 0,1-1,0 1,0 0,0 0,3 4,-1-2,0-1,1 0,0-1,0 1,0-1,1 1,0-2,0 1,9 7,2-1,2 0,-1-2,1 0,1-1,-1 0,29 6,-13-6,0-2,0-1,41 1,104-8,-95 0,1451-1,-829 5,-245-2,-460 0,0 0,0 0,0 1,0-1,0 0,0 0,0 0,0 0,0 0,0 0,0-1,0 1,0 0,0 0,0-1,0 1,0-1,-1 1,1-1,0 1,0-1,1 0,-3-1,0 1,0-1,0 1,-1-1,1 1,0 0,-1 0,1 0,-1 0,1 0,-1 0,-2-1,-55-34,-2 2,-1 3,-1 2,-2 4,0 2,-73-14,59 20,0 3,-102-3,-371 17,214 3,310-2,0 1,0 1,0 2,0 1,-28 10,-131 58,127-49,-105 32,129-49,0-2,0-1,-52 0,-61 7,149-12,-45 8,-61 18,-5 11,68-26,36-10,1 1,-1 0,0 0,0 0,1 0,0 1,-1 0,1 1,-8 5,13-8,0 0,0 0,0 0,0 0,0 0,0 0,0 1,0-1,1 0,-1 1,0-1,1 0,-1 1,1-1,-1 1,1-1,0 1,0-1,-1 1,1-1,0 1,0-1,1 1,-1-1,0 1,0-1,1 0,-1 1,1-1,-1 1,1-1,0 0,-1 1,1-1,0 0,0 0,1 2,3 2,0 0,0 0,0 0,1-1,-1 0,12 7,4 0,0-2,1 0,0-1,0-2,1 0,0-1,24 2,167 0,-15-2,350 23,-503-26,79 13,16 2,88-17,24 2,-60 23,-164-20,186 40,-138-27,-57-14,129 34,-79-9,-20-8,-27-12,4 3,1-2,1-1,-1-2,36 6,72 12,-111-20,99 31,-98-24,-25-12,-1 0,0 0,1 1,-1-1,0 0,0 0,0 0,1 1,-1-1,0 0,0 0,0 1,1-1,-1 0,0 0,0 1,0-1,0 0,0 1,0-1,0 0,0 0,0 1,0-1,0 0,0 1,0-1,0 0,0 1,-1 0,1 0,-1-1,0 1,1-1,-1 1,0 0,0-1,0 1,0-1,0 0,1 1,-1-1,0 0,0 0,-2 1,-10 1,0 0,0 0,0-1,0-1,-1 0,-13-3,-86-17,55 9,-94-15,-224-48,14 4,320 64,-84-10,-149-1,268 17,-9 0,0 0,-16 4,26-3,1 0,-1 1,1-1,0 1,0 1,0-1,0 1,0 0,-7 5,2 0,-14 10,1 1,1 0,0 2,2 0,-20 28,14-12,17-26,1 0,0 0,1 1,0 0,1 1,1-1,-8 24,8-12,-1 0,-17 41,19-56,0-1,-1 0,0 0,-1 0,1-1,-1 0,-1 0,0 0,1-1,-14 9,4-4,7-6,0 1,1 0,0 0,0 1,1 0,0 0,0 1,-7 9,2 5,-13 31,-6 13,30-64,-1 1,1-1,0 0,-1 0,1 0,-1 0,0 0,0 0,0 0,0 0,0-1,0 1,0-1,0 0,-1 1,1-1,-1 0,-2 1,3-2,-1 0,1 0,0 0,-1 0,1-1,0 1,-1-1,1 1,0-1,0 0,-1 0,1 0,0 0,0 0,0 0,-2-3,-8-6,2 0,-1-1,1 0,1-1,-9-14,14 20,-54-82,-71-147,-18-110,93 214,-93-165,143 290,1-1,0 0,0 1,0-1,1 0,0-1,0 1,1 0,-1-11,2 15,0 0,0 0,1 0,0-1,-1 1,1 0,0 0,0 0,1 0,-1 0,1 1,-1-1,1 0,0 1,0-1,0 1,0-1,1 1,-1 0,0 0,1 0,0 0,5-2,2-1,1 0,0 1,1 1,-1 0,0 0,1 1,0 1,-1-1,1 2,0 0,0 0,-1 1,1 1,0 0,-1 0,1 1,-1 1,0 0,0 1,-1-1,21 14,-13-5,0 1,-1 0,0 1,-1 1,-1 1,-1 1,0-1,-1 2,-1 0,17 38,0 15,-4 1,-3 1,20 117,-39-169,0 1,-1-1,-2 1,-2 34,1-49,-1-1,0 1,0-1,0 1,-1-1,0 0,-6 10,7-13,-1 0,0 0,0 0,-1-1,1 1,-1-1,0 0,1 0,-1 0,-1-1,1 1,-9 3,-4-1,0 0,-1-1,0-1,1-1,-1 0,0-1,0-1,0-1,1 0,-1-2,-22-5,-3-3,0-2,1-2,-56-28,35 11,2-4,1-2,2-2,2-3,1-3,3-2,2-2,2-2,-41-59,44 46,3-2,2-2,4-1,3-2,-25-79,52 132,0-1,1 0,1 0,1-1,1 1,1-1,1 1,1-1,0 1,2-1,5-22,-1 16,1 1,2 0,16-32,-19 45,0 0,1 1,1 0,0 0,1 1,0 0,19-16,-3 7,-13 11,-1 0,0-1,-1 0,0-1,16-19,-25 26,1 0,-1 0,0-1,0 1,0 0,-1-1,0 1,0-1,0 0,0 1,-1-1,1 0,-1 0,0 1,-1-1,1 0,-1 0,0 1,0-1,0 1,-1-1,0 1,-2-5,-8-13,0 0,-2 1,-27-33,10 15,-4-3,-1 2,-48-40,-7-8,84 79,0 0,0-1,1 0,0 0,-8-21,9 19,-1 1,0 0,-15-21,20 30,-1 1,1-1,-1 1,0-1,0 1,1 0,-1 0,0 0,0 0,0 0,0 0,0 1,0-1,0 1,-1-1,1 1,0 0,0 0,0 0,0 0,-1 0,1 0,0 1,0-1,-3 2,-7 1,1 2,0-1,-16 10,8-4,-4 0,-1-1,0-1,-1-1,0-1,0-1,-40 2,-154-6,158-4,95 2,0-1,35-8,-47 5,81-24,-92 26,-1-1,0-1,0 0,0 0,-1-1,0 0,13-11,-18 13,-1-1,1 0,-1 0,0 0,0 0,-1 0,0-1,1 1,-2-1,1 0,-1 1,0-1,0 0,0-10,-1-7,0 0,-5-29,3 39,0 0,-1 0,-1 0,0 1,0 0,-2 0,1 0,-1 0,-1 1,0 0,-1 0,0 1,-1 0,0 0,0 1,-1 0,0 1,-19-12,19 13,0-1,1 1,-1-2,1 1,1-1,0-1,-14-19,5-1,-21-50,-86-157,115 220,0 1,1-2,1 1,1-1,-7-28,11 38,1-1,0 1,0 0,1-1,0 1,1 0,0-1,0 1,1 0,0 0,0 0,1 0,0 0,0 1,5-8,-2 5,4-7,0 0,17-19,-23 32,0-1,1 1,-1 0,1 0,0 0,0 1,0 0,1 0,-1 0,1 0,10-3,12 2,0 0,0 2,1 1,44 4,-81-2,-1 0,0 1,0-1,1 2,-1-1,1 1,0 1,-8 3,-90 49,28-13,46-29,-36 21,63-32,0 1,-1 0,1 0,0 0,1 0,-1 1,1 0,0 0,-4 6,7-9,0 0,0-1,1 1,-1 0,0 0,1-1,-1 1,1 0,-1 0,1 0,0 0,0 0,0 0,0 0,0 0,0-1,1 1,-1 0,1 0,-1 0,1 0,0-1,0 1,-1 0,1 0,2 1,2 3,0 0,1-1,-1 1,1-1,8 5,0 0,11 11,2-2,0-1,1-1,1-1,32 12,3-3,0-3,113 23,124 5,-226-39,90 1,79-11,-199-2,-24 0,0-1,0-1,0 0,35-12,-11-1,42-21,-70 27,0 0,-1-1,0-1,0-1,-1 0,25-28,-31 31,3-1,1 0,0 1,1 1,28-15,-27 16,-1-1,1 0,-1 0,20-20,-26 21,0-1,-1 0,0 0,-1-1,0 0,0 0,-1 0,6-17,-9 22,-1 0,0 0,0 0,0 0,0 0,-1 0,0 0,0 0,0 0,0 0,-1 0,0 0,0 1,-1-1,1 0,-1 0,0 1,0-1,0 1,-1-1,0 1,-3-4,-1 0,-1 0,0 1,-1 0,1 0,-20-10,-53-22,14 8,51 23,0 2,0 0,0 1,-35-7,29 8,-40-14,49 12,0-1,0 0,1-1,0-1,-16-14,-12-9,19 14,20 15,12 11,9 5,1-1,0-1,1 0,1-2,-1 0,28 6,15 6,-53-17,36 13,0 2,-1 2,64 38,-97-48,0 2,-1-1,0 2,-1 0,-1 0,0 1,17 32,-24-39,0-1,0 1,-1 0,0 0,-1 1,0-1,0 0,-1 1,1 14,-2-18,0-1,0 0,-1 1,1-1,-1 0,0 0,-1 0,1 0,-1 0,1 0,-1 0,0 0,-1-1,1 1,-1-1,1 1,-1-1,0 0,0 0,-1 0,-3 2,-28 17,-1-1,-76 30,-85 16,142-50,0 3,1 1,-97 57,-92 77,97-58,-65 46,-2 1,144-101,-89 39,-99 26,138-60,5-5,-236 55,165-49,-5 2,145-42,-1-1,-59 1,73-8,-23 0,-56 10,-80 22,135-23,-96 3,-60-13,111-1,54 3,-81 14,-11 1,67-13,-104-8,160 2,0 0,0-2,0 1,0-2,1 0,-1-1,2-1,-1 0,-22-16,27 15,1-2,1 1,0-1,0 0,1-1,0 0,1 0,-6-16,-13-21,10 20,1-1,1 0,-14-51,25 76,1-1,-1 1,1 0,-1 0,0 0,0 0,-1 0,1 0,-1 1,0-1,0 1,0 0,-1 0,1 0,-1 0,1 1,-9-5,6 5,1 0,-1 0,0 0,0 1,0 0,0 0,0 1,0 0,0 0,0 0,-1 1,-10 2,1 2,0 0,0 1,0 1,-17 11,9-6,24-12,-1 0,0 0,0 1,0-1,0 0,1 1,-1-1,0 0,0 1,0-1,1 1,-1-1,0 1,1 0,-1-1,1 1,-1 0,0-1,1 1,0 0,-1 0,1-1,-1 1,1 0,-1 1,2-1,0-1,0 1,1 0,-1 0,0-1,0 1,0 0,0-1,1 1,-1-1,0 0,2 1,14 5,-13-3,1-1,-1 1,0 0,0 0,0 0,0 0,-1 1,1-1,-1 1,0 0,0 0,0 0,0 1,-1-1,0 0,0 1,0 0,-1 0,3 9,-1 7,0 0,-2 0,-2 35,1-36,0-1,0 1,5 19,-2-29,0 1,1-1,0 0,8 12,-7-12,0 0,0 0,-1 0,4 15,-2 15,1 46,4 25,-2-55,17 82,-18-105,-2 0,-1 0,0 39,-5 105,-3-75,2 18,3 155,-2-271,1 0,-1 0,1 0,0 0,0 0,0-1,0 1,0 0,1-1,0 1,0-1,0 1,0-1,1 0,-1 0,6 6,-4-6,1-1,-1 1,1-1,0 1,-1-1,1 0,0-1,0 0,0 1,0-1,1-1,6 1,188-4,-75-2,223 6,-336-1,0-1,0 0,0 0,0-2,0 1,-1-1,1-1,-1 0,0-1,0 0,0 0,-1-1,15-11,-14 9,0 0,0-1,0 0,-1-1,-1 0,11-15,-18 22,0 0,0 0,0 1,0-1,-1 0,0-1,1 1,-1 0,0 0,-1-1,1 1,0 0,-1-1,0 1,0 0,0-1,0 1,-1-1,1 1,-1 0,0-1,0 1,0 0,0 0,0 0,-1 0,0 0,1 0,-1 0,0 0,-3-2,-1-1,-1 0,1 1,-1 0,0 0,-1 1,1 0,-1 0,0 1,-10-3,-9-3,-41-6,28 9,-1 2,1 2,-1 1,-47 6,75-4,0 1,1 1,-1 0,1 1,-20 8,25-9,0 1,1 0,-1 0,1 0,0 1,0 0,1 0,-1 1,1-1,-7 10,-31 56,-24 32,58-91,-1 0,0-2,0 1,-1-1,-1-1,-15 11,25-19,-147 88,113-70,26-15,0 1,0 0,1 0,0 1,0 1,0-1,1 1,-9 10,3-3,-1 1,-26 17,23-18,-27 26,44-38,-1 0,0 0,1 0,-1 0,1 0,0 0,0 0,-1 0,1 0,1 1,-1-1,0 1,0 2,1-3,0-1,0 1,0 0,1 0,-1-1,0 1,1 0,-1-1,1 1,0-1,0 1,-1-1,1 1,0-1,0 1,0-1,1 0,-1 1,0-1,2 2,13 8,1 0,0 0,31 13,2 1,2 1,2-2,1-3,0-2,2-2,96 15,-125-27,51 9,142 6,696-21,-895 0,1 2,-1 1,0 1,1 0,-1 2,-1 0,1 2,-1 0,0 2,32 17,4 1,-47-23,1 1,-1-1,0 2,0-1,-1 1,1 1,-2 0,1 0,-1 1,9 9,1 6,0-2,-1 1,-1 1,-1 0,20 44,-34-64,0-1,0 0,0 0,0 0,-1 1,0-1,1 0,-1 0,0 1,0-1,0 0,0 1,0-1,-1 0,1 1,-1-1,1 0,-1 0,0 0,0 0,-2 4,1-4,0 0,0 0,-1 0,1 0,-1-1,0 1,1 0,-1-1,0 0,0 0,0 0,0 0,0 0,0 0,0-1,-4 1,-51 3,0-2,0-3,-1-2,1-3,-61-14,61 5,0-2,2-3,-59-29,4 3,59 25,-52-21,-119-30,-172 1,211 42,118 19,-1 3,0 2,-113 7,169 0,0 0,-1 0,1 2,0-1,1 1,-1 1,-19 10,-66 52,63-42,23-17,1 0,0 1,0 0,1 0,0 1,1 0,0 0,0 1,-8 20,0 7,-18 65,13-34,11-37,1 1,2 0,-4 55,8 100,3-133,-1-43,1 1,1-2,0 1,1 0,0 0,1-1,0 1,0-1,12 19,-14-26,1 0,0 0,0 0,1 0,-1-1,1 1,0-1,0 0,0 0,0 0,7 3,-8-5,1 0,-1 0,1 0,-1 0,1 0,0-1,-1 0,1 0,0 0,0 0,-1 0,1-1,0 0,-1 0,1 0,-1 0,5-2,-1-1,0 0,0 0,0-1,0 1,-1-2,0 1,0-1,0 0,-1 0,0-1,0 1,0-1,6-14,-4 7,-1 0,0-1,-1 0,-1 0,-1 0,4-23,-5 20,-1-1,0 0,-5-37,4 51,-1 0,0 0,0 0,-1 0,0 0,1 0,-2 0,1 1,0-1,-1 1,0-1,0 1,-1 0,1 0,-1 1,1-1,-1 1,-1-1,-3-2,-16-6,1 2,-39-13,41 16,0 0,1-1,0-1,-35-23,1-6,-85-46,90 58,24 12,-1 1,0 1,-44-13,45 18,9 4,1-1,-30-13,41 16,0-1,0 0,1-1,-1 1,0-1,1 1,0-1,0 0,0-1,0 1,0 0,1-1,-1 1,1-1,-4-7,3 0,0 1,0 0,1-1,1 1,0-1,0 1,1-1,0 0,2-13,-1 17,0 0,1 0,0 0,0 0,0 1,1-1,0 1,0-1,1 1,0 0,0 0,0 0,1 1,8-9,1 3,1 1,-1 1,2 0,-1 1,1 0,0 2,1 0,23-6,-17 7,0 1,0 2,0 0,0 1,45 4,-60-2,0 0,0 1,-1 0,1 0,0 1,-1 0,1 0,-1 1,0 0,0 0,-1 1,1 0,-1 0,0 0,0 1,5 7,-5-5,0 1,0 0,-1 0,0 1,-1 0,0 0,0 0,-1 0,0 0,-1 1,1 17,-1 10,-5 40,1-56,1 0,1 0,1 1,0-1,2 0,9 34,-10-51,0-1,0 1,1-1,0 0,-1 1,2-1,-1 0,0-1,1 1,0-1,0 1,0-1,0 0,1-1,-1 1,1-1,5 3,11 3,0-1,37 7,-34-9,28 6,2-2,57 1,110-7,-150-7,132-26,-32 3,376 14,-349 15,-137-3,70 2,-112 1,0 0,-1 1,1 1,32 12,265 105,-247-98,76 15,-90-25,-1 2,0 2,52 24,18 11,-75-34,60 33,-72-32,-23-13,-1 1,20 14,-29-18,0 0,0 1,0-1,-1 1,1 0,-1 0,0 0,0 1,-1-1,1 1,2 6,-1 0,-1 1,0 0,0-1,1 25,-3-32,-1 1,0-1,0 1,0-1,-1 1,0-1,0 1,0-1,0 0,0 0,-1 1,0-1,0 0,0 0,-1 0,-3 5,-5 0,0 0,0 0,-1-1,0 0,-18 8,-69 26,79-36,0 0,0-1,-1-1,-31 2,-84-4,123-2,-5-1,0-1,0-1,1 0,-1-1,1-1,-33-15,-10 1,46 15,0 0,0-1,0-1,0 0,1 0,0-2,-21-14,14 3,-29-35,35 38,0 0,0 1,-2 1,-22-17,-8 2,-2 2,-60-24,-105-31,166 65,9 4,7 2,-35-17,27 10,-1 2,0 2,-54-12,-130-17,156 32,-10-4,30 5,-82-6,50 13,0 3,-130 18,132-8,54-9,-1 2,1 1,0 1,0 1,-29 12,38-10,1 0,1 1,0 1,-21 19,-21 16,40-35,1-1,1 0,0 1,0 0,-17 19,27-25,0 0,0 0,0 1,1-1,-1 1,1-1,0 1,1 0,-1-1,1 1,0 0,0 0,0 0,1 0,0 0,0 0,0 0,1 0,1 7,0-2,1 0,0-1,1 1,0-1,1 0,0 0,0-1,1 1,0-1,0 0,1 0,0-1,0 0,1-1,0 1,0-1,12 6,-2-2,1 0,0-2,1 0,0-1,0-1,0 0,29 3,127 23,-107-17,110 10,-51-22,-58-3,80 12,-72-2,116 2,-179-12,-1 1,0 1,1 0,-1 1,0 1,0 0,-1 0,1 2,-1 0,0 0,22 16,185 103,-182-108,76 22,-29-11,-73-24,1 1,-1 1,-1-1,1 2,16 11,-25-15,0-1,0 1,-1-1,1 1,-1 0,1 0,-1 0,0 1,0-1,-1 0,1 1,-1-1,1 1,-1-1,0 1,0 0,-1 0,1-1,-1 1,0 0,0 0,0 0,-1 5,-1-4,1-1,0 0,-1 0,0 1,0-1,0-1,-1 1,1 0,-1-1,0 1,0-1,0 0,0 0,0 0,-1 0,0 0,1-1,-1 0,0 1,0-2,0 1,-6 1,-3 2,0-1,0-1,0-1,0 1,0-2,-17 0,22-1,1-1,-1 0,0-1,0 0,1 0,-1-1,-11-5,17 7,0 0,0 0,0 0,0-1,0 1,1-1,-1 1,0-1,1 0,-1 1,1-1,-3-4,4 5,-1-1,1 1,0 0,-1-1,1 1,0 0,0-1,0 1,0-1,0 1,0 0,1-1,-1 1,0 0,1-1,-1 1,1 0,-1 0,1-1,0 1,0 0,-1 0,1 0,1-1,3-4,0 1,0 0,1 0,0 1,0 0,0 0,0 0,7-3,59-22,-67 28,63-21,0 3,84-11,145-6,-195 25,182-6,-167 13,57-12,52-1,-221 17,38-3,-41 2,1 0,-1 1,0-1,1 0,-1 0,0 0,0-1,0 1,0-1,0 1,0-1,0 1,-1-1,1 0,2-3,67-107,-70 111,0 0,0-1,0 1,0 0,0 0,0-1,-1 1,1-1,0 1,-1 0,1-1,-1 1,0-1,1 1,-1-1,0 0,0 1,0-1,0 1,0-1,0 1,0-1,-1 1,1-1,-1 1,1-1,-1 1,1-1,-1 1,0 0,0-1,0 1,1 0,-1 0,0-1,-1 1,1 0,0 0,0 0,0 0,-1 0,1 1,0-1,-1 0,-1 0,-22-10,-1 0,0 2,-53-11,-18-6,-266-119,278 103,3-3,-89-65,-215-171,359 262,-35-34,51 43,1-1,0 0,1 0,0-1,-12-23,-35-61,40 71,0-1,2 0,1-1,1 0,-9-32,12 17,3-1,0 1,3-1,2 0,6-68,-2 89,1 1,1-1,1 1,1 0,0 0,2 1,12-23,0 8,1 1,53-61,-58 77,1 1,1 0,0 1,1 1,1 1,0 1,1 0,39-15,11 2,112-25,-158 45,137-32,140-38,557-182,-703 220,-75 20,79-29,-23-6,125-41,-117 56,250-31,-291 60,-1 5,109 10,-190-4,0 2,1 0,-1 1,-1 1,1 1,-1 1,0 1,21 13,20 6,-42-20,-1 1,22 14,-6-1,232 137,-123-81,210 99,-313-160,9 4,0-2,96 22,-81-32,-35-5,0 1,43 12,52 30,-34-14,-73-28,1 1,-1 1,0 1,0 0,-1 2,0 0,24 18,-36-22,0 0,0-1,0 2,-1-1,0 1,0-1,-1 2,0-1,0 0,0 1,2 10,0-7,-1 0,2-1,-1 1,1-1,1-1,0 1,0-1,1-1,11 9,-8-6,0 1,0 0,18 27,-13-13,-1 2,-2 0,-1 0,-1 2,11 39,-18-50,2-1,-1 0,2 0,1-1,0 0,1-1,1 0,0 0,1-1,1-1,0 0,28 22,-24-22,-8-7,0 0,-1 0,0 1,0 0,-1 1,11 15,2 8,2 0,0-2,2-1,2 0,0-2,2-1,51 36,-57-44,-1 1,-1 0,-1 1,26 34,27 29,-51-59,-1 0,25 40,-28-38,1-1,34 36,37 39,1-1,-67-78,44 31,-1-3,-63-47,-1 1,1-1,-1 0,0 1,1-1,-1 1,0 0,0 0,-1 0,3 4,-4-7,0 0,0 0,0 0,0 0,0 0,0 0,0 1,0-1,0 0,-1 0,1 0,0 0,0 0,0 0,0 0,0 1,0-1,0 0,0 0,0 0,0 0,0 0,-1 0,1 0,0 0,0 0,0 0,0 0,0 0,0 1,0-1,-1 0,1 0,0 0,0 0,0 0,0 0,0 0,0 0,-1 0,1 0,0 0,0 0,0 0,0 0,0-1,0 1,0 0,-1 0,1 0,0 0,0 0,0 0,0 0,0 0,0 0,0 0,0 0,0-1,-1 1,1 0,0 0,0 0,0 0,0 0,0-1,-24-12,-44-31,32 19,-22-14,1-3,3-3,1-2,-83-96,-241-393,342 471,28 49,-1 0,-1 0,-1 0,-21-25,4 12,0-2,3-1,0 0,2-2,-24-50,27 43,0-1,-1 2,-34-50,43 78,0 0,0 0,-1 1,-24-16,19 14,-30-29,14 4,24 27,0-1,-1 1,0 1,-1 0,0 1,-1 0,-22-14,-3 8,-58-17,68 25,0-1,1-2,0-1,0 0,-27-19,49 28,-48-34,-94-49,137 81,0 1,-1-1,-13-1,-2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09:13.43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5995 6071,'-7'-1,"0"1,0-1,0 0,1-1,-1 0,0 0,1 0,-11-6,-4-3,-23-18,27 17,-30-15,11 10,0 3,0 1,-2 1,1 3,-1 1,-40-4,60 10,0-1,0-1,0-1,-31-13,-63-38,73 35,-7 0,-69-23,69 27,-74-35,107 45,-1 2,1 0,-1 0,0 1,0 1,0 0,-19-1,-105 3,90 2,-52-1,-84 3,146 0,-1 1,-63 16,60-9,-211 51,187-47,25-6,1-2,-52 4,-109-12,194 1,0 1,1-1,-1 1,1 0,-1 0,1 1,-8 3,12-4,0-1,0 1,0 0,0 0,0 1,1-1,-1 0,0 0,1 1,-1-1,1 1,-1 0,1-1,0 1,0 0,0 0,0 0,0 0,0 0,0 0,1 0,-1 0,1 0,-1 0,1 4,0-4,0 1,1-1,0 0,-1 0,1 0,0 0,0 0,0 0,0 0,0 0,1 0,-1 0,1 0,-1-1,1 1,-1-1,1 1,0-1,0 0,0 1,0-1,2 1,5 3,0-1,1 0,18 5,25 2,55 5,-34-7,212 14,3-24,-105-1,345 2,-485-3,0-1,49-12,-31 5,14-3,-33 5,72-5,-55 15,-36 0,0-2,28-3,-49 4,0-1,1 0,-1 0,0 0,0 0,0-1,0 0,0 1,0-1,0 0,0 0,-1 0,1-1,-1 1,1-1,-1 1,0-1,0 0,0 0,-1 0,1 0,-1 0,1 0,-1 0,0-1,0 1,-1 0,1-1,-1 1,1 0,-1-1,0 1,0-1,-1 1,1 0,-1-1,1 1,-1 0,0-1,-1 1,1 0,-3-4,-5-6,0 1,-1 0,-1 0,0 1,-1 1,0 0,0 0,-19-10,-13-11,39 27,-222-183,176 142,-102-69,56 46,80 55,-1 2,-1 0,0 2,0 0,-1 1,0 1,-1 0,1 2,-34-5,-11 4,-115 3,159 4,-8 1,1 2,-1 2,2 0,-1 2,1 0,-29 14,-48 15,54-23,-2-3,-103 10,129-20,0-1,0-2,0 0,0-2,-47-12,13-3,-72-35,94 38,5 3,1-2,0-1,1-2,-40-29,52 32,9 8,0-1,0 0,0 0,1-1,1-1,0 1,0-1,-10-17,9 9,0 0,-2 0,0 0,-1 1,-1 1,-1 0,0 1,-1 1,0 0,-1 1,-1 0,0 2,0 0,-1 0,-37-14,20 11,-97-43,110 45,1 0,0-2,-34-27,32 24,0 0,-2 2,-32-17,35 22,1-2,0-1,1 0,0-2,-23-21,7-5,24 26,0 0,-19-15,1 5,1-1,1-2,1-1,1-1,2-1,-24-41,28 35,12 21,0 0,-1 1,-1 0,0 1,-1 0,-1 0,-15-14,20 23,0-1,1 0,0 0,0-1,1 0,0 0,0 0,0-1,1 0,0 1,1-1,0-1,-3-12,-10-30,-35-78,37 101,-1 0,-1 2,-1 0,-24-28,-10-11,45 58,0 0,0 0,0 0,1 0,0-1,1 0,0 0,0 0,1-1,0 1,0-1,1 0,0 1,0-1,1 0,1 0,-1 0,1 0,1-1,0 1,0 1,1-1,0 0,0 0,1 0,0 1,6-10,46-107,-42 89,2 1,2 1,27-42,-32 61,0 1,24-22,-20 21,-1 0,14-18,-3-3,32-59,-48 74,0 0,-1-1,-2 0,9-38,-11 37,6-30,8-102,-18 124,-2-1,-1 0,-1 1,-8-36,6 48,-1 0,0 1,-2-1,0 1,-1 1,0-1,-23-28,7 8,0 0,-27-61,36 65,-1 0,-3 1,0 1,-35-41,41 59,-1 0,-1 2,-23-16,24 19,1-2,0 1,0-2,-20-22,5-5,18 23,-25-27,31 38,0 0,0 1,-1-1,0 1,0 0,0 1,0 0,0 0,-8-2,-28-9,-140-53,164 59,0 2,-1 0,1 2,-1 0,-1 1,1 0,0 2,-1 0,-37 4,-7 6,-100 25,148-30,-13 3,0 0,1 2,-31 15,36-13,8-5,0 2,1 0,-20 15,8-6,0-1,0-1,-2-1,-57 21,36-16,-52 17,100-36,0 1,1-1,-1 0,1 0,-1 0,0 1,1-1,-1 0,1 1,-1-1,1 1,-1-1,1 0,-1 1,1-1,-1 1,1-1,0 1,-1 0,1-1,0 1,-1-1,1 2,0-2,1 1,-1-1,0 1,1-1,-1 0,1 1,-1-1,1 1,-1-1,1 0,-1 0,1 1,-1-1,1 0,-1 0,1 1,-1-1,1 0,1 0,37 4,-37-4,248 1,-131-2,-85-1,0-1,-1-2,1-1,-1-1,0-2,33-14,-46 13,-1 0,0-1,28-21,26-15,64-14,-20 11,-10 4,-81 35,-4 4,0 1,0 1,42-5,-1 1,-5-1,95-1,62 11,-95 2,1663-1,-1758-3,-1-1,0-1,0-1,0-1,28-10,-23 6,0 1,52-7,-16 11,-30 3,40-8,-18 0,-28 6,-1-1,53-18,-79 22,1 0,-1 0,1 0,-1-1,0 1,1 0,-1-1,0 0,0 1,0-1,0 0,-1 0,1 0,0 0,2-5,-4 6,1 0,-1 0,0 0,0 0,0 0,0 0,0 0,0 0,0 0,0 0,0 0,0 0,0 0,-1 1,1-1,0 0,-1 0,1-1,-2 0,1 0,-1 0,1 0,-1 0,0 0,0 1,1-1,-1 1,0-1,-3 0,-18-11,0 1,-1 1,-47-14,-84-14,23 7,84 18,11 2,0 2,-1 2,0 0,-45-1,67 8,-1 0,1-1,0-1,-1-1,1 0,1-1,-1-1,1 0,0-1,0-1,-16-11,-9-3,31 19,1-2,0 1,-1-1,2 0,-1-1,-11-10,19 16,-1-1,1 1,-1-1,1 1,0-1,-1 1,1-1,-1 0,1 1,0-1,-1 0,1 1,0-1,0 0,0 1,0-1,-1 0,1 1,0-1,0 0,0 1,0-1,0 0,1 1,-1-1,0 0,1-1,-1 1,1 0,0 0,0 0,0 0,0 1,0-1,0 0,0 0,0 1,1-1,-1 0,0 1,2-1,6-2,0 1,0 0,12 0,304-3,-184 8,685-2,-793-3,1-1,-1-1,61-16,96-41,-152 48,63-27,-68 25,2 2,-1 1,1 2,60-10,-22 8,0-2,123-43,-172 51,1 0,-1 1,45-2,75 7,-84 1,-14 2,0 2,58 15,-102-20,68 18,-46-11,-1-1,1-1,28 2,277-5,-158-4,1253 2,-1477 2,-67 13,-5 0,79-11,-84 18,113-18,0 1,1 0,-1 2,1 0,1 0,0 2,0 0,-18 14,22-14,-1-1,-1-1,-14 7,-15 9,21-7,1 0,0 2,1 0,1 1,0 1,-28 43,41-55,0-1,1 1,0 0,0 0,1 0,0 1,0-1,-2 16,4-18,1-1,0 0,0 1,0-1,0 1,1-1,0 0,0 1,1-1,-1 0,1 0,0 0,1 0,-1 0,5 6,53 75,-57-81,1 0,-1 1,1-1,1-1,-1 1,1-1,0 1,0-1,0-1,0 1,1-1,-1 0,10 4,3-1,1 0,1-1,19 2,9 2,3-1,-1-2,1-2,87-5,-56-1,-78 2,34-2,-37 2,0 0,0 0,-1-1,1 1,0 0,0 0,0-1,-1 1,1 0,0-1,-1 1,1-1,0 1,-1-1,2 0,-2 0,0 1,0-1,0 1,0-1,0 1,0-1,0 1,0-1,0 1,0-1,0 1,0-1,0 1,0 0,-1-1,1 1,0-1,0 1,-1-1,1 1,0 0,0-1,-1 1,1 0,-1-1,1 1,0 0,-1-1,0 1,-10-9,0 1,0 0,-1 0,-1 2,-19-9,-73-23,78 29,-137-54,-18-6,153 60,-2 1,1 1,-1 2,-40-1,58 5,0 1,1 1,-1 0,0 0,1 1,-1 1,1 0,0 1,0 0,0 1,1 0,0 1,-1 0,2 1,-1 0,1 1,0 0,-12 13,-60 56,48-47,2 2,-46 55,67-72,-1-1,-1-1,0 0,0-1,-2-1,1 0,-2 0,1-2,-1 0,-1-1,1 0,-28 8,21-9,-9 2,-35 7,58-15,0 1,-1-2,1 1,-1-1,1-1,0 0,-1 0,-12-4,19 5,0-1,1 0,-1 0,1 0,-1 0,1 0,-1 0,1-1,-1 1,1-1,0 1,0-1,0 0,0 0,0 0,0 0,1-1,-1 1,1 0,-1-1,1 1,0-1,0 1,0-1,0 1,1-1,-1 0,1 1,-1-1,1 0,0 0,0 0,1-4,0 0,1 1,0-1,0 1,0 0,1 0,0 0,0 0,1 0,0 0,0 1,0 0,9-9,1 1,1 1,1 0,0 0,25-12,-37 22,0-1,0 1,0-1,0 0,0 0,-1 0,0 0,1-1,-1 0,0 1,-1-1,1 0,-1 0,0-1,0 1,0 0,0-1,-1 1,0-1,0 0,1-5,-2 3,1 1,-2 0,1-1,-1 1,0 0,0 0,0 0,-1 0,0 0,-1 0,1 0,-1 0,0 1,0-1,-8-8,3 5,-1 0,0 0,0 1,-1 0,0 1,-1 0,0 1,0 0,0 0,-1 1,1 1,-1 0,0 0,-1 2,-13-3,-21 0,1 3,-84 4,71 1,42-3,1-1,0 0,0-1,0-1,1-1,-1 0,-18-8,-9-7,-46-27,-13-7,76 43,-1 1,-1 2,-44-7,35 7,-34-3,-1 3,-125 5,191 2,-2 0,0 0,0 1,0 0,0 0,1 1,-1 0,0 0,1 0,0 1,-9 5,13-6,-1 1,1-1,0 1,0 0,0 0,0 0,0 0,1 1,-1-1,1 1,0-1,0 1,0 0,1 0,-1 0,1 0,0 0,0 0,1 0,-1 7,1-5,0 0,1 0,-1 0,2-1,-1 1,1 0,-1-1,2 1,-1-1,0 0,1 1,0-1,1 0,4 5,4 5,0-1,1-1,17 14,-3-8,1-1,1-1,1-1,55 20,-74-31,31 9,-34-13,0 1,-1 1,1-1,-1 1,0 1,0-1,0 1,12 10,-18-14,0 1,0-1,-1 1,1 0,0-1,-1 1,1 0,-1 0,1 0,-1-1,1 1,-1 0,0 0,1 0,-1 0,0 0,0-1,1 3,-1-3,-1 1,1-1,0 1,0-1,-1 0,1 1,0-1,0 1,-1-1,1 0,0 1,-1-1,1 0,-1 1,1-1,0 0,-1 0,1 1,-1-1,1 0,-1 0,1 0,-1 0,0 1,-3-1,-1 1,1-1,-1 1,0-1,-8-1,-3-2,1 0,-1-1,1 0,0-1,0-1,0 0,-15-9,7 0,0 0,0-2,-24-23,25 20,6 4,0 1,-1 0,-1 2,-1 0,-21-11,-127-49,145 63,-1 1,0 0,0 2,-1 0,0 2,0 1,0 1,0 1,-1 0,1 2,-33 4,49-2,-1 0,0 0,0 0,1 1,-1 0,1 1,0 0,0 0,0 1,1 0,-11 9,4-2,1 1,0 0,2 1,-18 26,17-26,0 0,-1-1,0 0,-1-1,0 0,-29 17,7-4,23-17,0 0,0-1,0 0,-1-1,-22 7,-77 13,72-18,-46 15,54-11,-34 16,57-23,-1 1,1 1,0-1,0 2,1-1,-16 17,13-10,0 0,0-1,-15 13,19-19,0 0,0 1,1 0,0 0,1 1,0 0,0 0,1 1,0-1,0 1,1 0,1 0,0 1,0-1,1 1,0-1,1 1,-1 18,3-16,0 0,0 1,1-1,1-1,0 1,1 0,1-1,-1 0,2 0,0 0,0 0,1-1,0 0,1-1,10 10,-2-4,0-2,28 19,-29-23,-1 1,0 0,-1 1,21 23,16 39,-34-48,34 42,-43-61,-1 2,0-1,0 1,-1-1,0 1,-1 1,6 13,-4-1,-1 0,3 28,-6-38,0 0,2 0,-1 0,1 0,11 20,35 48,-7-13,-36-56,1-1,0-1,1 0,0 0,0-1,1 0,12 9,0-1,-5-5,0 0,1-1,1-1,-1-1,30 9,27 13,-53-21,1-1,0 0,0-2,1-1,-1-1,1-1,0-1,0-1,0-1,38-5,-54 4,-1 0,1 0,-1-1,0 0,0-1,0 0,0 0,-1 0,1-1,-1 0,0 0,0 0,0-1,0 0,-1 0,5-7,-1 1,-2 0,0-1,0 0,-1 0,0-1,-1 0,6-25,0 4,2-1,29-55,-24 53,23-62,-32 69,38-139,-38 130,1 1,27-66,-34 98,-1 1,1-1,0 1,1 0,0 0,-1 0,1 1,1-1,-1 1,1 0,0 0,0 1,0-1,0 1,0 0,1 0,-1 1,1 0,0 0,0 0,0 1,0-1,0 2,11-2,-16 2,0 0,0 0,0 0,0 0,0 1,0-1,0 0,0 0,0 1,0-1,0 0,0 1,0-1,0 1,0-1,-1 1,1-1,0 1,0 0,-1-1,1 1,0 0,-1 0,1 0,0 1,-1 0,1-1,-1 1,0-1,0 1,0-1,0 1,0-1,-1 1,1-1,0 1,-1-1,1 1,-1-1,-1 3,-3 5,-1 0,1-1,-13 14,3-7,-1 0,0-1,-1-1,0 0,-1-1,-30 14,32-16,0 0,0 2,-21 20,9-8,5-2,1 0,1 1,-21 31,-18 21,59-75,1 1,-1 0,1-1,-1 1,0-1,1 1,-1-1,1 1,-1-1,0 1,0-1,1 1,-1-1,0 0,1 1,-1-1,0 0,0 0,0 0,1 0,-2 0,1 0,1 0,-1 0,1-1,-1 1,1 0,-1-1,1 1,-1-1,1 1,-1-1,1 1,0-1,-1 1,1-1,0 1,-1-1,1 1,0-1,0 1,-1-2,0-5,-1 0,1 0,0-13,1 17,0-149,0 149,0 0,0 1,-1-1,1 0,-1 0,0 0,1 0,-1 1,-1-1,1 0,0 1,-1-1,1 1,-1-1,0 1,0 0,0 0,0 0,0 0,0 0,-4-2,3 2,0 1,0 0,0 0,0 0,0 1,0-1,0 1,0 0,0-1,0 1,0 1,0-1,-1 0,1 1,0 0,0-1,0 1,1 0,-1 1,-4 1,-5 4,-1 1,1 1,1 0,0 0,0 1,1 0,0 1,0 0,-9 16,19-27,-1 1,0 0,1 0,-1 0,1 0,-1 0,1-1,0 1,-1 0,1 0,0 0,-1 0,1 1,0-1,0 0,0 0,0 0,0 0,0 0,0 0,1 0,-1 0,0 0,0 0,1 0,-1 0,1 1,0-1,1 0,-1 0,0 0,1 0,-1-1,0 1,1 0,-1-1,1 1,0-1,-1 1,1-1,-1 0,1 1,2-1,5 0,1 0,0-1,0 0,13-3,-2-2,0-1,0-1,24-14,35-14,-63 31,0 1,-1 0,2 2,27-2,73 6,-47 1,-52-2,-1 2,0 0,1 0,-1 2,-1 0,1 2,-1-1,25 15,-38-18,1 0,-1 0,0 0,0 0,0 1,-1-1,1 1,-1 0,0 0,0 1,0-1,-1 0,1 1,-1 0,0 0,0-1,-1 1,0 0,2 9,0 9,-1 0,-1 0,-2 26,0-32,1 15,1-19,-1 0,-1 0,0 0,-4 21,4-31,0 0,0 0,-1 1,1-1,-1 0,1 0,-1 0,0 0,0-1,-1 1,1 0,0-1,-1 0,0 1,1-1,-1 0,0 0,0-1,0 1,0-1,-7 3,-4 0,0-1,-1 0,1-1,-26 0,-63-6,41 0,26 2,-34 0,62 3,1-1,0 1,0 0,0 1,0 0,0 0,-8 4,3-1,1 1,0 0,0 1,0 1,-10 8,21-15,-1-1,0 1,1 0,-1-1,0 1,1 0,-1-1,1 1,-1 0,1 0,0-1,-1 1,1 0,0 0,-1 0,1 0,0-1,0 1,0 0,0 0,0 0,0 0,0 0,0 0,0-1,0 2,1-1,0 0,-1 0,1 0,0 0,0 0,0 0,0 0,0 0,0-1,0 1,0 0,1-1,-1 1,0-1,2 1,7 2,0-1,0 0,15 1,-24-3,340 3,-176-6,-135 4,-2-1,0-1,30-4,-48 3,-1 0,1 0,-1-1,1-1,-1 1,0-2,-1 1,1-1,13-10,-9 4,0 0,0-1,-2-1,1 1,-1-2,-1 0,-1 0,14-26,-20 34,0-1,-1 1,0 0,0-1,0 0,0 1,-1-1,-1 0,1 0,-1 0,0 0,0 1,-1-1,0 0,0 0,-1 1,0-1,0 0,0 1,-1 0,0-1,0 1,0 0,-6-6,-1 1,0 0,-1 1,0 1,-1-1,0 2,-1 0,0 0,0 1,0 1,-26-9,16 7,-1 2,0 1,0 0,0 2,-46-1,60 4,-1 1,1 1,0-1,0 1,0 1,1 0,-1 1,0-1,1 2,0-1,-13 10,-1 4,0 0,-33 37,19-18,-41 27,54-45,0 1,-28 29,-20 34,-102 108,85-115,81-69,-16 17,0 1,2 1,-32 46,50-66,0 0,0 0,-1-1,1 0,-1 0,-1 0,1 0,-1-1,0 0,0 0,0 0,-9 3,-6 1,1-1,-38 7,37-10,-1 2,-34 13,12 4,1 1,-77 60,56-36,22-22,-11 7,39-21,1 0,0 0,0 1,2 0,-1 1,2 1,-10 16,-6 9,-39 47,15-21,35-46,2 0,0 0,1 2,2 0,0 0,1 0,1 1,1 1,1-1,1 1,2 0,-2 44,8 308,-3-986,21 697,-10 36,-7 219,-6-178,2-153,0-1,1 1,0-1,1 0,0 1,0-1,8 18,-8-22,1-1,0 0,1 0,-1 0,1-1,0 1,0-1,1 0,-1 0,1 0,0-1,0 1,0-1,0 0,7 2,39 15,1-3,102 20,-97-29,0-2,1-4,59-3,-44-1,-65 2,-1 0,1 1,13 2,-19-3,-1 1,1-1,0 1,0-1,0 1,0 0,0 0,-1 0,1 0,0 0,-1 1,1-1,-1 0,0 1,1-1,-1 1,0-1,0 1,2 2,-3-3,0-1,1 1,-1 0,0-1,0 1,1 0,-1 0,0-1,0 1,0 0,0 0,0-1,0 1,0 0,-1 0,1-1,0 1,0 0,0-1,-1 1,1 0,0-1,-1 1,1 0,-1 0,-1 1,0-1,1 1,-1-1,0 0,1 0,-1 0,0 0,0 0,-2 1,-5 1,-1-1,1 0,-10 1,1-2,1 0,0-1,0-1,-20-3,-67-18,100 22,-22-7,-1-1,2-1,-1-1,1-1,1-2,0 0,-34-26,32 19,2-1,-29-31,44 40,-1 0,2 0,0-1,0 0,1 0,0-1,-5-17,4 3,1-1,2 0,0 0,0-33,7-121,0 97,-1 46,1 21,-2-1,0 0,-1 1,-1-1,0 1,-10-33,10 48,1 0,-1 1,0 0,-1-1,1 1,-1 0,1 0,-1 0,0 1,0-1,0 1,-1-1,1 1,0 0,-1 0,0 1,-4-3,-8-1,-1 0,-28-5,27 6,-25-3,0 1,-46 0,-90 8,60 1,-289-3,398-1,0 1,0 1,0 0,-16 4,23-4,0 0,0 0,0 1,0-1,0 1,1-1,-1 1,0 0,1 0,0 1,-1-1,1 0,0 1,0-1,0 1,0 0,1-1,-3 5,-28 84,23-62,-18 40,13-40,1 2,2 0,1 0,1 1,2 0,1 1,2-1,-1 44,4-28,5 152,-2-186,0-1,2 0,-1 0,1 0,1 0,0-1,1 0,1 0,0 0,9 12,-9-12,0-1,-2 1,1 0,-2 0,4 13,-5-15,0 0,0 0,1-1,0 1,1-1,0 0,0-1,1 1,0-1,10 10,5-1,0-2,1 0,0-1,26 10,-34-18,1 0,-1-1,1-1,0 0,0-1,0-1,16 1,110-5,-75-1,-51 3,-31-1,-12 0,-31-7,-96-26,113 24,17 3,-1-1,-35-16,49 18,0 0,0-1,0-1,1 0,0 0,-15-16,-20-24,-60-70,94 102,1-1,0 0,1 0,1-1,-13-37,8 11,-45-128,45 140,-1 0,-1 1,-24-35,19 32,1-1,-27-70,11 23,25 63,-1 0,0 1,-2 0,0 1,-1 1,-20-18,15 13,-1 2,-36-25,43 35,0-1,1 0,0-1,1-1,0 0,0-1,2 0,-11-16,18 23,-1 0,1 0,1 0,-1 0,1 0,0-1,1 1,-2-12,3 15,0 1,0-1,1 1,-1-1,1 1,-1-1,1 1,0-1,0 1,0 0,0 0,1 0,-1-1,0 1,1 0,0 1,-1-1,1 0,0 0,0 1,0-1,0 1,0-1,0 1,1 0,2-1,10-4,-1 1,1 0,0 1,0 1,0 0,21 0,98 2,-97 1,25 3,0 2,100 22,-66 2,-76-23,-1 1,0 1,0 1,-1 0,0 1,19 15,-9-7,34 16,-52-29,1-1,0 0,0 0,0-1,0-1,0 0,14 1,4-4,0-1,-1-1,1-1,-1-2,0 0,0-2,48-22,78-29,-128 51,40-9,12-4,76-29,-145 47,0-1,-1 0,0 0,0-1,0 0,0-1,-1 0,0 0,0 0,-1-1,1 0,-2 0,1-1,7-14,-4 11,-1 1,2 0,-1 0,1 1,1 1,-1-1,21-10,-12 6,-9 7,0 0,0 2,0-1,18-4,24-13,-49 21,0-1,-1 0,1 0,-1 0,1 0,-1 0,0-1,0 1,0-1,0 1,0-1,-1 0,1 0,-1 0,0 0,0 0,0 0,0 0,0 0,-1 0,1 0,-1-1,0 1,0 0,0 0,0 0,-1-1,-1-4,1 1,-1 0,-1 0,1 0,-1 0,0 1,-1-1,1 1,-1 0,-1 0,1 0,-11-10,-56-40,50 41,0-1,1-1,-28-31,42 41,1-1,0-1,0 1,1 0,0-1,0 0,1 0,0 0,1 0,-3-17,2-6,3-58,0 70,1 11,0-1,1 1,0 0,1 0,-1 0,2 0,-1 1,1-1,1 1,-1 0,1 0,1 0,0 1,0 0,0 0,10-8,10-7,1 1,0 1,34-17,88-37,-139 70,16-6,0 1,0 1,1 2,0 1,1 1,-1 1,0 1,1 1,45 6,-93-6,-36 2,7 1,-662-1,696-1,1 0,-1-1,0-1,1 0,-1 0,1-2,0 0,0-1,0 0,0-1,1 0,0-1,0-1,1 0,0 0,-19-19,18 14,6 5,1 1,-1 1,-1-1,1 1,-1 1,0-1,-9-3,-18-6,14 6,-33-18,-195-109,200 114,-1 3,-1 2,-69-15,0 11,-1 4,-228 0,309 17,24-1,1 0,0 1,0 1,0 1,-27 6,40-8,0 1,-1 0,1 0,0 0,-1 0,1 0,0 1,0-1,0 1,0-1,0 1,1 0,-1 0,0 0,1 0,-1 0,1 0,0 0,-2 3,3-3,0 0,-1 0,1 0,0 0,0-1,0 1,0 0,1 0,-1 0,0-1,1 1,-1 0,1 0,0-1,0 1,-1 0,1-1,0 1,0-1,1 1,-1-1,0 0,0 1,1-1,-1 0,1 0,1 1,23 16,1-1,1-1,48 19,-38-17,35 14,0-4,2-3,1-3,1-3,0-4,1-3,1-3,99-3,195-13,-352 6,0-1,0-1,28-8,-24 5,47-6,-54 11,3-1,0 1,37 3,-54-1,0-1,0 1,0-1,0 1,0 0,0 1,0-1,0 1,-1 0,1-1,0 2,-1-1,0 0,1 1,-1 0,0-1,0 1,-1 0,1 1,2 3,-3-3,-1-1,1 1,-1-1,0 1,-1 0,1 0,-1 0,1-1,-1 1,0 0,0 0,-1 0,1-1,-1 1,0 0,0 0,0-1,-1 1,1-1,-1 1,0-1,0 1,0-1,-5 6,-2 2,0-1,-1 0,-1 0,1-1,-20 12,12-10,-1-1,-1-1,0 0,0-2,0 0,-1-1,0-1,-42 4,-14-4,-89-6,111 0,-348-4,390 6,0-1,0 2,0-1,-18 7,24-7,1 2,0-1,-1 1,1 0,1 0,-1 0,0 1,1 0,0 0,-7 7,2-1,-1 0,0-1,0-1,-1 0,-17 10,-68 27,87-41,1 1,1 0,-1 0,1 1,1 0,-1 0,1 1,0 0,1 0,-1 1,-7 13,-21 21,-22 25,51-60,-1 0,1 0,0 0,0 1,1 0,0 0,0 0,1 1,1 0,-1 0,1 0,0 0,1 0,0 1,1-1,0 1,0-1,1 1,1-1,-1 1,1-1,4 16,-3-20,1 1,0-1,0 0,0 0,0 0,1-1,-1 1,1-1,1 0,-1 0,0 0,1-1,0 1,0-1,0 0,9 3,11 5,0-2,35 9,-35-11,41 9,0-2,1-4,87 3,207-12,-170-5,-109 6,85-4,-163 1,0 1,0 0,-1-1,1 0,0 0,-1 0,1 0,0-1,-1 1,0-1,1 0,-1 0,0 0,0-1,3-2,-3 2,0-1,0 0,-1 0,0 0,1 0,-2 0,1-1,0 1,-1 0,0-1,2-8,0-13,-1 1,-1 0,-2 0,-3-34,2 48,-1 1,0 0,0 1,-1-1,0 1,0-1,-1 1,-1 0,1 1,-1-1,-1 1,-10-10,4 5,-1 0,-1 1,0 0,-1 1,-30-15,29 18,-1 1,0 1,0 0,-1 2,0 0,1 1,-22 0,-137 5,96 2,74-4,0 1,-1-1,1 2,0-1,0 1,0 0,0 0,0 1,0 0,0 0,1 0,-1 1,1 0,0 1,1-1,-1 1,1 0,0 1,0-1,0 1,1 0,-5 7,0 3,0 1,1-1,1 2,1-1,0 1,-5 30,9-40,1 0,1 0,-1 0,1 0,1 0,-1 0,2-1,-1 1,1 0,0 0,0-1,1 1,0-1,1 0,-1 0,1 0,9 11,-3-7,1 0,0-1,1 0,0-1,1-1,-1 1,2-2,-1 0,1-1,0 0,0-1,1-1,-1 0,30 4,11-3,2-2,95-8,-72 1,-60 4,0 0,-1-1,0 0,0-2,22-5,-37 8,-1-1,0 0,0 0,1-1,-1 1,0 0,0-1,0 0,0 0,-1 0,1 0,0 0,-1 0,0-1,1 1,-1-1,0 0,0 0,0 0,-1 0,1 0,-1 0,0 0,0 0,0 0,0-1,0 1,-1 0,1-1,-1-3,0 4,0-1,-1 1,0 0,1 0,-1 0,0 0,0 0,-1 0,1 0,-1 0,1 0,-1 0,-4-3,-2-3,0 0,-14-10,-18-10,0 2,-1 1,-2 3,0 1,-2 3,0 1,-1 2,-55-11,64 20,0 3,0 0,0 3,-38 2,39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09:24.66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496 38,'-6'0,"-2"-7,-6-1,-6 1,-6 0,-4 3,-3 1,-3 2,0 0,-1 1,1 0,-1 1,-5-1,4 6,3 3,1-1,7-2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13:48.339"/>
    </inkml:context>
    <inkml:brush xml:id="br0">
      <inkml:brushProperty name="width" value="0.5" units="cm"/>
      <inkml:brushProperty name="height" value="1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24425 641,'-333'-108,"-3"28,168 42,-530-108,522 104,81 17,87 23,1 1,0 0,0 0,-1 0,1 1,0 0,0 1,-1-1,1 1,-12 4,17-4,-1 0,1 0,0 0,-1 0,1 1,0-1,-1 1,1-1,0 1,0 0,1 0,-1 0,0 0,1 0,-1 0,1 1,-1-1,1 0,0 1,0-1,0 1,0 0,1-1,-1 1,1-1,0 1,-1 0,1 0,0-1,1 1,-1 0,1 3,3 17,1 0,2 0,11 29,-10-32,-2 0,1 0,-2 1,4 38,-7 233,-5-136,2-131,-1 1,-1-1,-1 0,-11 35,-42 96,48-137,-1 0,-22 30,16-24,14-21,-1 0,1 0,0 0,0 1,0-1,1 1,-1 0,1 0,1-1,-1 1,0 0,1 0,1 9,-1-11,1-1,-1 1,1 0,0 0,0 0,0 0,0 0,1-1,-1 1,1 0,0-1,0 0,0 1,0-1,0 0,0 0,0 0,1 0,-1 0,1-1,-1 1,1-1,3 2,6 1,1 0,-1-1,1 0,0-1,0-1,0 0,0 0,0-1,0-1,0 0,18-5,15-5,79-30,-106 34,179-83,-65 26,-98 49,1-2,2 1,-1 2,2 2,60-12,-43 15,1-3,-1-3,56-22,-83 28,1 1,0 1,0 2,40-2,125 4,-160 4,-20 0,0 0,0 1,0 0,0 1,0 1,18 7,-32-11,0 1,0-1,0 0,0 1,0-1,0 0,-1 1,1-1,0 1,0-1,0 1,0 0,-1-1,1 1,0 0,-1-1,1 1,0 0,-1 0,1 0,-1 0,1 0,-1 0,0-1,1 1,-1 2,-1-2,1 0,-1 0,0 0,0 0,0-1,1 1,-1 0,0 0,0 0,-1-1,1 1,0 0,0-1,0 1,0-1,0 0,-1 1,1-1,0 0,0 1,-1-1,1 0,-2 0,-22 2,0 0,0-2,-46-4,-79-20,113 18,-451-115,120 24,368 96,-26-5,1 1,0 2,-33-2,56 5,-1 0,0 1,1-1,-1 1,1-1,-1 1,1 0,-1 0,1 0,0 0,-1 1,1-1,0 1,0-1,0 1,0 0,0-1,1 1,-1 0,0 0,1 0,-1 1,1-1,0 0,0 1,0-1,0 0,-1 4,-1 7,0 0,0 1,2-1,-1 17,1-21,-3 124,-3 33,4-137,-11 106,10-111,-1 0,-1 0,-14 33,20-57,-4 9,0 0,1 1,0-1,0 1,1 0,-2 15,4-22,0 0,1 0,-1 0,1 1,0-1,0 0,0 0,0 0,0 0,1 0,0-1,-1 1,1 0,0-1,0 1,0-1,1 0,-1 1,0-1,1 0,-1 0,1-1,0 1,5 2,11 5,1-1,-1 0,37 8,69 8,-102-20,123 16,162 1,152-21,-444 0,-4 0,1-1,-2 0,1-1,0-1,0 0,-1 0,1-1,-1 0,0-1,0-1,-1 0,1 0,-1-1,-1 0,1 0,-1-1,11-14,-19 22,-1-1,0 1,1-1,-1 1,0 0,1-1,-1 1,1-1,-1 1,1 0,-1-1,1 1,-1 0,1 0,-1-1,1 1,-1 0,1 0,-1 0,1 0,1-1,-1 11,-10 24,-105 249,84-214,-18 30,26-56,-23 61,38-85,-1 1,-1-1,-1-1,-1 0,-17 23,11-22,0-2,-27 22,-5 5,26-22,-95 88,99-95,1-2,-2 0,0-1,-40 18,26-16,-53 23,76-31,0 0,1 1,0 0,0 1,-15 14,14-8,-19 28,23-32,0 1,-1-1,0 0,-1-1,-17 16,-15 5,17-13,1 0,0 1,2 1,0 1,-22 29,1 3,-80 77,32-29,62-67,-2 0,-1-2,-35 27,40-39,-87 70,90-70,2 1,-35 42,28-24,-36 35,52-62,0 0,0-1,-1 0,-1-1,1 0,-28 11,4-1,1 0,1 3,-54 42,88-64,-12 10,-116 80,113-82,0-1,-1 0,0-1,0-1,-28 4,19-4,-36 13,-16 14,1 3,-101 64,166-92,0-1,0-1,-1 1,0-2,-19 5,-68 6,29-6,-21 2,-1-4,-106-5,146-3,44 0,0 0,0 0,0-1,1 0,-1 0,1-1,-1-1,1 1,0-1,-8-6,-5-1,-15-4,1 2,-2 2,1 1,-60-9,37 8,-39-5,-53-12,-12-12,140 35,1-1,-1-1,-36-18,54 22,1 0,-1 0,1-1,0 0,0 0,1 0,-1 0,1 0,0-1,0 1,0-1,1 0,-1 0,1 0,1 0,-1 0,1-1,-2-5,0-12,0 0,2-44,1 65,1-21,2-1,1 1,12-42,-8 37,-6 21,1 0,-1 1,1-1,0 1,1 0,0 0,0 0,0 0,1 1,-1-1,1 1,1 0,-1 1,11-8,7-2,0 2,43-18,-17 10,10-8,1 2,-2-2,108-72,-22-2,-79 59,-3-2,102-96,-158 135,0 0,-1 0,0 0,0-1,-1 0,0 1,0-2,0 1,-1 0,0-1,0 0,-1 1,0-1,-1 0,1 0,-2 0,1 0,-1-10,-1 11,1 1,-2-1,1 1,-1-1,0 1,0-1,0 1,-1 0,0 0,-1 1,1-1,-1 0,0 1,0 0,-1 0,1 0,-1 1,0-1,-1 1,1 0,-1 1,1-1,-1 1,0 0,0 1,-1 0,1-1,0 2,-1-1,-10 0,2 0,8 1,0 1,0-1,1-1,-1 1,0-1,1 0,-1-1,1 1,0-1,-1 0,-8-7,15 10,-1-1,1 1,-1 0,1-1,-1 1,1-1,0 1,-1-1,1 1,-1-1,1 1,0-1,-1 1,1-1,0 1,0-1,0 0,-1 1,1-1,0 1,0-1,0 0,0 1,0-1,0 1,0-1,0 0,0 1,1-2,-1 1,1 0,0 1,0-1,0 0,-1 0,1 0,0 1,0-1,0 0,0 1,0-1,0 1,1-1,0 1,40-9,161 6,-124 5,-67-2,1 1,-1 0,0 1,1 0,-1 1,0 0,-1 1,1 0,0 1,18 11,-16-6,-1 0,0 1,0 0,-1 1,-1 0,18 26,-17-22,1 0,0-1,1-1,24 19,42 32,-56-44,1-1,0-2,1 0,32 15,-27-18,0-2,2-1,0-1,0-2,0-2,1-1,38 3,0-5,0-3,0-3,-1-3,114-23,-177 26,0 0,-1-1,1 0,-1 0,0-1,0 1,0-1,0-1,-1 0,0 0,0 0,0 0,7-9,1 0,0 1,1 1,19-13,24-19,-49 36,20-18,37-41,-58 56,1 0,-1 0,-1-1,0 0,-1-1,0 1,6-24,61-190,-64 186,-7 28,1-1,0 1,7-18,9-8,1 1,32-44,-20 36,-11 17,-2-1,-1-1,26-56,-33 54,-2 1,-1-2,-1 1,-2-1,1-33,-6-168,-3 123,3 101,0 15,0 25,0-21,0 25,-9 369,2-321,-3 1,-40 153,17-118,11-34,-38 97,42-140,-14 39,-4-1,-49 77,75-139,-6 6,2 0,1 1,-11 26,23-46,-2 5,-1 0,0 0,-7 11,9-17,-1 0,1 0,-1 0,0 0,0 0,0 0,0-1,-1 0,1 0,-1 0,-5 3,-95 31,12-4,41-14,1-2,-2-2,0-3,-1-2,1-2,-2-3,-56-2,-518-4,583 0,0-1,0-3,-47-11,-126-46,207 59,1 0,0-1,0-1,0 1,1-1,-1-1,2 0,-1 0,1 0,0-1,0-1,1 1,1-1,-12-18,10 12,1-1,0 0,1 0,1 0,0 0,1-1,1 0,-2-34,5 43,0 0,-1 0,0 0,-1 0,0 0,-3-9,3 12,-1 0,1 1,-1-1,0 1,-1 0,1 0,-1 0,1 0,-1 1,-7-5,-13-9,-2 2,-50-23,12 7,-64-29,-180-57,261 100,-86-44,57 24,49 25,1-2,-43-28,55 32,1-1,0-1,1 0,0 0,1-1,-12-19,8 9,0-1,2 0,1-1,1 0,1-1,1 0,1-1,2 0,1 0,0 0,0-46,5 27,5-147,-3 183,-1 1,2 0,-1 0,1 0,0 0,1 0,0 0,1 1,0 0,0 0,1 0,0 0,0 1,0 0,15-11,6-3,1 1,1 2,31-16,-39 23,61-29,98-34,20-10,-189 78,0-1,-1 0,0-1,0 0,-1 0,16-19,17-16,-26 30,-1-1,-1 0,0-2,-2 1,1-2,-2 1,0-2,-1 1,-1-1,13-37,-14 27,1 0,2 0,0 1,2 1,1 0,22-32,-1 14,81-96,-72 87,-32 37,1 0,26-24,-30 32,22-17,-2-2,0 0,24-34,65-85,-82 96,-25 34,0 0,20-21,-27 33,0 0,1 0,0 0,0 1,0-1,0 1,1 0,-1 1,1-1,-1 1,1 0,6-1,-4 2,-1 0,1 0,-1 1,1 0,-1 0,1 0,0 1,-1 1,0-1,1 1,-1 0,0 1,0 0,10 5,3 5,-1 0,-1 1,25 24,-41-36,13 11,1-1,0 0,1-1,29 13,76 27,-33-16,-72-29,0-1,0-1,0 0,1-1,-1-1,20 0,-10-1,43 9,-23 2,-47-12,0 0,0 0,0 0,0 0,0 0,0 0,0 0,0 0,0 0,0 0,0 0,0 1,0-1,0 0,0 0,0 0,-1 0,1 0,0 0,0 0,0 0,0 0,0 0,0 0,0 0,0 0,0 0,0 1,0-1,0 0,0 0,0 0,0 0,0 0,0 0,0 0,1 0,-1 0,0 0,0 0,0 0,0 0,0 0,0 1,0-1,0 0,0 0,0 0,0 0,0 0,0 0,0 0,0 0,0 0,0 0,0 0,1 0,-1 0,0 0,0 0,0 0,0 0,0 0,-10 2,-14 0,18-1,-111-3,102 1,0-1,0 0,0-2,0 1,-24-11,-64-22,78 29,1-1,-1-1,-41-23,64 31,-1-1,0 0,1 0,0 0,-1 0,1-1,0 1,0-1,0 1,0-1,1 0,-1 1,1-1,-1 0,1 0,0 0,0 0,1 0,-2-6,2 6,0 1,0 0,0-1,1 1,-1 0,1-1,-1 1,1 0,0-1,0 1,0 0,0 0,0 0,0 0,1 0,-1 0,1 0,-1 0,1 1,0-1,0 1,-1-1,1 1,0-1,1 1,2-1,8-3,0 0,1 2,-1 0,1 0,26-1,11-2,59-8,1 5,154 8,-294-13,-1 7,1 2,-1 0,-1 2,-33 1,62 2,34 1,0-1,41 5,-64-4,0 0,0 1,0 1,0-1,0 2,-1-1,0 1,1 0,8 7,61 40,-68-42,-15-5,-21-5,-158-44,130 29,-1 2,-1 3,-78-7,-115 20,216 2,-1 1,-49 14,62-11,0 0,1 2,-24 14,28-14,-1-1,0 0,0-1,0-2,-29 9,-58 1,-42 9,95-14,0-2,-76 4,-104-10,185-3,9 2,0 1,-38 9,-51 4,121-16,-48 3,-53-5,101 2,1-1,-1 0,1 0,-1 0,1 0,0 0,-1-1,1 0,0 0,0 0,0 0,0-1,1 0,-1 1,1-1,-5-6,1 0,1 0,0-1,1 0,0 0,-6-15,5 12,-1 0,0 0,-13-16,-12-21,31 49,0 0,1 0,-1 0,0-1,1 1,-1 0,1 0,0-1,-1 1,1 0,0-1,0 1,0-1,0 1,0 0,0-1,0 1,0 0,0-1,1 1,-1 0,1-1,-1 1,1 0,-1-1,1 1,0 0,-1 0,3-2,-2 2,0 1,1-1,-1 1,0 0,1-1,-1 1,0 0,1 0,-1 0,0 0,1 0,-1 0,1 0,-1 0,0 0,1 1,-1-1,0 1,1-1,-1 1,0-1,0 1,0 0,1-1,-1 1,0 0,0 0,0 0,0 0,1 2,12 12,-1 2,-1-1,0 2,-2-1,13 27,-6-12,5 11,-14-24,1-2,1 1,0-1,2-1,0 0,17 18,-22-27,1 0,-1 1,-1 0,1 0,-2 1,1-1,-1 1,7 17,-9-19,-1 0,0 0,-1 0,0 0,0 0,0 0,-1 0,0 0,0 0,0 1,-1-1,-1 0,-2 10,1-7,-1 0,0-1,0 1,-1-1,0 0,-1 0,0-1,0 1,-13 11,15-16,-1 0,1 0,-1-1,0 0,0 0,0 0,-1 0,1-1,0 0,-1 0,0-1,1 1,-1-1,0 0,0-1,0 1,1-1,-10-1,-41-9,-100-30,118 29,8 0,0-1,1-1,0-1,1-2,1-1,0-1,-44-39,60 45,0 0,1 0,0-1,-10-17,9 12,-24-28,28 40,0-1,0 1,-1 0,0 1,0 0,-1 0,1 0,-1 1,0 1,0 0,-15-4,-19-6,-164-43,145 43,28 5,-46-5,-44-2,-27-3,-275 16,277 19,-27 0,99-14,1-4,-108-15,64 1,70 10,1-2,-94-26,106 23,1 1,-47-4,-11-3,52 8,-65-16,104 23,-50-15,-1 2,-1 3,-76-6,-145 18,266 0,0 1,1 0,-1 0,1 1,0 0,0 0,0 1,0 0,0 1,-15 11,5 0,0 1,0 0,-15 21,26-30,-1 0,-1 0,0-1,0 0,-16 8,13-8,1 1,0 0,-13 11,17-12,-78 80,77-76,0 0,1 0,1 0,0 1,1 0,-10 24,4-1,4-11,0 0,1 1,-6 47,12-53,0-1,-2 1,0 0,-1-1,-1 0,-14 34,16-46,-70 147,58-117,2 0,-12 53,15-52,-20 51,10-33,14-33,0 1,1 0,2 0,-2 32,6 98,1-74,-2-22,4 95,-2-135,1 0,1 0,0 0,1 0,0-1,14 27,-3-16,1-1,0 0,41 42,-51-59,0 1,-1-1,0 1,-1 1,0-1,5 15,-7-16,1 0,0 0,0 0,0-1,1 0,1 0,-1 0,1-1,12 13,-1-7,0-1,1 0,0-1,0-1,1-1,1-1,0 0,0-2,0 0,1-1,-1-1,1-1,0-1,0 0,29-3,-39-1,0 0,0 0,0-1,-1-1,1 0,-1 0,0-1,0 0,-1-1,1 0,-1-1,11-9,1-4,0-1,-1-1,24-34,-18 16,26-52,-34 56,3 1,35-49,-34 56,-1-1,-1-1,-2-1,-1-1,-1 0,-2-1,11-37,-16 40,2 0,1 2,25-42,-27 53,-3 6,0 0,-1-1,-1 0,1 0,-2-1,7-23,-6-6,-2 0,-2 0,-5-65,-3 63,-1 0,-15-42,15 62,-13-27,13 36,2-1,0 1,1-1,0 0,-3-22,7 28,0-1,0 0,0-21,2 28,-1 0,1 1,0-1,0 1,0-1,0 1,0-1,1 1,-1 0,1 0,0-1,0 1,3-3,6-3,1-1,-1 2,1 0,1 0,-1 1,1 1,16-6,-29 12,49-20,1 2,76-16,108-8,-76 16,-124 19,-1 2,1 1,0 2,0 2,0 1,0 1,43 9,26 13,131 26,306 39,-378-57,-138-24,36 16,-41-16,0 0,0-1,37 7,179 15,-216-25,-20-1,-13-2,-32 1,1-1,-49-8,-93-18,-33-9,-420-8,595 40,-76-13,-2 0,97 13,-49-13,50 8,0 2,-32-2,-319 5,190 4,96-4,-102 5,190-3,-1 0,1 0,0 0,-1 1,1-1,-1 1,1 0,0-1,-1 1,1 0,0 1,0-1,0 0,0 1,0-1,0 1,0-1,1 1,-1 0,0 0,1 0,-1 0,1 0,0 0,0 0,0 0,-2 5,3-4,-1 1,1-1,0 1,0-1,0 1,1-1,-1 1,1-1,0 1,0-1,0 0,0 1,1-1,-1 0,1 0,0 0,0 0,0 0,3 3,15 14,1-1,0-1,1 0,38 21,24 19,60 66,-97-79,3-3,88 58,127 62,-233-145,1-1,0-2,68 18,108 11,-208-42,143 19,191 5,149-27,-173-2,-263 4,64 2,-109-2,1 1,0 0,0 0,0 0,0 0,-1 1,1 0,-1-1,1 1,-1 1,0-1,1 0,-1 1,-1 0,1-1,5 8,20 15,-27-24,0 0,0 0,0 0,0-1,0 1,0 0,0-1,1 1,-1-1,0 0,1 1,-1-1,0 0,0 0,1 0,-1 0,0 0,1 0,-1 0,0 0,1 0,-1-1,0 1,1 0,-1-1,0 0,0 1,0-1,0 1,1-1,-1 0,0 0,0 0,0 0,-1 0,3-1,2-5,-1 1,1-1,-1 0,6-15,-7 16,13-34,-1-1,-2 0,-2-1,-2 0,-1-1,1-44,-5-267,-6 235,2 16,-3-90,2 186,0-1,0 0,-1 0,0 1,-1-1,1 1,-2 0,1 0,-1 0,0 0,-9-12,5 10,0 1,-1 0,0 0,0 1,-1 0,0 1,-13-7,-7-1,0 3,-1 0,0 2,-60-10,21 11,-1 3,-96 6,79 0,1 3,1 4,-106 22,83-10,-96 21,175-33,-1 2,2 1,0 1,-45 27,39-18,-109 72,115-73,2 1,-47 48,62-55,-11 11,-1 0,-52 42,31-32,2 2,-66 75,32-31,56-62,-26 19,27-23,1 1,-19 20,-4 6,26-27,1 0,1 1,-14 20,-7 14,14-20,-19 36,34-54,0 0,1 0,1 1,0-1,1 1,-4 23,4 3,1 47,3-67,1 0,0-1,1 1,9 28,-8-38,-1-1,2 0,-1 0,1 0,0 0,1-1,6 7,48 44,-53-52,30 26,2-3,85 50,96 31,-80-43,-84-39,71 25,-100-44,0-2,1 0,0-2,1-1,28 1,202-7,-78-2,824 5,-999-2,-1 1,1 0,0 0,0 1,-1 0,1 0,-1 0,1 1,-1-1,0 1,1 1,-1-1,0 1,0 0,0 0,-1 0,8 8,19 19,-14-15,-1 1,-1 1,0 1,-1 0,-1 0,13 24,-12-9,-1-1,-2 2,-1-1,7 48,-6-23,-3-17,6 71,-13 58,-2-111,1-52,0 1,-1 0,1-1,-2 1,-3 13,4-18,0 0,0-1,-1 1,1 0,-1-1,0 1,0-1,0 0,0 0,0 0,0 0,-1 0,1 0,0 0,-1-1,0 1,1-1,-6 2,-5 0,1 0,-1 0,0-1,0-1,1 0,-1-1,0-1,0 0,0 0,-24-7,-6-4,-80-32,-118-70,20 9,-37-2,-379-102,565 188,44 12,-1 0,0 2,-1 2,-40-4,-579 32,223 14,410-36,-14 1,0 2,1 1,-1 1,-52 18,18 4,-45 16,100-41,1 0,-1 0,0 1,1 1,0-1,0 1,0 1,1-1,-8 9,10-9,0 1,1 0,0 0,0 0,0 0,1 1,0-1,0 1,0 0,1 0,0 0,-1 9,-3 20,-24 171,27-171,2 0,1 0,8 63,-6-91,-1 0,2-1,-1 1,1-1,0 0,0 0,1 0,0 0,0-1,1 1,0-1,0 0,0 0,1-1,0 0,8 6,8 3,1 0,0-2,38 15,323 108,-288-110,1-4,110 9,557 8,-726-38,265-5,-218-1,129-24,-181 23,267-48,-247 48,65-9,122-1,52 19,-279-2,1 1,-1 1,1 0,-1 1,0 1,24 10,73 42,-28-13,-70-37,1 0,-1 1,0 1,12 9,-22-16,0 1,0 0,0 0,0 0,0 0,0 0,0 1,0-1,-1 1,0-1,1 1,-1-1,0 1,0 0,0 0,-1-1,1 1,0 0,-1 0,0 0,0 0,0 0,0-1,0 1,-1 0,0 4,-1-4,1 0,-1 0,0 0,0 0,-1 0,1 0,0 0,-1-1,0 1,1-1,-1 0,0 0,0 0,-1 0,1 0,-6 2,-6 1,1 0,-25 5,-13-2,0-2,0-3,-62-4,57 0,-139 2,-188-6,289 0,0-5,-92-22,23-12,17 4,112 30,1-1,-62-29,-61-44,63 31,34 21,-2 3,-125-41,96 45,34 11,1-3,-71-31,72 22,-87-27,112 44,-1 2,0 1,0 1,-56 0,70 5,0 0,0 2,0 0,-25 7,37-8,0 1,0-1,0 1,1 0,-1 0,1 1,0-1,-1 1,1 0,0 0,1 0,-1 1,1 0,-1-1,1 1,0 0,0 0,1 1,-4 6,5-9,1-1,-1 1,1-1,0 1,0-1,0 1,0-1,0 1,0-1,0 1,0-1,0 1,1-1,-1 1,1-1,-1 1,1-1,-1 0,1 1,0-1,1 2,27 26,-26-26,37 29,76 46,54 17,-140-79,640 312,-321-163,-271-129,1-3,89 25,-117-45,0-2,1-2,0-2,82 0,-111-7,340-12,-293 5,0-2,0-4,75-24,-117 29,222-64,-205 62,0 3,1 1,77 0,-71 7,-14 2,1-3,-1-1,61-10,-64 3,43-9,0 4,139-7,-177 21,-25 0,1-1,-1 0,0-1,0 0,16-4,-16-3,-15 7,0 1,0-1,0 1,0-1,0 1,0-1,0 1,0 0,0-1,0 1,0-1,0 1,0-1,0 1,-1 0,1-1,0 1,0-1,0 1,-1 0,1-1,0 1,0 0,-1-1,1 1,0 0,-1-1,1 1,0 0,-1 0,1-1,-1 1,1 0,0 0,-1 0,1 0,-1-1,-15-6,-1 0,1 1,-1 0,0 1,-24-3,-6-2,-74-23,-196-83,284 103,-2 1,0 2,0 2,-1 1,-61-4,-187 11,135 4,-680-4,802 2,0 1,0 2,1 1,-1 1,-45 18,-17 5,25-10,-75 33,-44 9,69-26,77-26,0-2,-1-2,0-1,0-1,-40-3,-11 3,66-3,-1 2,1 1,1 1,-24 7,32-6,1 0,0 1,-14 11,-15 7,-194 81,225-100,1 0,0 0,0 1,1 0,0 0,0 1,0 1,1-1,-8 12,-27 26,-3-4,-2-1,-71 44,113-81,-1 1,1-1,1 1,-1 1,1-1,-1 1,2 0,-7 9,9-13,1 1,-1 0,1 0,-1 0,1 1,0-1,0 0,0 0,1 1,-1-1,1 0,0 1,0-1,0 0,0 1,0-1,1 0,0 1,-1-1,1 0,2 5,-1-6,-1 0,1 1,0-1,-1-1,1 1,0 0,0 0,0-1,0 1,1-1,-1 1,0-1,1 0,-1 0,0 0,1 0,-1-1,1 1,0-1,-1 1,1-1,-1 0,4 0,8 0,0-1,-1 0,17-5,42-11,83-32,-70 20,663-254,-563 219,-28 11,-148 46,-16 2,-21-1,22 5,-78-12,-127-4,-90 17,156 1,71 3,-102 18,126-14,-110 23,90-16,-107 10,108-22,24-2,-77 12,61-4,-1-3,-94-2,9-1,23 11,30-1,41-6,1 4,-88 28,88-23,0-1,-83 10,99-22,0 2,1 1,-1 2,2 2,-1 0,1 3,1 1,-39 21,-99 52,78-43,6-6,-172 50,122-46,44-14,-185 31,32-23,96-7,-4 1,51-15,-231 21,251-36,23 0,-109 13,-93 18,141-19,59-5,16-4,0 3,1 1,-58 18,-153 71,211-77,-45 25,-28 13,100-50,-1-1,1-1,-1 0,-36 4,-202-8,131-3,34 3,-94-3,182 1,-1 1,1-1,0 0,0 0,0 0,-1-1,1 1,0-1,0 0,1 0,-1 0,0-1,1 1,0-1,-4-4,2 2,1 0,0 0,0-1,1 0,0 0,0 0,0 0,-3-13,1-2,1-2,1 1,1 0,1-40,4-38,1 28,-8-76,-1 112,-3 0,-1 0,-21-53,26 78,0 0,-2 1,1 0,-1 1,-1-1,0 1,0 0,-15-13,12 11,0 0,0 0,-12-21,-13-44,28 58,-1 0,0 0,-2 1,-14-22,-8-1,-60-82,59 75,15 23,-25-44,39 60,-1 1,1 0,-1 0,-1 0,1 1,-1 0,0 0,-1 0,-9-6,-3 0,-1 0,-24-9,26 13,-1-1,2-1,-26-17,29 16,0 1,0 1,-1 0,-1 1,1 1,-18-6,25 10,1 0,0-1,0 0,0 0,0 0,0-1,1 0,0 0,0-1,-7-8,-1-5,0 0,-12-24,-2-3,-64-110,86 143,1 0,0-1,1 0,1 0,0 0,1 0,-1-17,5-104,1 65,-3 8,-1 27,5-56,-2 81,1 1,-1-1,1 1,1 0,0 0,0 0,1 0,11-14,6-6,29-28,1-1,-17 11,-15 21,0 0,38-35,-35 40,-1-1,-1 0,-1-2,-1 0,-1-1,-1-1,-1-1,16-36,0-15,56-116,-33 94,-3-3,44-132,-92 222,0 0,1 1,0 0,1 0,1 0,0 0,0 1,1 0,0 1,1 0,0 0,1 1,16-13,-9 11,-1-2,0 1,-1-2,0 0,-1-1,-1 0,0-1,-1 0,18-35,45-78,-14 28,-30 48,-15 27,-1 0,16-41,22-75,-21 63,-25 62,1 0,-2 0,0 0,-1-1,3-22,-7 34,6-78,-7 75,0 0,0 0,-1 0,0 0,-1 1,0-1,-3-9,3 14,0 1,0 0,0-1,-1 1,1 0,-1 0,0 0,0 0,1 1,-2-1,1 1,-7-4,-4-1,-30-11,9 4,14 4,10 6,1 0,-1-1,1 0,0-1,1 0,-1-1,1 0,1 0,-1-1,-9-12,12 12,1 0,0-1,0 0,1 1,0-1,1-1,0 1,0 0,1-1,-2-13,2-8,3-60,-1-5,0 89,-1 1,1 0,-2 0,1 0,0 0,-1 0,0 1,-1-1,1 0,-1 1,0-1,0 1,-1 0,0 0,0 1,0-1,0 1,-1 0,1 0,-1 0,0 0,0 1,-1 0,1 0,-1 0,1 1,-1 0,0 0,0 1,0-1,-10 0,-33-3,0 2,-80 5,40 1,-274-2,355-2,0 2,0-1,1 1,-1 0,0 0,1 1,-11 4,15-5,1 0,-1 1,1-1,0 1,-1-1,1 1,0 0,0 0,0 0,1 0,-1 0,0 1,1-1,-1 0,1 1,0-1,0 1,0-1,0 1,0 0,1 0,-1-1,1 1,-1 4,1-2,1-1,-1 0,1 1,0-1,0 0,0 1,0-1,1 0,-1 0,1 0,0 0,1 0,-1-1,1 1,-1-1,1 1,0-1,0 0,5 3,7 7,1-2,34 20,-46-28,50 25,0-2,2-3,65 19,181 28,-236-57,123 43,-135-40,1-1,0-3,0-2,1-3,1-2,95-4,-124-2,14 0,-1-1,63-12,-50 5,1 3,-1 2,75 4,42-3,-129-2,60-15,-73 13,72-18,46-9,25-3,-110 21,1 3,94-7,212 19,-176 3,-105-4,101 5,-184-3,1 1,-1 0,0 0,0 1,0 0,0 0,0 0,0 0,0 1,6 4,1 3,1 0,11 15,-2-4,-13-11,0 1,-1 0,0 1,-1 0,0 0,-1 0,0 1,6 22,14 27,-26-61,25 49,32 94,-49-110,6 53,-11-61,1-1,1 1,1-1,12 33,-3-24,23 62,-22-39,9 60,-12-46,-5-29,6 71,-12 228,-4-166,2-158,0 0,1 0,1-1,0 1,2-1,-1 0,2 0,0 0,1 0,1-1,0 0,1 0,1-1,17 23,33 27,-32-37,42 59,-60-72,1-1,1 1,0-1,0-1,1 0,1-1,0 0,23 14,130 79,-76-53,-64-38,-1 1,44 33,-61-41,0 0,1 0,-1-1,1 0,0-1,0 0,1 0,-1-1,19 4,-3-3,0-2,43-1,-50-1,-1-1,1-1,21-4,-32 4,1 0,-1-1,0 0,0 0,0-1,0 0,-1 0,1 0,10-11,-1-1,17-23,-26 30,0 0,0 0,1 1,0 0,1 0,0 1,0 0,0 0,18-8,0 4,0 1,1 1,0 1,0 2,1 0,-1 2,50 0,-59 4,14 0,48 5,-69-3,0 1,0 0,-1 0,1 1,-1 0,0 1,17 11,3 7,0 1,-2 2,-2 1,41 50,-33-38,263 335,-268-327,-1 1,31 73,-1-3,-58-115,1 0,0 0,-1 0,0 1,0-1,0 0,0 0,0 1,-1-1,1 0,-1 7,-1-7,1 0,-1-1,0 1,0-1,0 1,0-1,-1 1,1-1,0 0,-1 0,0 1,0-1,1 0,-1-1,0 1,-3 2,-2 1,-1 0,1 0,-1-1,0 0,-1 0,1-1,-1 0,1 0,-13 2,-10-1,-43 2,57-6,-37 2,0-2,0-3,1-2,-1-2,2-3,-1-2,1-3,1-1,-69-33,74 24,2-1,-56-44,44 29,32 25,0 1,-1 1,-1 1,0 1,-1 1,0 1,0 2,-1 1,0 1,0 1,-1 2,-32-1,-422 7,-97-3,268-21,224 10,-132-36,194 39,-1-2,1-1,1 0,-27-18,-90-67,72 47,42 29,2-2,0-1,2-2,0 0,2-1,1-1,1-1,1-1,1-1,2 0,-22-58,32 70,0-1,2 0,0 0,0 0,0-30,4 40,-1 1,2-1,-1 1,1-1,1 1,0-1,0 1,0-1,1 1,0 0,1 0,0 1,0-1,8-10,-5 11,0 1,0-1,1 1,0 1,0-1,1 1,-1 1,1 0,0 0,12-3,-2 1,1 1,-1 1,1 1,23 0,-18 1,78 1,-90 1,0 1,-1 1,1 0,0 1,22 8,-31-9,0 1,0-1,1 1,-1 0,-1 0,1 0,0 0,-1 1,0-1,0 1,3 5,4 6,12 29,2 1,-18-36,0 0,1-1,0 0,1 0,-1-1,1 0,1 0,-1-1,1 0,12 6,8 1,0 0,34 8,14 5,-58-18,1-1,25 4,-37-9,0-1,0 0,0 0,0-1,0 0,0 0,0-1,14-3,-20 3,1 0,0 0,-1 0,1 0,-1-1,1 1,-1-1,0 0,0 0,0 1,0-1,0-1,0 1,0 0,0 0,1-4,-1 1,1 0,-2 0,1 0,0 0,-1 0,0 0,0 0,-1-7,0-3,0 0,-2 0,1 0,-2 0,-6-19,-1 7,-1 0,-2 0,-29-45,3 5,-134-272,42 128,19 33,84 127,-70-111,90 153,0 0,-1 0,0 1,0 0,-1 1,0 0,0 1,-15-7,9 4,1 0,0-1,-16-14,18 12,0 1,1-2,1 0,0 0,1-1,1 0,0-1,-8-17,13 22,0 0,-1 0,0 1,-1 0,-11-15,14 21,-1 0,1 0,-1 0,0 0,0 0,0 1,0 0,-1 0,1 0,-1 0,1 1,-1-1,0 1,1 0,-7 0,-59-3,-93 6,64 1,-418-1,502-2,-1 2,0 0,1 1,-1 0,1 1,-19 8,-3 3,-45 27,-26 30,29-19,54-36,-1-2,-1-1,-30 11,49-22,1-1,-1 1,1 1,0-1,0 1,1 1,-1-1,1 1,0 0,0 0,0 1,1 0,0 0,-5 8,-2 0,-1 0,0-1,-1 0,0-1,-1-1,0 0,-20 11,-3 2,-3-1,28-16,1-1,-1 2,1 0,-14 12,23-18,1 0,0 0,0 0,0 1,0-1,1 0,-1 1,1 0,-1-1,1 1,0 0,0-1,0 1,0 0,1 0,-1 0,1 0,0 0,0 0,0 0,0 0,0 0,1 0,-1 0,1-1,1 4,-1-2,1 0,0 0,0 0,0-1,1 1,0-1,-1 1,1-1,0 0,6 4,40 26,-29-20,22 12,0-1,1-3,2-1,89 26,-55-26,1-3,94 6,-63-10,131 7,-236-20,40 0,0 1,61 11,-17 1,35 6,-111-15,-1 0,0 0,0 1,0 1,-1 0,23 15,-29-16,-1-1,0 1,0 0,-1 0,1 0,-1 1,0-1,-1 1,5 10,-6-12,-1-1,1 0,-1 0,0 0,-1 1,1-1,0 0,-1 1,0-1,0 0,0 1,0-1,-1 1,1-1,-1 0,0 1,0-1,0 0,0 0,0 0,-4 6,0-2,-1-1,0 0,0 0,-1 0,0-1,0 0,0 0,0-1,-15 7,-8 1,-38 11,68-23,-56 16,-2-3,-110 11,-122-15,230-11,0-2,1-3,0-2,-78-23,110 25,0 1,-1 2,-35-2,-84 5,89 2,37 0,1 0,-1 1,1 2,0 0,0 1,1 1,-32 13,-25 8,52-20,-46 22,62-26,1 1,0 1,1-1,-1 1,1 1,0-1,0 1,0 0,1 0,-6 9,-102 173,106-172,0 1,0-1,2 1,0 0,1 0,1 1,0 0,2-1,0 29,1-41,1 1,0-1,0 1,1-1,-1 0,1 1,0-1,1 0,-1 0,1-1,0 1,0 0,1-1,-1 0,1 0,0 0,0 0,0-1,1 1,-1-1,1 0,5 2,9 5,1-1,0-1,0 0,28 5,0-3,-1-1,67 2,99-6,-167-4,1034-5,-1061 4,-1 1,1 1,-1 0,31 9,-39-8,0 0,-1 1,1 1,-1-1,0 1,-1 1,1 0,-1 0,14 15,6 3,-19-17,0 0,0 1,-1 0,9 12,-16-18,1-1,-1 1,0 0,0 0,0 0,0 0,0 0,0 0,-1 1,1-1,-1 0,1 0,-1 0,0 1,0-1,0 0,0 0,0 0,-1 1,1-1,-1 0,1 0,-1 0,0 0,0 0,-2 4,-2 1,-1 0,0-1,0 1,-1-1,1-1,-1 0,-1 1,1-2,-1 1,0-1,0-1,-15 6,-14 3,-58 10,84-20,-58 11,-1-3,1-3,-2-4,1-2,0-4,-114-18,-25-35,65 14,74 24,30 6,-2 2,1 2,-57-4,-168 12,108 2,143-2,0 0,1 2,-1 0,1 0,0 1,0 1,0 0,0 1,1 1,-24 13,10-2,-1-1,-1-2,0 0,-50 15,67-27,-1 1,1 1,0 0,1 0,-1 1,1 1,0 0,0 1,1 0,0 0,-10 10,0 6,1 1,1 1,1 0,2 1,-22 50,32-67,2 1,-1-1,1 0,1 1,-1 0,2-1,-2 14,3-19,0 0,0 1,0-1,1 1,0-1,0 1,0-1,0 0,1 1,-1-1,1 0,0 0,0 0,1-1,-1 1,1 0,0-1,3 4,6 2,0 0,0-1,0 0,1-1,0-1,1 0,-1-1,1 0,27 5,9-1,77 3,249-11,-165-5,-77 3,7-1,153 18,-7 22,287 30,-426-55,210 21,-85 22,-222-44,17 6,-22-6,53 8,769 72,-268-42,-483-34,-75-9,64 4,100 8,-143-11,74 1,-534-25,-388-6,689 22,-47 5,-151 25,210-14,-107 33,105-24,-96 14,-197 19,-4-8,321-44,-113 15,103-11,-104 3,-75-14,96-1,-249 2,376-1,0 0,1-2,-39-9,52 9,-1-2,1 1,0-2,0 0,0-1,1 0,-23-16,33 20,0 0,0 0,0 0,1 0,-1 0,1-1,0 1,0-1,0 0,-2-3,4 6,0 0,-1 0,1 0,0 0,0 0,0 0,-1 0,1 0,0 0,0 0,1 1,-1-1,0 0,0 0,0 0,1 0,-1 0,0 0,1 0,-1 0,0 1,1-1,0 0,-1 0,1 1,-1-1,1 0,0 1,-1-1,1 0,0 1,0-1,-1 1,1-1,0 1,0 0,0-1,0 1,0 0,0 0,0-1,-1 1,1 0,0 0,0 0,0 0,0 0,2 1,9-1,1 0,0 1,-1 1,1 0,-1 1,0 0,0 1,0 0,0 1,0 0,-1 1,20 14,-26-16,1 1,-1 0,0 0,-1 0,1 1,-1-1,0 1,-1 0,1 1,-1-1,-1 0,1 1,2 9,-2 2,0-1,-2 1,0 0,-1 20,-1 40,-4 99,4-160,-2 0,1-1,-2 1,-9 27,9-36,1 0,-1 0,0 0,-1 0,0-1,0 0,-1 0,0 0,0-1,-12 10,10-10,1 0,0 1,0 0,0 0,1 1,0 0,0 0,1 0,0 1,0-1,1 1,-4 15,-6 15,-30 63,34-83,-1 0,-1-1,0-1,-1 0,-17 17,-3-4,-55 39,28-24,-51 29,102-68,1-1,-1 0,-1 0,1-1,-1 0,1-1,-1 0,0-1,0 0,0 0,-1-1,1 0,0-1,0 0,-1-1,1 0,0 0,0-1,0-1,-12-4,17 5,-1-1,1-1,0 1,0-1,0 0,1 0,-1 0,1 0,0-1,0 0,1 0,-5-7,-4-10,-16-38,20 41,-6-10,8 17,0 0,-7-24,12 32,0 0,0 0,1 0,-1 0,1 0,0 0,0 0,1-1,-1 1,1 0,0 0,0 0,3-7,3-3,1 0,0 1,1 0,1 0,0 1,1 0,0 1,1 0,0 0,19-11,-6 5,1 2,0 1,1 1,48-16,-29 16,1 2,87-10,-123 20,-1 0,0-1,-1-1,1 1,0-2,17-7,-25 10,0 0,0-1,0 1,-1 0,1-1,-1 1,1-1,-1 1,1-1,-1 0,0 1,0-1,0 0,0 0,0 0,1-2,-2 2,0 0,0-1,0 1,0 0,0 0,0 0,-1 0,1-1,-1 1,1 0,-1 0,0 0,0 0,0 0,0 0,0 0,-1 1,1-1,-2-2,-4-4,-1-1,0 1,0 0,-1 0,0 1,-1 1,1-1,-15-6,8 6,-1 0,0 1,0 1,-32-5,-5 4,-1 3,-86 5,90 0,-383 1,272-3,138 1,0 1,-46 12,-17 1,57-13,0-1,1-1,-51-7,61 4,1-1,-1-1,1 0,0-1,1-2,-33-16,19 5,11 8,0-1,-23-19,28 19,-1 1,-1 1,0 1,0 0,-20-7,11 5,-30-17,-55-40,86 55,-2 0,0 2,0 1,-41-10,-11-3,-243-100,294 110,0-1,1-1,0-2,1 0,-32-30,39 30,2 0,0-1,1-1,1-1,1 0,0-1,-13-29,19 33,1 0,1-1,0 0,2 0,0 0,1 0,0-1,2 0,0 1,1-1,1 0,5-29,4-4,-6 24,2 0,0 1,2 0,15-35,-16 50,0 0,1 1,10-11,-3 3,-12 15,1 0,-1 0,1 0,-1 0,1 1,1 0,-1 0,0 0,1 0,-1 1,1 0,0 0,-1 0,9-2,-9 4,-1-1,0 1,1 0,-1 0,0 0,0 1,1-1,-1 1,0 0,0 0,1 0,-1 0,0 0,0 1,0-1,-1 1,1 0,0 0,-1 0,1 0,-1 1,1-1,2 5,6 9,-1 0,0 1,-2 0,13 35,15 28,31 29,16 29,-81-132,38 69,-34-66,0 0,0 0,1-1,0 0,11 11,-17-19,-1 1,0-1,0 0,1 1,-1-1,0 0,1 0,-1 1,0-1,1 0,-1 0,0 0,1 1,-1-1,1 0,-1 0,0 0,1 0,-1 0,1 0,-1 0,0 0,1 0,-1 0,1 0,-1 0,1 0,0 0,0-11,-7-18,-37-89,28 82,2-1,1-1,1 1,-7-58,15-199,6 149,-3-176,-2 304,0 0,-1 0,-1 1,-1-1,-1 1,0 0,-10-20,-1-2,-9-35,-24-118,3 12,36 144,-50-176,51 169,3 0,1-1,0-49,6 77,1-5,-2 0,-5-32,5 45,-1 0,-1 0,1 0,-1 0,0 0,0 1,-1-1,0 1,0 0,-9-9,-1 1,-1 1,-20-15,21 18,1-1,0 0,-18-20,26 24,0-1,0 0,1 0,0-1,-4-11,-9-18,-151-223,150 232,1 0,2 0,1-2,1 1,1-2,2 0,-7-44,7 14,8 41,-1 0,-1 0,-1 0,-12-32,1 13,2-1,2-1,1 0,2-1,3 0,1 0,1-72,4 115,0-10,0 0,0 0,-1 0,0 1,-4-13,4 19,0 0,0 0,-1 0,1 1,-1-1,0 0,0 1,0-1,0 1,0-1,0 1,-1 0,1 0,-1 0,1 0,-1 1,0-1,0 1,0-1,-5 0,-8-2,0 0,0 2,-1 0,-30 0,33 2,-79 3,0 4,-104 21,-46 5,-337-22,348-13,-2350 2,2543 2,-71 12,-24 3,-61-16,106-3,-157 18,-48 8,0-24,109-2,-498 2,678 0,-6-1,0 2,0-1,-20 5,28-4,0-1,0 1,0 0,0 1,1-1,-1 0,0 1,1-1,-1 1,1 0,0 0,-1 0,1 0,0 0,0 1,1-1,-1 1,0-1,-1 4,-1 4,1 0,0 0,1 0,0 0,0 0,1 1,1-1,1 20,0-9,2-1,1 1,9 29,-6-31,1 0,1-1,1-1,24 33,11 20,-7 10,7 12,-36-74,-1 0,-2 1,1 0,-2 1,-1-1,4 35,-4-27,0 0,17 48,4-2,-17-45,2 1,1-2,28 50,-27-58,9 13,-1 2,-1 0,24 64,-38-85,1 1,0-1,1 0,0 0,1 0,1-1,0-1,0 1,1-2,1 1,0-1,0-1,1 0,23 13,-24-15,0 0,-1 0,0 1,0 0,-1 1,16 18,41 67,-5-5,-40-62,-1 1,-2 1,27 58,-29-55,2-1,29 37,-27-41,-2 0,-1 2,15 33,5 21,-12-29,29 90,-46-114,2-1,1 0,1-1,1 0,2-1,1 0,20 25,-17-26,-2 0,26 53,14 23,-49-91,0 0,1 0,0-1,1 0,0-1,17 13,12 6,63 57,-53-42,2-3,82 49,-98-66,18 9,-25-16,-1 1,48 40,-58-40,-4-3,1-1,1 0,0-1,1 0,1-1,24 12,-17-12,-1 1,-1 1,0 1,0 1,32 30,48 36,-52-40,-25-22,-2 1,0 1,-1 1,24 31,-20-19,49 46,-52-59,-2 2,-1 0,-1 1,30 47,-42-58,1 0,0-1,0-1,2 1,14 14,64 44,-62-48,-1 1,30 35,-37-38,0 0,1-2,1 0,1-1,35 22,147 84,-143-87,1-4,1-2,2-2,0-4,131 32,-142-43,99 36,-138-42,1 1,18 13,-20-12,1 0,19 8,81 22,-25-10,-59-20,-1-2,1 0,50 3,24 5,-59-6,19 4,94 31,-21-6,-103-31,0 2,0 1,59 27,-66-24,0 0,1-2,47 13,-30-12,-18-4,0-2,41 5,-42-7,1 0,43 15,-8-2,-70-19,0 0,0-1,0 0,0 0,0-1,1 0,0 0,-1-1,2 1,-1-2,1 1,-1-1,1 0,1 0,-1-1,1 1,1-1,-1 0,1-1,-5-12,8 18,0-1,1 0,-1 1,1-1,-1 0,1 0,0 1,0-1,1 0,-1 0,1 0,-1 1,1-1,0 0,0 1,0-1,0 1,0-1,1 1,-1-1,1 1,-1 0,1 0,0 0,0 0,0 0,0 0,0 0,1 1,3-3,7-4,1 1,0 1,0 0,18-5,-26 9,22-6,-1 2,56-5,-50 7,52-11,13-16,-63 19,0 1,0 2,59-7,159 13,-154 4,-83-2,0-1,-1 0,1-1,-1-1,0 0,21-10,-12 5,30-7,259-35,66 1,137-21,-421 59,0 4,135 6,-169 3,-53-1,-4 1,0-1,0 0,0 0,0 0,0 0,0-1,0 1,0-1,0 0,7-3,-11 3,-1 1,1-1,0 1,0-1,-1 1,1-1,0 1,-1-1,1 1,-1-1,1 1,-1 0,1-1,-1 1,1 0,-1-1,1 1,-1 0,1-1,-1 1,0 0,1 0,-1 0,1 0,-1 0,0-1,0 1,-26-10,0 1,-1 2,-32-6,-97-6,155 19,-531-30,81 6,-730-86,651 24,352 43,-6-1,70 23,-176-38,-503-95,666 134,-231-69,338 81,-35-16,49 20,1 1,0-1,0 0,0-1,1 1,-1-1,1 0,0 0,-5-8,10 12,-1 1,1-1,0 1,-1-1,1 1,0-1,-1 0,1 1,0-1,0 1,0-1,0 0,-1 1,1-1,0 0,0 1,0-1,0 0,1 1,-1-1,0 1,0-1,0 0,0 1,1-1,-1 0,0 1,1-1,-1 1,0-1,1 1,-1-1,1 1,0-1,25-14,-23 14,30-13,0 2,68-15,78-3,-162 28,536-58,10 21,-341 24,486-5,-676 21,109-4,-120 1,-1-1,1 0,-1-2,35-12,58-39,-4 3,-21 20,-43 17,0-1,58-33,-92 43,-1 0,-1-1,0 0,0 0,0-1,-1 0,0-1,-1 0,0 0,9-18,2-10,23-69,-35 88,17-49,-2-1,-4 0,-3-1,9-114,-21 138,-1-1,-3 1,-2-1,-2 1,-13-50,-40-100,-18-71,67 222,2-1,2-1,1-88,5 127,0 1,0 0,0 0,-1 0,0 0,0 0,0 0,-1 0,-1 0,1 0,-1 0,0 1,0 0,-1-1,0 1,0 0,0 1,-1-1,0 1,0 0,0 0,-1 1,1-1,-1 1,-13-6,0 2,0 2,0 0,0 1,-1 1,0 1,-33-1,-21-4,-127-14,186 21,0-1,0 0,0-2,-27-9,-54-30,0 0,-10-5,-8-2,104 47,-1-2,1 1,0-1,0-1,1 0,0 0,0-1,0 0,1 0,0-1,0 0,-11-16,12 12,0 0,1 0,0 0,1-1,0 0,1 0,1-1,0 1,-2-27,4 25,0 0,1 0,0 0,4-19,-3 29,0 0,0 0,1 0,0 0,0 0,0 0,1 0,-1 1,1-1,0 1,0 0,1 0,-1 0,1 0,7-5,25-17,-5 5,42-39,-68 56,1-1,0 1,0 0,0 0,0 1,1-1,-1 2,1-1,0 1,0 0,0 0,8-1,10 1,-1 0,31 3,14-2,-58-2,-11-2,-24-5,-26-4,-90-11,-62 5,91 10,-106-12,-382-31,337 36,-219-12,232 28,190 5,0 3,-68 16,-312 70,311-66,12-11,81-13,1 2,-59 15,24 2,-1-2,0-3,-76 7,24-12,-251 15,-433-27,344-1,453 1,-44 2,49-2,0 1,1-1,-1 1,1 0,0 0,-1 1,1-1,0 1,-1-1,1 1,-5 4,7-5,0 0,0 0,0 0,1 1,-1-1,0 0,1 0,-1 0,1 1,-1-1,1 0,0 0,-1 1,1-1,0 0,0 1,0-1,0 0,0 1,0-1,0 0,1 1,-1-1,0 0,1 0,-1 1,1-1,-1 0,1 0,0 2,2 1,0 1,1-1,-1 1,1-1,0 0,5 4,21 14,0-2,2-1,65 28,-21-10,13 9,2-4,131 43,129-1,-110-34,-59-11,-62-14,-17-2,124 10,117-12,184 11,63-8,3-25,-204-1,288 2,-668-1,0 1,0 1,0 0,0 0,-1 1,1 0,0 1,-1 0,1 1,-1 0,0 0,0 1,12 8,3 2,0 0,1-2,1-1,27 9,52 25,-80-31,-1 1,35 31,-19-13,-6-10,58 31,-55-34,50 37,-60-35,0 2,-2 1,23 32,-4-6,-37-45,1-1,-1 1,2-1,-1-1,0 1,17 6,-14-7,-1 1,0 0,19 15,-18-8,-11-12,0-1,0 0,0 0,0 0,1 0,-1 1,0-1,0 0,0 0,0 0,0 1,0-1,0 0,0 0,0 0,0 0,0 1,0-1,0 0,0 0,-1 0,1 1,0-1,0 0,0 0,0 0,0 0,0 1,0-1,0 0,-1 0,1 0,0 0,0 0,0 0,0 1,-1-1,1 0,0 0,-2 0,0 0,0-1,0 1,-1 0,1-1,1 1,-1-1,0 0,0 0,0 0,0 0,0 0,1 0,-1 0,-2-3,-33-27,2-3,1 0,-29-41,35 42,-73-96,5-5,-129-239,215 355,0 1,-2 0,0 1,-1 0,0 0,-1 2,-27-22,20 20,-1 0,-1 1,0 2,-1 0,-1 2,0 1,0 0,-1 2,0 1,-29-4,-15 2,-78 0,-76 10,122 1,-1445 1,1006-3,514 0,-1 1,1 1,0 1,0 2,0 1,0 1,1 1,0 1,1 2,0 0,-34 22,11-5,-58 23,81-39,8-3,0 1,1 1,0 1,0 0,1 1,-13 16,-41 33,-60 55,94-83,-33 26,46-43,1 2,0 0,2 2,-20 26,-11 33,38-58,-2 1,0-2,-1 0,-28 30,37-46,2-1,-1 1,0 0,1 1,0-1,0 1,0 0,1 0,-3 7,6-11,-1 1,0 0,1 0,0 0,0-1,-1 1,2 0,-1 0,0 0,1 0,-1-1,1 1,0 0,0-1,0 1,0 0,0-1,0 1,1-1,0 0,-1 1,1-1,0 0,2 2,12 11,0-2,1 0,1 0,0-2,31 15,-42-22,26 12,1-1,1-2,0-1,39 7,151 19,307 1,5-38,-355-3,437 1,-399 16,-69-2,606-4,-515-10,-204 2,0 2,0 2,0 1,-1 2,57 20,-88-26,40 13,-2 3,85 45,-118-55,0 0,0 1,-1 0,0 1,-1 0,12 16,41 73,-46-72,-11-17,0 1,-1 0,0 0,0 0,-1 1,3 22,-4-12,0 0,-3 38,0-55,0 1,0-1,-1 0,1 0,-1 0,0 0,0 0,-1-1,1 1,-1-1,0 1,-1-1,1 0,-1 0,1 0,-1-1,-8 6,-6 3,-1 0,1-2,-23 9,35-16,-56 23,-1-2,-1-4,-108 20,-202 8,21-27,-116 13,-110 5,-6-62,525 19,38 3,-1 0,0-2,0 0,-38-12,-98-38,72 26,-33-9,51 19,7 4,1-3,0-2,-77-36,133 51,0 1,0-1,1 0,-1 0,1 0,0-1,0 1,0-1,1 0,-1 0,1-1,0 1,0-1,0 1,1-1,-1 0,1 0,1 0,-1 0,1 0,0-1,0 1,0 0,0-1,1 1,0 0,1-8,0 9,0-1,0 0,1 0,-1 1,1-1,0 1,0-1,0 1,1 0,0 0,0 0,0 0,0 0,0 1,1-1,5-3,7-5,1 0,29-14,-38 22,39-20,1 3,1 1,1 3,84-17,-20 14,120-6,-34 14,210 15,-349 2,0 3,0 3,-1 2,97 35,-132-38,30 18,-12-5,66 43,-5-4,-97-59,-1 1,1-1,0 1,-1 1,0-1,0 1,0 0,-1 0,1 1,-1 0,-1 0,1 0,-1 0,0 1,0 0,-1-1,0 1,0 1,-1-1,0 0,0 1,0-1,-1 1,0 10,0-9,0 13,0 0,-1 0,-6 39,5-54,-1-1,1 0,-1 0,0 0,-1 0,0-1,0 1,0 0,0-1,-1 0,0 0,0 0,0 0,-1-1,1 0,-1 0,0 0,-8 4,-1-1,0-1,0 0,-1-1,0-1,0 0,0-1,-18 1,-112 1,134-5,0 0,0-1,0-1,0 1,0-2,-14-4,23 6,-1 0,0-1,1 1,-1 0,1-1,0 1,-1-1,1 0,0 0,0 0,0 0,0 0,0 0,1 0,-1-1,1 1,-1-1,1 1,0-1,0 0,0 1,0-1,1 0,-1 0,1 1,0-1,-1 0,1 0,1-5,0 1,0 0,1 0,0 0,0 1,1-1,0 1,0 0,0 0,1 0,-1 0,2 1,-1-1,0 1,10-9,7-4,0 1,0 1,2 0,0 2,0 0,43-16,4 4,92-22,-1 12,306-29,170 40,-575 24,213 4,-224 1,0 1,-1 3,65 19,-112-26,-1 0,1 0,-1 0,1 0,-1 1,0-1,0 1,0-1,0 1,0 0,0 0,0 0,0 0,-1 0,1 0,-1 0,1 1,-1-1,0 1,0-1,0 1,-1-1,2 5,0 5,-1-1,0 1,-1 0,0 13,-1 7,1-18,1-1,1 1,0 0,1-1,0 1,1-1,1 0,0 0,0 0,1-1,10 14,8 8,62 77,-75-96,-1-1,0 1,-1 1,0 0,-2 0,10 28,-6-16,-5-15,1 0,1 0,0-1,19 23,-17-23,0 0,-1 1,-1 0,11 21,-6 12,-10-34,0 1,9 20,-10-29,-1-1,1 0,0-1,0 1,0 0,0 0,0-1,1 1,-1-1,1 0,-1 0,1 0,0 0,0 0,3 1,7 1,0 0,0-2,0 1,0-2,1 0,14 0,25 2,237 18,-222-18,103 13,51 2,-103-20,63 4,-163 1,-1 0,1 2,-1 0,0 2,-1-1,24 14,33 12,-39-19,1-1,0-2,62 9,-31-12,-12-3,0 2,-1 3,69 20,167 55,-222-68,1-4,93 4,-133-15,147 13,-58-1,221-5,-220-9,-21-3,-1-3,145-30,-46-12,-106 24,119-17,88 23,1 22,-110-1,1110 0,-768-2,-495-3,0-1,-1-2,1-1,64-23,-14 5,68-14,200-24,330-17,-227 44,173-24,-463 34,485-69,0 38,-177 55,-219 5,812-3,-1040 1,1 1,-1 2,0 0,-1 2,1 1,34 14,-40-13,32 12,50 27,-44-18,38 23,-87-46,0 1,-1 0,0 1,0 0,-1 0,0 1,9 12,0 2,1-2,24 23,8 10,-42-43,2-1,-1 1,1-2,1 1,-1-1,2-1,-1 0,1 0,0-2,1 1,21 7,-11-8,-1 1,0 1,-1 1,0 1,0 1,-1 1,22 17,-37-24,0-1,0 1,-1 1,0-1,0 1,0 0,-1 0,0 0,0 0,0 0,-1 1,0-1,0 1,0-1,0 9,0 10,-1 0,-5 46,2-32,1-27,0-1,-1 1,0-1,0 1,-2-1,1 0,-1 0,-1-1,-7 13,9-17,-1 0,0 0,-1-1,1 1,-1-1,0 0,0-1,-1 1,1-1,-1 0,0 0,0-1,-1 0,1 0,-1 0,-8 1,10-3,-1 0,0-1,0 0,0 0,0 0,0-1,1 0,-1 0,0 0,1-1,-1 0,1 0,-1-1,-7-4,-8-5,0-2,-19-16,33 25,-45-33,-109-60,-67-12,211 102,-59-23,-2 4,-143-30,69 11,103 29,-85-18,115 30,0-1,1 0,-1-1,-32-19,-28-11,18 17,54 15,15 3,19 0,-25 2,13 0,1 0,0 1,0 1,-1 0,25 7,49 16,2-4,162 16,190-23,-83-15,-347-1,0 0,0 0,0-1,0 0,0-2,-1 1,1-1,-1-1,12-8,-1 3,-11 5,0-1,0 0,-1-1,0 0,0-1,-1 0,0-1,-1 0,0 0,13-19,-21 26,1 0,-1 1,0-1,0 0,0 0,0 0,0 0,-1 0,1 0,-1 0,0 0,0 0,0 0,0 0,0 0,-1 0,0 0,1 0,-1 0,0 0,0 0,-1 0,1 0,-1 1,1-1,-1 0,0 1,0 0,0-1,0 1,0 0,0 0,-6-3,-7-5,0 1,0 0,-1 2,-30-11,29 11,-106-36,-2 5,-2 6,-1 5,-171-13,-526 15,369 27,455-2,-15 0,0 0,1-1,-1-1,-25-5,37 6,1-1,-1 1,1 0,-1-1,1 0,0 1,0-1,-1-1,1 1,1 0,-1-1,0 0,1 1,-1-1,1 0,0 0,0-1,0 1,0 0,0-1,1 1,0-1,0 1,-2-8,1-3,1 0,1 1,0-1,1 0,0 0,1 1,1-1,0 1,0 0,8-17,2 0,1 1,1 0,23-33,8 1,70-74,20-24,-117 133,0 1,2 1,40-36,-44 46,14-10,-2-1,0-1,-2-1,27-36,76-91,-18 25,-103 116,-1-1,11-23,8-14,-5 20,2 2,47-48,-18 21,-46 48,-1 0,0-1,0 0,-1 0,0 0,-1-1,0 1,-1-1,1 0,-2 0,3-18,-1-8,-3 0,-2-38,1 63,0 4,-1-1,0 1,0 0,0 0,-1 0,0 0,0 0,-5-8,1 4,-1-1,-1 1,-14-17,-16-13,19 22,-20-27,35 39,0 1,1-1,0 0,0 0,0-1,1 1,0-1,0 1,0-13,0-8,2-37,1 35,-1 20,0 0,1 0,0 1,0-1,1 0,1 1,-1-1,2 1,-1 0,1 0,1 0,-1 0,1 1,12-15,20-21,86-113,-112 143,1-1,0 2,1 0,1 0,0 1,18-12,-22 17,7-8,-1-1,0 0,-2-1,0-1,0 0,18-36,-17 29,1 1,0 0,28-29,-23 32,8-8,35-44,-44 48,1 1,2 2,0 0,1 2,2 0,32-19,-16 15,0 3,2 2,0 1,72-18,-45 20,1 2,92-4,-85 13,121 9,-189-2,1 0,-1 0,0 1,-1 1,1-1,-1 2,17 9,5 5,28 24,0 0,-31-22,-21-15,0 0,0 0,0-1,1-1,0 1,0-1,14 4,-11-4,0 0,0 1,-1 0,0 0,0 1,16 12,3 1,-19-12,0-1,1 0,0 0,25 6,-34-11,0 0,0 0,0 0,0-1,1 0,-1 1,0-1,0 0,0-1,0 1,0 0,0-1,0 0,0 0,0 0,0 0,0 0,0 0,0-1,-1 0,1 1,-1-1,1 0,-1 0,4-5,-5 6,0 0,0 0,0 0,0-1,0 1,-1 0,1 0,-1-1,1 1,-1-1,1 1,-1 0,0-1,1 1,-1-1,0 1,0 0,0-1,0 1,-1-1,1 1,0-1,-1-2,0 2,-1 1,1-1,0 0,-1 0,0 1,1-1,-1 1,0-1,0 1,1 0,-1 0,0 0,-4-2,-5-1,0 0,-1 1,1 0,-20-1,-78-9,-198-12,-156 27,436-2,1 1,0 1,-1 2,1 1,0 0,1 2,0 1,0 2,0 0,1 1,1 1,-35 25,10-1,15-10,-2-1,-46 24,47-31,-29 14,-61 41,88-49,-1-2,-1-2,-1-1,0-3,-50 15,15-11,-1-4,-80 8,-268 13,214-23,-166 8,-194 25,239-21,-3-27,159-1,-773 2,933 0,0 0,0 1,1 1,-20 5,26-5,0 0,1 1,-1 0,1 0,-1 0,1 1,1 0,-1 0,0 1,-7 7,-10 13,2 0,-25 39,41-56,1 1,0 0,1 0,0 0,0 0,1 1,0-1,-1 18,2 9,3 38,0-29,-1 306,-1-336,0 1,-2-1,0 0,-1 0,0-1,-1 1,-1-1,0 1,-1-1,-1-1,-8 14,10-19,0-1,-1 0,1 0,-2 0,1-1,-1 0,0 0,0-1,-1 1,0-2,0 1,0-1,0 0,0-1,-1 0,0 0,0-1,0 0,-13 1,-16-2,26-1,22-1,-5 1,1-1,-1 0,0 0,1-1,-1 1,0-1,0 0,0-1,0 1,0-1,-1 0,1 0,-1 0,5-5,6-7,-1-1,19-26,-23 28,0 0,2 1,-1 1,18-16,-12 16,-1-1,0-1,-1-1,-1 0,15-20,-6 0,-15 22,0 0,1 1,16-17,-22 26,0 0,0 0,0 1,1-1,-1 1,1 0,0 0,-1 0,1 0,0 1,0 0,0-1,0 2,0-1,0 0,1 1,5 0,-7 0,0 1,0-1,0 1,0 0,0 0,0 1,-1-1,1 0,0 1,-1 0,1-1,-1 1,0 0,1 0,-1 1,0-1,0 0,0 1,-1-1,1 1,-1 0,1-1,-1 1,0 0,0 0,0 0,1 5,0 2,0 0,0 0,-1 0,-1 1,1-1,-2 0,-1 13,-1-1,-2 0,0 0,-1 0,-2-1,0 0,-1 0,-1-1,-1 0,-1-1,-1 0,0-1,-17 18,-21 12,-3-1,-1-3,-75 45,-191 94,271-156,-929 429,659-340,-213 88,419-151,-137 57,186-86,-131 32,137-48,-1-2,-1-3,-82-6,29 1,-175 3,-229-3,-158-66,411 22,-31-4,107 9,141 28,0 2,-1 2,-52-3,10 11,46 2,0-3,-47-7,16-2,-101-1,-78 13,95 1,140-1,1 1,-1 2,1 0,0 1,-32 12,25-7,-51 10,14-13,0-3,-100-6,56 0,87 1,9 1,-1 0,0 0,1 1,-1 0,-12 4,23-5,0 0,0 1,0-1,1 0,-1 1,0-1,0 0,0 1,1-1,-1 1,0 0,0-1,1 1,-1-1,0 2,1-1,0-1,-1 0,1 1,0-1,0 1,0-1,0 0,0 1,0-1,0 0,0 1,0-1,0 1,0-1,1 0,-1 1,0-1,0 1,0-1,0 0,0 1,1-1,-1 0,1 1,0 1,2 0,-1 0,0 0,0-1,1 1,-1-1,0 1,6 1,10 4,1-1,0-1,0-1,0-1,29 2,104-3,-103-3,24-1,-16 0,100 10,279 24,4-32,-260-2,-3 2,-148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19:55.44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1,'2020'0,"-1982"0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20:07.939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3874 39,'-14'-1,"0"-1,0 0,-26-8,-22-3,-77 3,-155 9,135 4,-1521-3,1654 1,1 2,-48 10,43-6,-52 4,13-9,16 0,-60 9,-27 4,73-9,37-1,0 1,0 2,-32 12,-23 6,-78 13,49-9,103-27,0 1,1 0,-1 0,1 1,0 0,0 1,1 0,-1 1,1 0,-9 9,5-5,1-1,-1-1,-1 0,-21 10,4-7,2-4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20:10.470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3592 1,'-397'14,"377"-12,-401 41,268-31,-198-9,170-5,-379 2,529 1,1 2,-42 10,36-7,-40 4,-6-7,-94 9,163-10,-264 53,141-24,48-12,39-9,23-5,0 2,0 0,-32 14,39-13,0-1,0-1,0 0,-39 4,16-6,-53-1,60-4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20:26.494"/>
    </inkml:context>
    <inkml:brush xml:id="br0">
      <inkml:brushProperty name="width" value="0.5" units="cm"/>
      <inkml:brushProperty name="height" value="1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3,'858'0,"-804"2,73 13,37 2,373-16,-257-2,700 1,-921-3,62-11,11 0,368 9,-283 7,-190-2,67-1,109 15,99 9,0-24,-120 0,565 1,-713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28:31.11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3975 1,'-624'0,"588"2,0 1,-45 11,-37 3,-291-11,239-8,119 5,1 2,-58 13,44-6,-140 28,163-32,1 2,-1 1,2 3,0 1,0 2,2 1,-51 34,58-34,-1 0,-1-3,0 0,-1-2,-44 11,59-20,0 1,1 1,0 1,0 0,0 1,1 1,0 0,1 2,-15 11,0 6,2 1,-38 52,52-61,1 0,1 2,0-1,2 1,-12 37,18-48,-1 0,-1 0,1-1,-2 1,0-1,0-1,-11 12,-15 21,8 1,1 0,-21 56,18-37,-33 99,45-113,-2-1,-38 72,36-88,-25 28,24-32,-20 33,34-50,1 2,-1-1,2 1,0-1,0 1,-3 21,4-15,1 0,0 0,1 0,1 0,1 0,1 0,0 0,1 0,1-1,1 1,0-1,10 21,50 93,-52-99,-2 1,-1 1,-1 0,-2 0,3 39,-3 0,-4-37,2 0,12 52,-10-64,2 0,1-1,0 0,2-1,16 24,-1-8,60 64,-27-39,2-3,3-2,79 53,-85-71,312 201,-187-145,-36-22,-56-32,-73-36,-1 1,0 2,0-1,-1 2,0 0,22 18,-16-8,2-2,1-1,43 22,-47-28,0 1,0 1,-1 1,-1 1,-1 1,26 26,-8-4,1-2,56 41,-61-51,159 106,-75-56,-87-58,57 26,-66-35,0 1,0 1,-1 0,-1 2,0 0,32 29,34 42,-71-72,1-1,0 0,0-1,26 11,-29-15,17 6,-1 2,0 1,0 1,40 32,234 172,-144-112,-136-91,0 1,-2 1,0 1,23 30,61 98,-88-125,18 25,-19-29,23 39,-29-41,0 1,-1 0,0 0,-2 0,0 1,-1 0,-1 1,-1-1,1 24,-7 185,2-220,0 0,-1 0,0-1,-1 1,1 0,-1-1,-1 0,-7 13,-3 1,-26 27,24-30,-21 33,4 3,-40 88,50-93,-33 50,4-8,-68 191,26-54,51-116,-3 6,-82 158,41-94,15-36,57-104,11-29,-1-1,0 1,-10 17,-163 270,142-232,4 2,-37 112,60-157,-1-1,-2 0,0 0,-28 37,18-28,-19 41,19-30,4-10,2 0,1 1,2 0,-17 73,24-68,-23 132,20-135,-1 0,-22 54,19-65,-1-2,-25 36,24-40,2 0,0 1,-17 42,22-38,2 0,1 0,1 0,1 1,2 0,1 38,1-53,1 1,-1-1,2 0,0 1,0-1,1-1,0 1,1 0,0-1,1 0,0 0,0-1,1 1,0-2,1 1,15 13,1-2,1 0,1-2,0-1,57 26,156 51,-111-47,241 71,9-26,-38-10,-224-57,21 6,-115-24,-1 0,0 2,0 0,23 15,29 16,2-3,83 29,-104-45,8 0,123 25,-115-32,28 5,0-5,1-4,110-4,-65 1,-123-4,0 0,-1 2,1 0,34 15,-3 2,1-2,0-3,1-2,1-2,0-2,1-3,-1-3,61-1,-22-7,104 4,-93 16,4 1,369-11,-280-10,-108 4,-29 1,117-12,-166 8,0-1,0-1,-1 0,0 0,0-1,0 0,0-1,-1-1,13-9,8-10,40-41,-63 58,43-44,-3-3,-2-1,-3-3,58-106,-78 123,-3 8,25-62,-3-10,-18 47,22-79,-4-88,-27 140,6-49,-17 46,11-112,0 68,-5-241,-10 347,-4-36,-12-75,-2-8,12-138,-11 177,2 9,8-328,10 243,-3-1262,-3 1411,-1-1,-2 1,-1 0,-2 0,-15-35,5 6,1 15,11 31,1 0,-5-25,-1-12,-2 1,-2 0,-37-78,48 122,0 0,-1 0,0 0,-1 1,0 0,-1 1,0-1,0 2,-1-1,0 1,-17-11,-6 1,0 1,-49-17,-19-8,-251-133,269 129,60 31,0 1,-1 2,-1 0,-31-10,-5 5,0 2,-1 3,-111-5,68 17,-62-2,156 0,0 0,0-1,0 0,0-1,1 0,-1-1,1 0,0-1,0 1,0-2,1 1,-1-1,-11-12,-6-8,1 0,-32-48,-20-22,-247-230,294 298,-2 0,-46-30,-30-26,47 33,-80-51,129 93,1-1,0 0,0 0,1-1,0-1,1 0,-15-24,-44-102,44 85,7 11,1 0,2-1,3 0,1-1,2-1,-3-48,6-275,8 208,-4 56,3-112,1 193,0 0,2 1,0 0,2 0,15-36,-6 24,2 0,37-51,-22 43,2 1,47-42,28-13,-52 46,-34 31,1 1,1 1,36-18,-53 30,-1 0,0-1,0 0,-1-1,1 1,-2-1,1-1,-1 1,0-1,7-12,3-9,21-56,6-11,-6 20,-26 51,1 0,2 1,22-32,-27 45,-1-1,0 1,-1-1,0-1,0 1,-2-1,1 0,-2-1,0 1,0-1,-1 0,-1 0,0 0,-1-16,-6-282,4 302,-1 1,-1-1,0 0,0 1,0 0,-1 0,-1 0,0 0,0 1,0 0,-1 0,0 0,-1 1,0 0,0 0,0 0,-1 1,0 0,-12-6,-12-6,-1 2,0 1,-66-19,13 10,-102-15,-92 1,151 22,-618-53,216 73,392 7,-187 38,-130 59,392-90,0 3,2 2,-72 39,-32 18,147-73,0-1,0 0,-32 4,27-5,-40 11,10 4,1 2,-55 31,1 13,67-39,-1-2,-1-2,-1-2,-48 17,-365 93,375-109,0-2,45-12,1 1,0 1,0 2,-38 20,-355 173,404-195,1 1,-34 19,49-24,0 0,1 0,-1 0,1 1,1 0,-1 1,1-1,0 1,-9 17,-2 5,-1-2,-35 42,6-10,42-54,1 1,0-1,0 1,0 0,1 0,0 0,1 1,0-1,0 1,0-1,-1 14,3-15,1 0,-1 0,1-1,0 1,0 0,1-1,0 1,0-1,0 0,0 1,1-1,0 0,0-1,0 1,1 0,4 3,5 5,1 0,0-2,1 0,0 0,1-2,0 0,0-1,1 0,0-1,1-1,28 6,10-1,0-3,83 3,516-16,-620 3,1-2,-1-2,0-2,58-19,127-65,-6 2,-84 44,325-125,-341 121,315-131,16 33,-392 133,1 3,1 2,0 3,57-1,-60 10,-36-1,0 0,1-1,-1 0,0-2,0 0,0 0,21-7,-19 2,9-5,2 1,-1 1,1 2,1 1,46-4,162 10,-120 3,-99-1,-1 0,0 1,1 0,-1 2,0 0,-1 1,1 1,-1 0,0 2,-1 0,0 0,27 20,156 117,-149-114,-29-18,36 27,70 52,-55-42,-56-40,0 0,1-2,1 0,32 10,-28-11,-1 1,39 21,-51-24,0 0,0-1,0 0,0 0,1-1,-1-1,1 1,18 1,-25-4,0 0,-1 0,1 0,0 0,0 0,0 0,-1-1,1 0,0 1,-1-1,1 0,0 0,-1 0,1-1,-1 1,0-1,1 1,-1-1,0 0,0 0,0 0,0 0,0 0,-1 0,1 0,-1-1,1 1,-1-1,0 1,0-1,0 1,0-1,0 0,-1 0,1-4,0 4,-1 0,0 0,0 1,0-1,0 0,0 0,0 0,-1 1,1-1,-1 0,0 1,0-1,0 0,0 1,0-1,-1 1,1 0,-4-4,2 2,0 1,-1 1,1-1,-1 0,0 1,0 0,0 0,0 0,0 0,-7-1,-8-2,-1 2,1 0,-1 2,-22 0,40 1,-30-1,-1 1,1 2,0 1,0 1,-52 15,-491 188,282-112,115-41,-354 92,495-137,-252 90,81-24,134-52,-2-4,0-2,0-4,-2-4,-77 1,105-9,1 3,0 2,1 3,-52 14,44-8,-112 36,99-26,27-10,-63 31,52-19,-2-2,-1-3,-1-2,-1-3,-1-2,0-3,0-2,-1-3,-88-1,120-6,0 2,1 2,-1 0,-52 17,24-3,-69 35,-9 3,99-42,33-14,0 1,0-1,1 1,-1 0,0-1,1 1,-1 0,1 0,-1 0,1 0,-1 0,1 0,0 0,-1 0,1 1,0-1,0 1,0-1,0 1,0-1,0 1,1-1,-1 1,0 0,1-1,-1 1,1 3,0-2,1 0,0-1,1 1,-1-1,0 1,1-1,-1 0,1 0,0 1,-1-1,1 0,0-1,1 1,-1 0,0 0,0-1,1 0,4 3,17 7,1-1,-1-1,2-2,-1 0,1-2,47 5,-20-3,420 33,1-38,-373-3,291-20,-119 4,-191 10,114-25,-32 4,-41 11,10-3,152-2,307 24,-586-2,1 0,0 1,0 0,0 0,-1 0,1 1,-1 0,1 0,-1 0,1 1,-1 0,0 0,0 1,-1 0,1 0,-1 0,0 1,0-1,0 1,-1 0,1 1,-1-1,-1 1,5 7,16 37,-19-38,1 1,0-1,1-1,0 1,17 19,2-1,0 2,22 38,29 37,-68-98,0 0,0-1,1 0,19 11,-19-13,0 1,-1 0,1 1,-1 0,13 15,4 10,-14-20,0 1,-2 0,0 1,0 0,13 31,-22-42,0-1,1 0,-2 1,1-1,0 1,-1-1,1 1,-1 0,0-1,-1 1,1-1,0 1,-1-1,0 1,0-1,0 1,0-1,-3 6,1-5,-1 1,1-1,0 0,-1-1,0 1,0-1,0 1,0-1,-1 0,1-1,-9 4,-5 1,0 0,0-2,-1 0,0-1,0-1,-20 0,-56-1,0-5,-115-19,53 5,131 15,-659-41,-356 44,1028-1,-47 3,55-3,1 1,0 0,0 0,0 0,-1 1,1-1,1 1,-1 0,0 0,0 0,-4 4,7-4,0-1,0 0,-1 1,1-1,0 1,0-1,1 1,-1-1,0 1,0 0,1-1,-1 1,1 0,0-1,-1 1,1 0,0 0,0 0,0-1,0 1,0 0,1 0,-1 0,0-1,1 1,-1 0,1-1,0 1,1 1,2 5,0 0,1-1,0 0,11 13,10 7,2-2,0 0,2-2,0-1,50 27,177 74,76-4,11-31,470 156,-747-221,87 33,-119-44,1-1,72 11,-61-14,59 18,-65-12,54 25,-79-31,-1 1,0 0,0 1,-1 1,0 0,14 16,-1-1,2-1,40 27,-38-29,56 52,-82-71,-1 0,-1 1,1-1,-1 1,1 0,-1 0,-1 0,1 1,-1-1,0 1,0-1,0 1,0 7,-2-9,0 1,0-1,0 0,0 0,-1 1,0-1,0 0,0 0,-1 0,1 0,-1 0,0 0,0-1,0 1,-1 0,1-1,-1 0,-5 6,-1-1,0-1,0-1,0 0,-1 0,0-1,0 0,0-1,-1 0,1 0,-1-1,0-1,-13 2,-20 1,-74 0,106-5,-546-9,251 9,299 0,-1-1,1 0,0 0,0-1,-1-1,2 1,-1-1,0 0,0-1,-8-5,13 7,0 0,-1 0,1 0,0 0,0-1,1 0,-1 1,0-1,1 0,0 0,0-1,0 1,0 0,0-1,0 1,1-1,0 1,0-1,0 0,0 1,0-1,1 0,0 0,0-6,1 6,0 1,0-1,0 1,0-1,1 1,-1 0,1-1,0 1,0 0,0 0,1 0,-1 0,1 1,0-1,-1 1,1-1,0 1,0 0,7-3,6-3,0 1,33-10,-39 14,63-17,1 3,1 3,126-7,231 22,-347 5,0 3,-1 4,0 4,123 41,30 23,-195-64,56 35,10 3,-89-45,0 0,32 25,-2-2,17 6,43 28,-94-57,-1 1,-1 1,0 1,-1 0,14 18,-4 0,76 96,-97-126,3 4,0-1,-1 1,0-1,1 1,3 10,-6-14,-1 0,0 0,1 1,-1-1,0 0,0 0,0 0,0 0,0 0,0 1,0-1,0 0,-1 0,1 0,0 0,-1 0,1 0,0 0,-1 0,1 1,-1-2,0 1,1 0,-1 0,0 0,0 0,0 0,1-1,-1 1,0 0,0 0,0-1,0 1,0-1,0 1,-2 0,-8 3,1-1,-1 0,1 0,-1-1,0 0,-14 0,-74-1,63-2,-174-2,-493 14,644-3,0 3,-73 23,-67 12,-227 33,411-75,0 1,0 1,0 1,1 0,-19 12,22-12,-5 1,-1 0,-22 7,25-11,1 1,0 1,0 0,-23 14,33-16,-1-1,1 1,-1 0,1 0,0 0,1 0,-1 0,1 1,0-1,0 1,0 0,1 0,-1-1,1 1,0 0,1 0,-1 8,0-5,1 1,1-1,-1 0,2 0,-1 0,1 0,0-1,0 1,1 0,4 8,-1-8,0 1,0-1,1-1,-1 1,2-1,-1-1,1 1,0-1,1 0,-1-1,1 0,0-1,1 1,-1-2,1 1,15 2,16 3,0-2,68 3,-92-9,428-1,1-36,246-8,727 47,-1415-3,7 0,0 0,0-1,-1 0,1 0,11-4,-21 5,1-1,0 1,-1-1,1 0,0 1,-1-1,1 0,-1 0,1 0,-1 0,1 0,-1-1,0 1,1 0,-1-1,0 1,0-1,0 1,0-1,0 1,-1-1,1 0,0 1,-1-1,1 0,-1 0,0 1,1-1,-1 0,0 0,0 0,0 1,0-1,-1 0,1 0,0 1,-1-1,0-2,-2-4,-1-1,0 1,0 1,-1-1,0 1,0-1,0 1,-1 1,0-1,-1 1,1 0,-12-7,-11-8,-55-28,-465-214,500 243,-1 2,-1 2,0 2,-1 2,-1 3,0 2,-55 0,69 6,-136 3,152 1,0 0,0 1,1 1,0 1,-35 15,-167 87,36-16,22-26,100-42,-91 46,51-13,-139 80,194-104,0 3,-72 66,72-53,-2 3,-2-3,-81 57,-78 59,124-91,76-64,0-2,0 1,-1-2,-26 11,25-12,0 1,1 0,-27 18,29-15,0 0,0 1,1 0,1 1,0 0,0 1,1 0,1 0,-9 19,14-24,0-1,0 1,-1-1,0 0,0 0,0-1,-1 0,0 0,0 0,-1 0,-8 5,-3 0,-1-1,-40 14,-5 3,59-24,0-1,0 1,0 1,1-1,-6 5,9-7,0 0,0-1,1 1,-1 0,0-1,0 1,1 0,-1 0,1 0,-1 0,1-1,-1 1,1 0,-1 0,1 0,0 0,0 0,-1 0,1 0,0 0,0 0,0 0,0 0,0 0,0 0,1 0,-1 0,0 0,0 0,1 0,-1 0,0 0,1 0,-1 0,1 0,1 1,3 2,1-1,0 1,-1-1,1-1,1 1,-1-1,0 0,1 0,-1-1,1 0,9 1,-14-2,64 7,1-2,0-4,0-2,-1-3,1-4,-1-2,127-37,-141 28,0-2,-2-3,49-30,55-27,86-18,-188 82,1 1,91-14,152 10,-2 25,-124-2,-30-2,111 2,-20 29,-207-27,31 5,11 2,125 8,343-20,-231-1,-278-1,0 0,1-2,25-7,-21 4,50-5,-65 11,15-1,0 0,1 2,-1 1,54 9,-77-7,0-1,0 1,0 0,-1 1,1 0,-1 0,0 0,0 1,0 0,-1 0,1 0,-1 1,-1 0,1 0,-1 0,0 0,0 1,-1-1,0 1,0 0,3 13,1 6,-1 0,-1 0,-2 1,1 50,-3-13,-4 0,-2 0,-21 100,19-139,-2-1,-1-1,0 0,-2 0,-17 25,11-19,12-19,0-1,-1 1,0-1,0 0,-1-1,0 0,-1 0,0-1,0 0,-1-1,1 0,-1 0,-1-1,1 0,-1-1,0 0,0-1,0 0,0-1,0 0,-1-1,-16 1,-312-3,163-2,151 3,-83-1,-117-15,-19-25,140 23,-152-37,120 37,-142 1,-141 19,219 0,-386 0,516 1,-92 17,54-6,-11 2,-131 10,134-25,26 0,-103 13,99-1,-132 0,207-13,0 1,-1 1,1 0,0 2,1 1,-28 9,36-10,1 1,0 0,0 0,0 1,1 0,0 1,0 0,0 0,1 1,0 0,1 0,0 1,-8 12,-5 13,-17 39,32-63,1 1,0-1,1 1,0 0,1 1,0-1,1 0,-1 18,3-24,0-1,0 1,1-1,0 1,-1-1,1 1,1-1,-1 0,1 0,-1 0,1-1,0 1,1-1,-1 1,1-1,-1 0,6 3,6 4,0 0,1-1,21 9,101 32,-57-23,-3 0,2-2,0-5,1-2,1-4,137 5,-168-18,-1-2,95-14,-27-9,362-55,-270 60,227-10,1100 31,-1498-1,0 1,0 2,-1 2,51 15,-73-15,1 1,-1 1,0 0,23 17,30 16,-59-36,12 5,0 0,-1 1,-1 2,0 0,26 23,33 32,-38-34,70 76,-82-76,16 19,41 62,-51-75,-27-32,0 0,0 1,-1-1,11 18,-17-24,0 1,0-1,0 0,0 1,-1-1,1 0,0 1,-1-1,0 1,0-1,0 1,0-1,0 1,0-1,0 1,-1-1,1 1,-1-1,0 0,0 1,0-1,0 0,0 1,0-1,-1 0,-1 2,-2 1,0 1,-1-1,0-1,0 1,0-1,0 0,-1 0,0-1,0 0,0 0,0 0,0-1,0 0,-8 0,-20 4,-59 2,78-7,-145 4,1-6,0-7,-244-44,-274-68,586 107,-178-2,13 2,-427-9,578 22,-116 19,42 0,138-15,-55 12,53-7,-50 3,-46 6,3 1,-31-17,111-3,0 2,-109 16,-88 30,181-37,-112 0,153-11,0 2,-1 2,-39 8,59-8,-1 1,1 0,0 1,0 0,1 1,-1 1,1 0,0 1,1 0,-13 12,-101 91,121-107,0 0,0 1,0-1,0 1,1 0,0 0,0 0,0 0,0 1,-2 9,4-12,1 0,-1 0,1 0,0 0,0 0,0 0,0 0,1 0,-1-1,1 1,0 0,0 0,0 0,0 0,0-1,1 1,-1-1,1 1,-1-1,1 1,0-1,0 0,4 4,10 6,0 1,0-2,1 0,0-1,1-1,21 8,5-1,71 17,94 11,233 16,219-15,-420-31,8 5,197 7,80-28,-489 4,0 2,0 2,0 1,39 14,-35-9,0-2,0-2,44 3,75 8,10 0,440-16,-312-6,239 3,-537 1,1-1,0 0,-1 0,1 0,0 0,-1 0,1 0,0-1,-1 1,1 0,-1 0,1 0,0-1,-1 1,1 0,-1-1,1 1,0 0,-1-1,1 1,-1-1,1 1,-1-1,0 1,1-1,-1 1,1-1,-1 1,0-1,0 1,1-1,-1 0,0 1,0-1,0 0,1 1,-1-1,0 0,0 0,-7-32,2 15,-12-68,-5-96,6-94,5 63,-44-225,54 429,-1 1,0 0,-1-1,1 1,-2 1,1-1,-1 0,0 1,-1 0,0 0,0 0,0 0,-1 1,-6-6,3 6,0 0,0 0,0 1,0 0,-1 1,0 0,0 0,0 1,0 0,-17-2,-9 1,-1 1,1 2,-54 4,-105 26,179-25,0 0,1 2,-1-1,1 2,1 0,-25 16,-77 66,79-59,-27 21,18-16,1 1,-65 72,-20 21,89-91,1 1,-40 51,33-25,21-26,-57 62,24-45,-29 32,75-73,1 0,0 1,2 0,-14 26,11-13,7-13,-1-1,-1 0,0-1,-1 1,0-1,-1-1,-19 20,13-19,-17 16,1 1,-38 46,40-40,-1-2,-2-1,-2-2,0-1,-41 26,21-20,-2-4,-1-1,-64 23,-52 27,-13 6,153-76,0 0,0-2,-65 10,34-15,-72-3,94-3,1 1,-1 2,0 2,-82 19,82-10,-1-1,-1-3,1-2,-89 4,-1040-14,1133 0,0-1,0-3,-55-14,47 9,34 9,1 0,0 0,0-1,0-1,0 0,1-1,0-1,0 0,1 0,0-1,0 0,1-1,-12-12,-116-149,113 139,16 18,0 1,-1 1,-13-11,18 18,0 0,0 0,-1 1,0-1,0 1,0 1,0-1,0 1,0 0,-10-1,2 0,0 1,1 0,-1 1,0 1,0 0,-25 4,35-3,0 0,0 0,0 1,0-1,0 1,1 0,-1 0,1 0,-1 0,1 0,0 1,-1 0,1 0,1 0,-1 0,0 0,1 0,-1 1,1-1,0 1,0-1,1 1,-1 0,1 0,0 0,-2 7,0 12,0-1,1 1,1-1,2 1,0 0,1-1,1 1,1-1,12 35,-12-47,0-1,1 0,0 0,1 0,0-1,1 1,10 9,60 50,-51-47,16 14,59 36,-85-61,1-1,0 0,1-1,0-1,0-1,0 0,26 4,3-1,0 2,-1 2,-1 2,85 41,-103-45,1-1,-1-2,1 0,1-2,-1-1,32 1,179-6,-124-2,183 3,212-4,123-59,-553 52,-22 1,1-2,-2-3,0-2,-1-3,0-2,83-46,439-205,-542 257,23-15,73-47,-47 25,-62 37,-1 0,-1-1,34-33,50-67,-19 21,-41 48,20-17,73-97,22-33,-66 84,-62 69,-3-2,-1-1,-2-1,-2-2,33-90,-29 50,-3-1,19-134,-24 44,-8 0,-14-252,-2 376,-1 0,-3 0,-19-70,19 97,0 0,-2 1,-2 1,0 0,-1 0,-2 1,0 1,-25-29,-13-1,-2 3,-82-58,62 51,-484-338,413 305,-79-46,193 118,-30-16,2-2,-60-47,40 19,19 18,3-3,-77-82,-125-204,236 303,-37-52,-5-8,-96-104,154 188,-6-5,2 0,0-1,0 0,1-1,1 0,-14-27,14 17,-1 0,-1 2,-1-1,-1 2,-1 0,-1 0,-1 2,-1 0,-29-25,-26-7,49 37,-42-36,48 33,-1 1,-1 1,-1 0,-1 2,0 1,0 0,-1 2,-1 0,0 2,0 1,-1 0,0 2,0 1,0 1,-1 1,-27 1,-1066 7,1097-6,0 0,0-2,0 0,0-2,0 0,1-1,-1-2,-22-10,9 3,25 12,0-1,-1-1,2 0,-1 0,-13-10,-6-9,1 0,1-2,1-1,-29-39,21 25,-54-52,57 63,2-1,0-2,-28-43,55 73,-10-18,-1 1,0 0,-2 2,0-1,-1 2,-30-26,29 28,0 0,2-1,-17-21,22 24,-1 0,0 1,0 1,-1 0,-1 0,0 1,-26-15,22 17,1 1,0-1,0-1,1 0,0 0,-22-21,15 8,0 2,-2 1,0 1,0 0,-2 2,0 1,-1 1,-1 2,-56-18,61 23,0-1,0 0,0-2,1-1,0 0,1-2,-23-17,6 5,-1 3,-1 1,-57-20,26 11,44 20,0 1,0 2,-43-7,42 9,0 0,0-2,-38-15,28 5,-163-77,143 62,31 16,-1 1,0 1,-1 1,0 1,-1 2,-34-7,32 12,-54-16,74 17,-1-1,1 0,0-1,0-1,0 0,-18-15,-39-41,61 55,1 0,0-1,1 1,0-1,0 0,-6-16,-23-49,23 51,2 0,-13-37,13 24,-2-2,2 0,-10-79,18-86,3 147,0 37,0 0,2 1,1-1,0 0,1 1,8-18,52-107,-18 45,-31 64,-9 19,0-1,-1 1,9-33,-11 27,2 1,0 0,2 0,0 0,13-20,60-89,-66 107,-1 4,1 0,1 1,1 1,0 1,27-19,17-15,-43 35,31-20,-34 25,0-1,-1 0,25-24,-21 16,1 0,1 1,1 1,0 1,1 1,28-14,-16 13,1 0,1 3,60-14,451-138,-405 104,-61 24,11 0,3 5,0 3,2 5,139-15,-27 7,119-12,-147 23,-31 2,-122 13,-2 0,1-2,0 0,25-13,-25 10,0 1,0 1,52-8,33 9,115 10,-67 0,1403-3,-1553 0,0 0,0 1,0 0,0 0,0 1,-1 0,1 1,-1 0,1 1,-1 0,0 0,0 1,-1 0,0 1,1 0,-2 0,1 1,-1 0,0 0,0 0,-1 1,0 0,-1 0,1 1,-2 0,1 0,6 18,-4 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32:04.722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2755 1,'-13'5,"-1"0,1-1,-1 0,0-1,-18 2,-73 1,79-5,-27 0,9 0,1 1,-50 10,-224 51,213-32,-5 0,61-19,16-4,-32 4,-3-3,-105 27,131-24,0 2,0 2,-60 34,57-26,-37 22,-102 74,123-78,-82 45,84-54,21-9,0 2,2 1,-36 37,-25 11,2-2,83-63,0 1,1 0,1 0,0 1,-15 24,-1 17,3 0,-18 66,14-40,19-56,0 1,2 0,1 0,-1 29,5 98,1-99,1-23,1-1,2 0,1 0,1 0,1-1,1 0,2-1,1 0,22 37,-17-40,1 0,1-2,0 0,2-2,30 24,-25-21,154 105,-98-73,-68-45,1-2,29 13,-30-15,0 1,-1 1,0 0,15 10,37 37,-45-35,2-1,0-1,42 24,98 48,-61-40,-69-36,-1 2,29 18,-27-12,0-2,1-2,1-1,0-1,1-3,1 0,0-3,0-1,1-1,0-2,73-1,268-6,-358 3,0 1,0 1,26 7,-20-3,31 2,77 15,-66-10,-50-9,-1 1,0 1,0 1,0 0,-1 1,-1 1,20 15,46 25,-36-27,75 27,-109-46,-1-1,-1 2,1 0,-1 0,1 1,-2 0,1 0,-1 1,0 1,0-1,-1 2,13 14,-10-8,1-1,0 0,1-1,1-1,0 0,27 18,101 49,-72-44,65 24,-52-25,93 29,-3-1,-47-9,-108-48,-1 0,30 4,-33-7,-1 0,0 0,0 2,0 0,0 0,21 11,35 32,-47-31,-1-2,1 0,34 15,103 51,-5-1,64 13,-195-85,1-1,46 6,14 3,96 32,-51-4,-68-21,-26-9,53 15,-78-26,0 0,1 0,-1-1,0-1,0 0,18-1,-26 1,-1 0,1-1,-1 1,1 0,-1-1,0 1,1 0,-1-1,1 0,-1 1,0-1,0 0,1 0,-1 1,0-1,0 0,0 0,0 0,0-1,0 1,0 0,1-2,-2 2,0 0,0 0,0-1,0 1,0 0,0 0,0-1,-1 1,1 0,0 0,-1 0,1 0,-1-1,1 1,-1 0,1 0,-1 0,0 0,0 0,1 0,-1 1,0-1,0 0,0 0,0 0,-2 0,-7-6,-1 0,0 0,-1 1,1 1,-18-6,-64-15,88 24,-220-38,175 32,40 7,-97-12,93 12,-1 1,1 1,0 0,-1 0,-18 5,30-5,-1 0,0 1,1-1,-1 1,1 0,-1 0,1 0,0 0,0 0,0 1,0-1,0 1,-4 6,2-2,1 0,0 0,1 1,0 0,-4 11,-52 141,44-124,3 0,-10 43,-17 47,24-91,6-14,1 0,0 0,-6 33,6-21,-1 0,-2 0,-24 52,-12 31,2 56,5-18,-33 113,68-246,1 0,-2 29,5-37,0 0,0 0,-1 0,-1-1,0 1,-1-1,0 1,-1-1,-12 20,8-18,-11 14,0 2,-18 39,31-52,-33 67,5 2,-36 128,64-185,-1 0,0-1,-3 0,0-1,-2 0,-29 48,-5-13,32-45,1 1,0 0,2 1,0 1,1 0,-15 39,22-45,-2 12,-2-1,-1 0,-1-1,-26 47,-155 236,174-277,2 0,1 0,-18 60,18-50,-30 65,16-50,-42 73,-9 10,70-117,1 0,1 1,-7 38,9-39,0 1,-1-1,-1 0,-12 24,-45 54,46-74,2 0,0 1,-18 43,-46 164,61-175,2 1,3 0,-8 78,10-42,-11 169,24 46,0-288,0 0,2 0,9 38,-9-47,1-1,0 1,1-1,1 0,0 0,0-1,13 17,14 14,-2 2,34 62,-57-95,0 1,1-1,0-1,1 0,0 0,0-1,17 11,11 11,-33-26,1-1,0 0,0-1,0 1,0-1,1 0,-1-1,1 0,13 3,2-1,38 1,-26-4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32:36.641"/>
    </inkml:context>
    <inkml:brush xml:id="br0">
      <inkml:brushProperty name="width" value="0.5" units="cm"/>
      <inkml:brushProperty name="height" value="1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1,'15'1,"-1"1,0 1,1 0,-1 1,-1 1,24 10,20 7,-26-11,33 17,-39-16,1-1,43 13,-29-13,-1 1,39 19,-66-25,-1 0,1 1,-1 0,-1 1,18 15,40 53,-51-56,1 0,1-1,34 28,-42-39,2 1,-1 0,18 18,-25-23,-2 1,1 0,-1 0,1 0,-1 0,-1 0,1 1,-1-1,0 1,1 7,3 18,-2 1,-2 0,-1 1,-4 46,1-17,1-45,-1 0,0-1,-2 1,1-1,-7 16,-36 78,29-72,7-15,1-4,1 0,1 1,1-1,-6 28,3-4,-3-1,-1 0,-2-1,-28 56,22-51,3-12,-38 58,37-64,1 0,-28 62,31-50,2 0,-14 83,19-81,-2 0,-27 72,-48 75,79-177,1 1,-5 21,7-22,-1 0,0 0,-9 19,4-16,0 1,2-1,0 1,1 1,0-1,1 1,1 0,1 0,-2 32,4-32,0-1,2 1,0 0,6 30,-5-42,-1 1,1-1,1 0,-1 1,1-1,0 0,0-1,0 1,1-1,0 1,-1-1,2 0,-1 0,0-1,1 1,0-1,-1 0,7 3,59 28,82 46,-115-57,1-1,2-1,65 23,-21-13,-2 3,124 70,149 100,-237-132,134 108,-149-104,-3-6,-44-32,-1 2,49 48,-86-70,1-1,0 0,2-1,0-2,42 24,-52-33,-1 0,1 1,-1 0,0 0,-1 2,0-1,0 1,0 0,-1 1,0 0,-1 0,0 1,0 0,-1 0,9 21,-8-11,-1-1,-1 1,-1 1,-1-1,1 32,-7 108,-1-59,4-85,1-9,-1 1,0 0,-1 0,1-1,-2 1,1-1,-1 1,0-1,-3 8,-7 8,2 0,-14 46,22-58,0-1,0 1,1 0,0-1,1 1,1 0,-1 0,2 0,3 15,13 71,-15-69,2 0,2-1,13 40,52 79,-19-42,-48-92,-1 0,0 0,2 16,-5-21,0 1,1 0,0 0,1 0,0-1,0 0,0 1,1-1,0 0,0-1,6 7,13 11,0 2,21 31,-37-45,0 0,-1 0,0 0,-1 1,0 0,-1 0,0 0,1 16,-1 11,-2 71,-3-74,2-1,8 57,1-21,-2 1,-3 104,-4-143,2 0,8 37,3 26,-9 277,-7-212,2 712,3-816,13 77,2 41,-14-126,2-1,18 70,-11-63,7 77,-16-93,2 0,1-1,3 0,0 0,19 41,-19-53,-2 0,0 1,-2 1,-1-1,2 35,-6 146,-4-105,3-79,-2-1,0 1,-2-1,0 0,-2 0,-1-1,0 1,-2-2,-1 1,-1-1,-18 28,21-36,0 0,1 1,0 0,-6 20,9-21,0-1,-2 0,0 0,0-1,-1 0,-12 17,-6-2,-33 28,-9 10,14-1,41-47,-1 0,-1-1,-1 0,0-2,-22 18,-67 49,73-56,20-17,0 0,0-1,-20 8,20-10,0 1,0 0,0 0,-12 11,6 0,-24 29,32-33,-1-2,0 1,-1-1,0-1,-1 0,-22 14,0-6,23-13,-1 0,1 1,0 1,1-1,0 2,0 0,1 0,0 0,-9 11,1 4,-1-1,-2-1,0-1,0 0,-2-2,-29 19,-209 136,233-152,-1-1,-1-1,-1-2,-60 26,82-41,-1 1,2 0,-1 0,0 1,1 0,-1 0,1 1,0 0,0 0,1 1,0-1,0 1,0 1,-5 6,8-7,-2 0,1-1,-1 1,1-1,-9 6,-8 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48:39.955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11079 1610,'-47'-2,"-1"-1,-54-12,-91-30,144 30,29 9,-40-8,-9 2,-78-25,-12 7,79 17,56 9,0 0,1-1,-36-12,-137-49,157 57,0 1,0 2,-50-1,-363 6,193 4,-792-3,1002 2,1 3,-84 19,8-1,-161-2,-2-23,105-1,-1549 3,1684 2,-69 12,-9 2,-352-10,269-8,-687 2,842-4,0-2,0-2,-97-28,94 20,-1 3,0 3,-64-5,91 14,-19 0,-64-10,18-1,-1 4,-116 6,209 2,-19-1,-1-1,1-2,-25-5,19 2,-34-2,-295 4,208 7,98-5,-72-11,-17-3,61 16,44 1,0-2,-65-10,22-3,-27-6,-65-22,165 41,0 1,0 0,0 1,0-1,-1 1,1 0,0 1,0-1,0 1,0 0,-7 2,10-2,-1 0,1 1,-1-1,1 1,0 0,0 0,-1 0,1 0,1 0,-1 0,0 0,0 1,1-1,-1 1,1-1,0 1,0-1,0 1,0 0,1 0,-1-1,0 6,-32 147,-2 11,4-32,19-88,2 0,-5 52,-4 25,12-83,-6 75,14 151,19-376,-11 69,6-20,5-33,-14 63,2 1,1 1,23-52,-20 54,-1 1,-2-1,0-1,7-49,1-10,-10 58,3-33,8-67,-9 72,3-72,-13 0,2-57,0 183,-1-1,1 1,-1-1,1 1,0-1,1 1,-1 0,1 0,-1 0,1-1,0 2,0-1,0 0,0 0,1 1,-1-1,1 1,0-1,-1 1,1 0,0 0,0 1,0-1,5-1,7-3,1 2,-1 0,1 1,20-2,5-2,-18 2,-1-1,-1-2,1 0,-1-2,0 0,-1-1,28-20,-19 13,2 2,0 2,59-20,-12 5,-16 5,-4 3,-2-3,104-60,-112 54,60-26,-49 26,-43 21,26-19,-32 20,0 0,1 1,0 1,0-1,23-7,0 4,-13 4,38-15,108-64,-159 80,-1-1,1 0,-1-1,11-12,17-14,-14 18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48:46.039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 4731,'-32'-371,"8"167,8-418,16 613,2-15,1-1,1 0,10-31,-8 30,-3 15,0 0,0 0,1 0,1 1,0 0,0-1,1 2,0-1,0 1,1 0,1 0,-1 1,1 0,1 1,0-1,9-5,-7 5,-1 1,1 1,0 0,0 0,1 1,0 0,0 1,0 0,14-1,44-7,130-17,-104 14,12-2,-88 14,0-1,0-1,0 0,20-10,40-11,-26 12,-12 3,1 2,59-6,-27 7,1-2,-2-4,0-4,72-26,-65 14,38-12,-82 30,1 2,-1 1,1 2,45-1,-31 3,-1-2,0-3,53-16,21-4,590-92,-707 121,129-15,141-36,-216 33,-42 12,0 0,1 2,29-4,81 4,-78 4,74-9,-83 3,-2 1,42-11,286-69,-190 62,5-2,-7-2,83-16,-103 19,-114 19,-26 3,1-1,-1-1,0-1,0 0,31-17,76-55,-89 54,13-9,-22 13,1 2,60-30,-73 42,-1-1,1-1,-1 0,-1-1,0-1,0 0,0 0,-2-1,1-1,-1 0,-1-1,0 0,-1 0,10-21,-14 25,0 1,1 0,-1 0,2 1,-1 0,1 0,12-10,4 0,31-17,-37 24,0-1,-1 0,0-1,26-25,-20 11,-15 17,0 0,0 0,1 1,0 1,1-1,0 1,16-9,34-12,-29 16,28-18,-9-2,-28 17,0 2,1 1,41-17,-24 16,0-2,-1-1,-1-2,36-23,-47 23,2 2,-1 0,2 2,0 1,42-13,184-55,-60 4,-159 60,15-3,90-24,56 0,-197 44,159-38,-155 37,-1 1,1-2,-1 1,0 0,0-1,0 1,1-1,-2 0,1 0,0 0,0 0,-1-1,4-3,-5 5,0 0,0-1,0 1,-1 0,1-1,0 1,-1-1,1 1,-1-1,0 1,1-1,-1 1,0-1,0 1,0-1,0 1,0-1,0 1,-1-1,1 1,0-1,-1 1,1 0,-1-1,0 1,1-1,-1 1,0 0,0 0,0-1,0 1,0 0,-1-2,-6-4,0 1,0-1,0 1,0 1,-1-1,0 2,-13-6,-73-23,61 23,-34-13,-97-45,48 16,-167-51,30 9,-60-18,92 52,172 50,0 2,-81-3,-181 16,301-6,6 1,0 0,0 0,0 0,0 1,0-1,0 1,0 0,-7 3,12-4,0 0,0 0,0 0,-1 1,1-1,0 0,0 0,0 0,0 0,-1 1,1-1,0 0,0 0,0 0,0 1,0-1,0 0,0 0,0 0,0 1,0-1,0 0,0 0,0 1,0-1,0 0,0 0,0 0,0 1,0-1,0 0,0 0,0 0,0 1,0-1,0 0,1 0,-1 0,0 1,0-1,0 0,0 0,1 0,-1 0,0 1,0-1,0 0,0 0,1 0,-1 0,0 0,10 8,-1 0,1-1,0 0,1-1,-1 0,14 4,74 26,-95-35,398 114,-30-33,-248-50,57 11,-96-26,148 50,-198-57,1-1,45 5,22 4,-53-8,-31-7,-1 0,1 2,-1 0,0 1,19 9,-6 3,43 34,-17-10,-47-36,-1 1,0 0,0 0,-1 1,0 0,0 0,-1 1,0 0,-1 0,0 0,0 1,-1-1,0 1,-1 0,0 0,3 20,-2 4,-1 1,-2 0,-7 63,-2-41,-2-1,-3 0,-24 63,28-90,-4 3,-1 0,-1-1,-2-1,-20 29,17-30,2 2,1 0,-21 54,30-60,2-5,0 0,-2-1,0 0,-19 30,3-10,3 1,-22 54,-26 48,62-131,1 1,1 0,0 0,0 0,2 1,-4 14,2 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48:54.924"/>
    </inkml:context>
    <inkml:brush xml:id="br0">
      <inkml:brushProperty name="width" value="0.5" units="cm"/>
      <inkml:brushProperty name="height" value="1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3T15:49:06.331"/>
    </inkml:context>
    <inkml:brush xml:id="br0">
      <inkml:brushProperty name="width" value="0.5" units="cm"/>
      <inkml:brushProperty name="height" value="1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0 452,'6'0,"-1"2,1-1,-1 0,0 1,1 0,-1 1,0-1,0 1,0 0,7 5,12 7,-9-7,-1 1,1 0,-2 2,1-1,-1 2,-1-1,0 2,14 18,-5-1,-2 1,29 61,-4-4,39 92,-79-170,0 1,1-1,0 0,1 0,0-1,1 0,-1 0,2 0,-1-1,1 0,1 0,17 12,28 14,-32-22,-2 2,1 0,18 18,8 13,47 43,-82-76,0 0,-1 0,-1 1,0 1,14 24,10 14,-24-36,0 1,12 31,-15-32,1 0,0-1,17 25,0-8,-6-10,0 1,-2 1,-1 1,-1 0,22 52,74 204,-96-246,-1 2,-1 0,-3 0,-1 1,-2 1,-1-1,1 65,-7-90,0 10,0 1,7 37,-5-53,0-1,0 0,0 0,1 0,0 0,1 0,-1-1,1 1,0-1,1 0,0 0,7 7,0-1,1-1,0-1,16 10,-24-17,0 0,0-1,0 0,0 0,0 0,1 0,-1-1,0 0,1 0,0 0,-1-1,1 0,7 0,56-10,144-10,223 19,-197 3,-228-2,1 0,-1-1,0 0,0-1,0 0,12-5,-19 6,-1 0,1-1,-1 0,0 1,0-1,0-1,0 1,0 0,0-1,0 1,-1-1,1 0,-1 0,0 0,0 0,0 0,0-1,-1 1,1 0,-1-1,0 1,1-5,-1 1,0 0,0 0,-1 0,0-1,0 1,-1 0,0 0,0 0,-3-10,-4-6,-15-33,6 17,5 10,-29-50,34 66,-2 1,1 1,-2 0,0 0,0 0,-14-10,3 5,2-2,-1 0,2-1,1 0,0-2,1 0,1-1,2 0,0-1,-13-32,-76-194,65 144,29 82,5 15,0-1,0 1,-1-1,0 1,-9-14,-6-3,-17-31,30 45,1 0,0 0,0 0,2-1,-1 0,-1-12,-4-31,-17-93,19 119,-2 0,-23-55,9 30,2-1,-16-65,31 93,2 0,1 0,0-31,4 38,-2 0,0 1,-2-1,0 0,-1 1,-1 0,-11-28,-17-27,13 28,-2 2,-37-59,41 74,15 23,-1 0,0 0,0 0,0 0,-1 1,1 0,-1 0,-1 0,1 0,-1 1,0 0,-6-4,-50-24,-38-18,84 43,0 2,0 0,-1 1,-29-4,-9 4,-1 2,-75 8,103-2,-32 9,35-7,-48 5,-16-10,52-1,-54 6,79-5,0 2,0 0,0 0,0 1,0 0,1 1,-1 1,-12 8,14-8,1 1,0 1,0-1,1 1,0 1,1-1,-1 1,2 1,-1-1,1 1,1 1,0-1,-4 11,4-5,1 0,1 0,0 1,1-1,0 1,2-1,0 1,3 24,-2-33,1-1,0 0,0 0,1 0,-1 0,2 0,-1 0,5 6,39 50,-28-39,6 9,1-1,2-2,1 0,1-2,65 47,-14-21,-52-32,1-2,1-1,1-1,47 18,-9-10,65 21,-102-35,-1 1,37 22,-1-2,-58-28,0 1,0 0,0 1,-1 0,0 0,-1 1,1 0,-2 0,1 1,-1 0,11 19,1 6,-2 1,15 42,-27-64,12 34,-2 1,-2 0,8 54,-16-77,1 0,18 45,-15-45,0 0,8 43,-13-25,-2 84,-1-16,-1-104,1-1,-1 1,1-1,0 1,1-1,0 0,0 1,0-1,0 0,1 0,0-1,1 1,-1 0,1-1,0 0,0 0,9 8,1-2,0-1,0 0,1-1,25 11,66 20,-17-8,-73-24,29 18,-35-19,0-1,0 0,1-1,0 0,0 0,21 5,-20-9,-1 0,1 0,-1-1,1 0,-1-1,0 0,1-1,18-6,7-4,44-22,-4 2,-40 20,-10 3,49-24,-69 30,0-1,-1 0,1-1,-1 0,0 0,0 0,-1-1,1 1,-1-1,-1-1,8-11,-1-4,-2-1,0-1,-1 0,-1 0,-2 0,4-32,-5 12,-2 0,-6-76,2 110,1 1,-1-1,-1 0,0 1,0 0,-1-1,0 2,0-1,-1 0,-11-14,6 11,0 0,-1 0,-1 2,1-1,-2 1,-13-8,18 12,0-1,1 0,0 0,0 0,1-1,0 0,-9-15,11 14,-2 1,1 0,-1 0,-1 0,1 1,-1 0,-14-11,-21-4,33 18,0-1,0 0,1 0,0 0,0-1,-14-13,-108-147,84 104,29 37,2 0,0-1,2 0,-18-51,25 57,1 0,1 0,0 0,0-22,1-84,2 14,-2 79,-10-37,7 37,-3-37,8-47,-1-9,0 104,0 1,-2-1,-10-34,8 40,0 1,-2 0,0 0,-1 0,0 1,-1 1,-1-1,0 2,0 0,-2 0,1 1,-1 0,-1 1,-26-14,35 21,0 1,0-1,-1 2,1-1,-1 0,0 1,1 0,-1 0,0 1,0 0,-6 0,-8 2,-37 8,-1 1,-158-6,32-3,82 13,5-1,-292-8,219-8,85 0,-103 5,180-3,0 1,0 0,0 1,0 0,1 0,-1 1,1-1,-1 2,1-1,0 1,-9 7,7-4,1 1,0 0,0 1,0-1,1 2,1-1,-8 14,3-5,1 2,1 0,0 0,2 0,0 1,2 0,0 0,1 1,1-1,0 26,4 199,1-82,1-125,1 0,15 64,-16-88,-1-4,1-1,-1 0,2 0,-1 0,2-1,-1 1,1-1,1 0,0 0,0-1,0 0,1 0,0 0,1-1,0 0,14 10,-3-4,-7-6,0 1,-1 0,0 1,0 0,-1 1,0 0,-1 0,0 1,9 15,29 50,63 77,-60-84,-38-53,-2 2,0-1,-1 1,-1 1,0 0,-2 0,8 35,-7-13,-2 0,0 72,-4-95,0-1,1 1,1-1,1 0,0 0,1 0,1 0,13 26,-9-18,-1 0,-1 0,5 33,7 24,28 52,22 71,-62-169,-2 0,3 63,-6-54,-2-36,0-1,0 0,1 1,0-1,0 0,1 0,0-1,0 1,1 0,0-1,0 0,1 0,0 0,0-1,0 1,1-1,0 0,1-1,-1 0,1 0,0 0,0-1,0 0,1 0,-1-1,1 0,0 0,0-1,14 3,23 4,8 3,1-2,90 4,597-14,-320-1,-379-1,0-2,0-1,0-2,-1-2,0-2,-1-2,45-20,-40 17,91-22,-126 35,-1 0,1-1,-1 0,1 0,-1-1,-1-1,1 1,-1-2,0 1,0-1,0 0,10-14,-11 12,0 0,0 0,-1-1,0 0,-1 0,-1-1,1 1,-1-1,-1 0,0 0,1-14,-2-3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858A36-50D2-422B-A53F-ADAE1C0E316B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41630-80E7-4C3E-8D60-74991CCFC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59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0237F-4177-4A07-A9E0-C88C76C71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3E3A3-ED42-448A-8FDA-57D55D314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19692-A13D-4BC2-AB6D-5FD3BAC57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AB4E-85D5-44B3-BD41-F458BF65CDFB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A4052-CB3E-486A-A01D-7B3A7A4F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B6908-47EE-4B47-8C0D-F1CD0016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3C154-6AE8-4108-B638-C75A633E3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5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3D705-3199-4E0D-A9C4-1CDE2D13D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F9D1C-7B94-453E-B453-1DD3A5656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0CBC4-3A2C-424B-833F-31488A5C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AB4E-85D5-44B3-BD41-F458BF65CDFB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90BE6-8AD9-4FFD-82E2-24D21F01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8C0EF-9060-4164-9638-26DECA3E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3C154-6AE8-4108-B638-C75A633E3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49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B125E-E693-4778-84D8-04A003C0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2E0DF-1A7A-4A22-B6BF-A1BCD705F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07F9C-659A-4AA5-8A98-B89FAB3B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AB4E-85D5-44B3-BD41-F458BF65CDFB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04CE1-041D-4924-8660-045D9AE8F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1A461-3673-486D-90DF-877FF0C51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3C154-6AE8-4108-B638-C75A633E3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76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4369C-D818-41C6-AF11-4846865D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D6D5E-7FA5-44FD-A529-93AFB1220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D38C0-8BC1-4446-982D-48EBF7BC2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AE376-3382-4EC1-BA5A-E527E474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AB4E-85D5-44B3-BD41-F458BF65CDFB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50AF7-6735-43FD-A179-56E845D17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90EB6-3189-4CF4-9118-24E5111EA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3C154-6AE8-4108-B638-C75A633E3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06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64606-A749-4FD0-B1EC-1CAD38A93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D532E-1E75-40D8-AD8E-9948E1CBE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0E121-5613-4131-911F-A76F80945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A4981-683B-4A59-8400-DD90B1268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604726-A4D6-4B19-9E1A-6205970D2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6DB5E5-FA1D-4832-9EEE-BB3E6E30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AB4E-85D5-44B3-BD41-F458BF65CDFB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827EB4-6974-4A18-9BA4-97A1DFDE2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4FA320-AAD5-4D51-BA6E-22CF222B3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3C154-6AE8-4108-B638-C75A633E3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7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9A2DF-F614-42D0-A7D2-AFC283EC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656E69-E36B-424B-9D11-58CE9C290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AB4E-85D5-44B3-BD41-F458BF65CDFB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83B9E-59D9-4DDD-8F3E-B5D69C2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A8BF5-C45A-4229-B94C-9A59D5898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3C154-6AE8-4108-B638-C75A633E3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21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F9516C-D321-4A4F-8AB8-F5948A5C9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AB4E-85D5-44B3-BD41-F458BF65CDFB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0C3CD-DD24-42CB-B524-69A559D2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8A3DC-503D-4078-B3C5-FBA9359A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3C154-6AE8-4108-B638-C75A633E3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91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61BCB-C661-4AFF-967E-AC96C6E69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13507-53C0-4A90-8D27-A43714910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64E8B-E1F9-4D71-9F53-DBB5566E7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BEBF2-FDCA-41F0-B3B0-682EE246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AB4E-85D5-44B3-BD41-F458BF65CDFB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F1D01-06E0-4776-A429-9787D1B5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EB4B3-E6DD-4585-8CAE-480546B89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3C154-6AE8-4108-B638-C75A633E3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4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A374-F369-4640-A287-5233C8B2F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2F0784-99ED-442B-A36E-5B58EAE5C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47C6A-B87D-4EB5-8491-34567B54A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EF3AE-CF9C-427A-993B-107E1DD1B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AB4E-85D5-44B3-BD41-F458BF65CDFB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3CF81-F98F-4C92-A78B-83CC461C7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40994-FA3B-4A76-B787-557A9D1C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3C154-6AE8-4108-B638-C75A633E3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84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43CD8-D085-4A33-85D0-A1D6A02B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DF101-C7F0-4005-8E74-DDE7E9FEA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0B1CF-BF76-4FAE-9620-724BAA8C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AB4E-85D5-44B3-BD41-F458BF65CDFB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908E1-0A70-488A-86DB-5A123DE7A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D7F21-9701-41FE-BDD5-0B2840997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3C154-6AE8-4108-B638-C75A633E3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74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C185A0-0CB1-48AD-BE32-DBEB4B378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2D4B2-FF4E-4E89-9C87-5B55F6980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8D9EA-F468-40F4-B72F-28FBF03D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1AB4E-85D5-44B3-BD41-F458BF65CDFB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D87EC-C8CE-4112-83C5-454E04A7E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298F0-F661-4E0C-AF23-E30E0691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3C154-6AE8-4108-B638-C75A633E3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2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312B4-8CF9-4FB2-9173-2DC25B626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43157-3C76-46FE-9A7F-344C49897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90660-0621-4E63-ADD2-82FB0DB64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1AB4E-85D5-44B3-BD41-F458BF65CDFB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DDBA8-F737-4A39-8D9A-CFCB09F44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0CFE-4B1A-49F2-A1AE-50596F4A2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3C154-6AE8-4108-B638-C75A633E3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71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vchlWftt80" TargetMode="External"/><Relationship Id="rId2" Type="http://schemas.openxmlformats.org/officeDocument/2006/relationships/hyperlink" Target="https://www.youtube.com/watch?v=_uuMpVf2R8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9.png"/><Relationship Id="rId4" Type="http://schemas.openxmlformats.org/officeDocument/2006/relationships/customXml" Target="../ink/ink1.xml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customXml" Target="../ink/ink9.xml"/><Relationship Id="rId18" Type="http://schemas.openxmlformats.org/officeDocument/2006/relationships/image" Target="../media/image20.png"/><Relationship Id="rId3" Type="http://schemas.openxmlformats.org/officeDocument/2006/relationships/customXml" Target="../ink/ink4.xml"/><Relationship Id="rId21" Type="http://schemas.openxmlformats.org/officeDocument/2006/relationships/customXml" Target="../ink/ink13.xml"/><Relationship Id="rId7" Type="http://schemas.openxmlformats.org/officeDocument/2006/relationships/customXml" Target="../ink/ink6.xml"/><Relationship Id="rId12" Type="http://schemas.openxmlformats.org/officeDocument/2006/relationships/image" Target="../media/image17.png"/><Relationship Id="rId17" Type="http://schemas.openxmlformats.org/officeDocument/2006/relationships/customXml" Target="../ink/ink11.xml"/><Relationship Id="rId25" Type="http://schemas.openxmlformats.org/officeDocument/2006/relationships/image" Target="../media/image12.png"/><Relationship Id="rId2" Type="http://schemas.openxmlformats.org/officeDocument/2006/relationships/image" Target="../media/image7.pn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customXml" Target="../ink/ink8.xml"/><Relationship Id="rId24" Type="http://schemas.openxmlformats.org/officeDocument/2006/relationships/image" Target="../media/image23.png"/><Relationship Id="rId5" Type="http://schemas.openxmlformats.org/officeDocument/2006/relationships/customXml" Target="../ink/ink5.xml"/><Relationship Id="rId15" Type="http://schemas.openxmlformats.org/officeDocument/2006/relationships/customXml" Target="../ink/ink10.xml"/><Relationship Id="rId23" Type="http://schemas.openxmlformats.org/officeDocument/2006/relationships/customXml" Target="../ink/ink14.xml"/><Relationship Id="rId10" Type="http://schemas.openxmlformats.org/officeDocument/2006/relationships/image" Target="../media/image16.png"/><Relationship Id="rId19" Type="http://schemas.openxmlformats.org/officeDocument/2006/relationships/customXml" Target="../ink/ink12.xml"/><Relationship Id="rId4" Type="http://schemas.openxmlformats.org/officeDocument/2006/relationships/image" Target="../media/image13.png"/><Relationship Id="rId9" Type="http://schemas.openxmlformats.org/officeDocument/2006/relationships/customXml" Target="../ink/ink7.xml"/><Relationship Id="rId14" Type="http://schemas.openxmlformats.org/officeDocument/2006/relationships/image" Target="../media/image18.png"/><Relationship Id="rId22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28.png"/><Relationship Id="rId18" Type="http://schemas.openxmlformats.org/officeDocument/2006/relationships/customXml" Target="../ink/ink22.xml"/><Relationship Id="rId26" Type="http://schemas.openxmlformats.org/officeDocument/2006/relationships/image" Target="../media/image24.png"/><Relationship Id="rId21" Type="http://schemas.openxmlformats.org/officeDocument/2006/relationships/image" Target="../media/image32.png"/><Relationship Id="rId7" Type="http://schemas.openxmlformats.org/officeDocument/2006/relationships/image" Target="../media/image25.png"/><Relationship Id="rId12" Type="http://schemas.openxmlformats.org/officeDocument/2006/relationships/customXml" Target="../ink/ink19.xml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2" Type="http://schemas.openxmlformats.org/officeDocument/2006/relationships/customXml" Target="../ink/ink15.xml"/><Relationship Id="rId16" Type="http://schemas.openxmlformats.org/officeDocument/2006/relationships/customXml" Target="../ink/ink21.xml"/><Relationship Id="rId20" Type="http://schemas.openxmlformats.org/officeDocument/2006/relationships/customXml" Target="../ink/ink2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6.xml"/><Relationship Id="rId11" Type="http://schemas.openxmlformats.org/officeDocument/2006/relationships/image" Target="../media/image27.png"/><Relationship Id="rId24" Type="http://schemas.openxmlformats.org/officeDocument/2006/relationships/customXml" Target="../ink/ink25.xml"/><Relationship Id="rId5" Type="http://schemas.openxmlformats.org/officeDocument/2006/relationships/image" Target="../media/image7.png"/><Relationship Id="rId15" Type="http://schemas.openxmlformats.org/officeDocument/2006/relationships/image" Target="../media/image29.png"/><Relationship Id="rId23" Type="http://schemas.openxmlformats.org/officeDocument/2006/relationships/image" Target="../media/image33.png"/><Relationship Id="rId10" Type="http://schemas.openxmlformats.org/officeDocument/2006/relationships/customXml" Target="../ink/ink18.xml"/><Relationship Id="rId19" Type="http://schemas.openxmlformats.org/officeDocument/2006/relationships/image" Target="../media/image31.png"/><Relationship Id="rId4" Type="http://schemas.openxmlformats.org/officeDocument/2006/relationships/image" Target="../media/image150.png"/><Relationship Id="rId9" Type="http://schemas.openxmlformats.org/officeDocument/2006/relationships/image" Target="../media/image26.png"/><Relationship Id="rId14" Type="http://schemas.openxmlformats.org/officeDocument/2006/relationships/customXml" Target="../ink/ink20.xml"/><Relationship Id="rId22" Type="http://schemas.openxmlformats.org/officeDocument/2006/relationships/customXml" Target="../ink/ink2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image" Target="../media/image7.png"/><Relationship Id="rId7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5" Type="http://schemas.openxmlformats.org/officeDocument/2006/relationships/image" Target="../media/image37.png"/><Relationship Id="rId4" Type="http://schemas.openxmlformats.org/officeDocument/2006/relationships/customXml" Target="../ink/ink26.xml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3" Type="http://schemas.openxmlformats.org/officeDocument/2006/relationships/image" Target="../media/image7.png"/><Relationship Id="rId7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5" Type="http://schemas.openxmlformats.org/officeDocument/2006/relationships/image" Target="../media/image40.png"/><Relationship Id="rId4" Type="http://schemas.openxmlformats.org/officeDocument/2006/relationships/customXml" Target="../ink/ink29.xml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35.xml"/><Relationship Id="rId18" Type="http://schemas.openxmlformats.org/officeDocument/2006/relationships/image" Target="../media/image54.png"/><Relationship Id="rId26" Type="http://schemas.openxmlformats.org/officeDocument/2006/relationships/customXml" Target="../ink/ink41.xml"/><Relationship Id="rId3" Type="http://schemas.openxmlformats.org/officeDocument/2006/relationships/image" Target="../media/image44.png"/><Relationship Id="rId21" Type="http://schemas.openxmlformats.org/officeDocument/2006/relationships/customXml" Target="../ink/ink39.xml"/><Relationship Id="rId7" Type="http://schemas.openxmlformats.org/officeDocument/2006/relationships/customXml" Target="../ink/ink32.xml"/><Relationship Id="rId12" Type="http://schemas.openxmlformats.org/officeDocument/2006/relationships/image" Target="../media/image51.png"/><Relationship Id="rId17" Type="http://schemas.openxmlformats.org/officeDocument/2006/relationships/customXml" Target="../ink/ink37.xml"/><Relationship Id="rId25" Type="http://schemas.openxmlformats.org/officeDocument/2006/relationships/image" Target="../media/image48.png"/><Relationship Id="rId2" Type="http://schemas.openxmlformats.org/officeDocument/2006/relationships/image" Target="../media/image43.png"/><Relationship Id="rId16" Type="http://schemas.openxmlformats.org/officeDocument/2006/relationships/image" Target="../media/image53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customXml" Target="../ink/ink34.xml"/><Relationship Id="rId24" Type="http://schemas.openxmlformats.org/officeDocument/2006/relationships/image" Target="../media/image57.png"/><Relationship Id="rId5" Type="http://schemas.openxmlformats.org/officeDocument/2006/relationships/image" Target="../media/image46.png"/><Relationship Id="rId15" Type="http://schemas.openxmlformats.org/officeDocument/2006/relationships/customXml" Target="../ink/ink36.xml"/><Relationship Id="rId23" Type="http://schemas.openxmlformats.org/officeDocument/2006/relationships/customXml" Target="../ink/ink40.xml"/><Relationship Id="rId10" Type="http://schemas.openxmlformats.org/officeDocument/2006/relationships/image" Target="../media/image50.png"/><Relationship Id="rId19" Type="http://schemas.openxmlformats.org/officeDocument/2006/relationships/customXml" Target="../ink/ink38.xml"/><Relationship Id="rId4" Type="http://schemas.openxmlformats.org/officeDocument/2006/relationships/image" Target="../media/image45.png"/><Relationship Id="rId9" Type="http://schemas.openxmlformats.org/officeDocument/2006/relationships/customXml" Target="../ink/ink33.xml"/><Relationship Id="rId14" Type="http://schemas.openxmlformats.org/officeDocument/2006/relationships/image" Target="../media/image52.png"/><Relationship Id="rId22" Type="http://schemas.openxmlformats.org/officeDocument/2006/relationships/image" Target="../media/image56.png"/><Relationship Id="rId27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48.png"/><Relationship Id="rId18" Type="http://schemas.openxmlformats.org/officeDocument/2006/relationships/customXml" Target="../ink/ink47.xml"/><Relationship Id="rId26" Type="http://schemas.openxmlformats.org/officeDocument/2006/relationships/customXml" Target="../ink/ink51.xml"/><Relationship Id="rId3" Type="http://schemas.openxmlformats.org/officeDocument/2006/relationships/customXml" Target="../ink/ink42.xml"/><Relationship Id="rId21" Type="http://schemas.openxmlformats.org/officeDocument/2006/relationships/image" Target="../media/image71.png"/><Relationship Id="rId7" Type="http://schemas.openxmlformats.org/officeDocument/2006/relationships/customXml" Target="../ink/ink44.xml"/><Relationship Id="rId12" Type="http://schemas.openxmlformats.org/officeDocument/2006/relationships/image" Target="../media/image66.png"/><Relationship Id="rId17" Type="http://schemas.openxmlformats.org/officeDocument/2006/relationships/image" Target="../media/image69.png"/><Relationship Id="rId25" Type="http://schemas.openxmlformats.org/officeDocument/2006/relationships/image" Target="../media/image73.png"/><Relationship Id="rId2" Type="http://schemas.openxmlformats.org/officeDocument/2006/relationships/image" Target="../media/image58.png"/><Relationship Id="rId16" Type="http://schemas.openxmlformats.org/officeDocument/2006/relationships/customXml" Target="../ink/ink46.xml"/><Relationship Id="rId20" Type="http://schemas.openxmlformats.org/officeDocument/2006/relationships/customXml" Target="../ink/ink48.xml"/><Relationship Id="rId29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5.png"/><Relationship Id="rId24" Type="http://schemas.openxmlformats.org/officeDocument/2006/relationships/customXml" Target="../ink/ink50.xml"/><Relationship Id="rId5" Type="http://schemas.openxmlformats.org/officeDocument/2006/relationships/customXml" Target="../ink/ink43.xml"/><Relationship Id="rId15" Type="http://schemas.openxmlformats.org/officeDocument/2006/relationships/image" Target="../media/image67.png"/><Relationship Id="rId23" Type="http://schemas.openxmlformats.org/officeDocument/2006/relationships/image" Target="../media/image72.png"/><Relationship Id="rId28" Type="http://schemas.openxmlformats.org/officeDocument/2006/relationships/customXml" Target="../ink/ink52.xml"/><Relationship Id="rId10" Type="http://schemas.openxmlformats.org/officeDocument/2006/relationships/image" Target="../media/image64.png"/><Relationship Id="rId19" Type="http://schemas.openxmlformats.org/officeDocument/2006/relationships/image" Target="../media/image70.png"/><Relationship Id="rId31" Type="http://schemas.openxmlformats.org/officeDocument/2006/relationships/image" Target="../media/image76.png"/><Relationship Id="rId4" Type="http://schemas.openxmlformats.org/officeDocument/2006/relationships/image" Target="../media/image61.png"/><Relationship Id="rId9" Type="http://schemas.openxmlformats.org/officeDocument/2006/relationships/image" Target="../media/image60.png"/><Relationship Id="rId14" Type="http://schemas.openxmlformats.org/officeDocument/2006/relationships/customXml" Target="../ink/ink45.xml"/><Relationship Id="rId22" Type="http://schemas.openxmlformats.org/officeDocument/2006/relationships/customXml" Target="../ink/ink49.xml"/><Relationship Id="rId27" Type="http://schemas.openxmlformats.org/officeDocument/2006/relationships/image" Target="../media/image74.png"/><Relationship Id="rId30" Type="http://schemas.openxmlformats.org/officeDocument/2006/relationships/customXml" Target="../ink/ink5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3" Type="http://schemas.openxmlformats.org/officeDocument/2006/relationships/image" Target="../media/image67.jpeg"/><Relationship Id="rId7" Type="http://schemas.openxmlformats.org/officeDocument/2006/relationships/image" Target="../media/image7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.xml"/><Relationship Id="rId5" Type="http://schemas.openxmlformats.org/officeDocument/2006/relationships/image" Target="../media/image78.png"/><Relationship Id="rId4" Type="http://schemas.openxmlformats.org/officeDocument/2006/relationships/customXml" Target="../ink/ink54.xml"/><Relationship Id="rId9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customXml" Target="../ink/ink5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customXml" Target="../ink/ink58.xml"/><Relationship Id="rId7" Type="http://schemas.openxmlformats.org/officeDocument/2006/relationships/customXml" Target="../ink/ink60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customXml" Target="../ink/ink59.xml"/><Relationship Id="rId10" Type="http://schemas.openxmlformats.org/officeDocument/2006/relationships/image" Target="../media/image85.png"/><Relationship Id="rId4" Type="http://schemas.openxmlformats.org/officeDocument/2006/relationships/image" Target="../media/image82.png"/><Relationship Id="rId9" Type="http://schemas.openxmlformats.org/officeDocument/2006/relationships/customXml" Target="../ink/ink6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customXml" Target="../ink/ink62.xml"/><Relationship Id="rId7" Type="http://schemas.openxmlformats.org/officeDocument/2006/relationships/image" Target="../media/image8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3.xml"/><Relationship Id="rId5" Type="http://schemas.openxmlformats.org/officeDocument/2006/relationships/image" Target="../media/image77.png"/><Relationship Id="rId10" Type="http://schemas.openxmlformats.org/officeDocument/2006/relationships/image" Target="../media/image91.png"/><Relationship Id="rId4" Type="http://schemas.openxmlformats.org/officeDocument/2006/relationships/image" Target="../media/image87.png"/><Relationship Id="rId9" Type="http://schemas.openxmlformats.org/officeDocument/2006/relationships/customXml" Target="../ink/ink6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7.xml"/><Relationship Id="rId3" Type="http://schemas.openxmlformats.org/officeDocument/2006/relationships/image" Target="../media/image77.png"/><Relationship Id="rId7" Type="http://schemas.openxmlformats.org/officeDocument/2006/relationships/image" Target="../media/image9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6.xml"/><Relationship Id="rId11" Type="http://schemas.openxmlformats.org/officeDocument/2006/relationships/image" Target="../media/image95.png"/><Relationship Id="rId5" Type="http://schemas.openxmlformats.org/officeDocument/2006/relationships/image" Target="../media/image92.png"/><Relationship Id="rId10" Type="http://schemas.openxmlformats.org/officeDocument/2006/relationships/customXml" Target="../ink/ink68.xml"/><Relationship Id="rId4" Type="http://schemas.openxmlformats.org/officeDocument/2006/relationships/customXml" Target="../ink/ink65.xml"/><Relationship Id="rId9" Type="http://schemas.openxmlformats.org/officeDocument/2006/relationships/image" Target="../media/image9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hyperlink" Target="https://www.youtube.com/watch?v=bTtpKHgO8No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www.youtube.com/watch?v=UuGrBhK2c7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6BE7A-6AA6-444D-BA90-94A2B58FA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130"/>
            <a:ext cx="12192000" cy="955652"/>
          </a:xfrm>
        </p:spPr>
        <p:txBody>
          <a:bodyPr>
            <a:normAutofit fontScale="90000"/>
          </a:bodyPr>
          <a:lstStyle/>
          <a:p>
            <a:r>
              <a:rPr lang="en-US" sz="6600" b="1" dirty="0">
                <a:solidFill>
                  <a:srgbClr val="0070C0"/>
                </a:solidFill>
                <a:latin typeface="Algerian" panose="04020705040A02060702" pitchFamily="82" charset="0"/>
              </a:rPr>
              <a:t>CURRENTLY OCEAN CURRENTS!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BEA9A-290F-46E6-939E-E8F27596E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859867"/>
            <a:ext cx="12192000" cy="1984004"/>
          </a:xfrm>
        </p:spPr>
        <p:txBody>
          <a:bodyPr>
            <a:noAutofit/>
          </a:bodyPr>
          <a:lstStyle/>
          <a:p>
            <a:r>
              <a:rPr lang="en-US" sz="3600" b="1" u="sng" dirty="0">
                <a:solidFill>
                  <a:schemeClr val="accent2">
                    <a:lumMod val="75000"/>
                  </a:schemeClr>
                </a:solidFill>
              </a:rPr>
              <a:t>TARGET: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After 42 minutes I can… </a:t>
            </a:r>
          </a:p>
          <a:p>
            <a:r>
              <a:rPr lang="en-US" sz="4800" b="1" dirty="0">
                <a:solidFill>
                  <a:srgbClr val="002060"/>
                </a:solidFill>
              </a:rPr>
              <a:t>Identify specific ocean currents and their general temperatures.</a:t>
            </a:r>
          </a:p>
        </p:txBody>
      </p:sp>
      <p:pic>
        <p:nvPicPr>
          <p:cNvPr id="4" name="Picture 2" descr="Image result for eac finding nemo">
            <a:extLst>
              <a:ext uri="{FF2B5EF4-FFF2-40B4-BE49-F238E27FC236}">
                <a16:creationId xmlns:a16="http://schemas.microsoft.com/office/drawing/2014/main" id="{CDE814CA-25F3-44F8-BB1E-C1855C521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316" y="969781"/>
            <a:ext cx="7755368" cy="3890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235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FB15-BCDE-CA80-FA1B-4D0E83BF1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900" y="365125"/>
            <a:ext cx="7454900" cy="5908675"/>
          </a:xfrm>
        </p:spPr>
        <p:txBody>
          <a:bodyPr>
            <a:normAutofit fontScale="90000"/>
          </a:bodyPr>
          <a:lstStyle/>
          <a:p>
            <a:r>
              <a:rPr lang="en-US" sz="6700" b="1" u="sng" dirty="0">
                <a:solidFill>
                  <a:srgbClr val="0070C0"/>
                </a:solidFill>
              </a:rPr>
              <a:t>PHENOMENA:</a:t>
            </a:r>
            <a:br>
              <a:rPr lang="en-US" dirty="0"/>
            </a:b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In 1992, a cargo ship carrying bath toys got caught in a storm. Shipping containers washed overboard, and the waves swept 28,000 rubber ducks and other toys into the North Pacific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 </a:t>
            </a:r>
            <a:b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</a:b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But they didn't stick together -- the ducks have since washed up all over the world. </a:t>
            </a:r>
            <a:b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</a:br>
            <a:r>
              <a:rPr lang="en-US" sz="5300" b="1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How did this happen?</a:t>
            </a:r>
            <a:endParaRPr lang="en-US" sz="5300" b="1" dirty="0"/>
          </a:p>
        </p:txBody>
      </p:sp>
      <p:pic>
        <p:nvPicPr>
          <p:cNvPr id="1026" name="Picture 2" descr="gotta stim with em all!">
            <a:extLst>
              <a:ext uri="{FF2B5EF4-FFF2-40B4-BE49-F238E27FC236}">
                <a16:creationId xmlns:a16="http://schemas.microsoft.com/office/drawing/2014/main" id="{DD89B0D7-2B1D-9EC5-5027-498A5ECA0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0"/>
            <a:ext cx="4889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3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408F8B-34F9-C802-8FB4-63E924130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0080"/>
            <a:ext cx="5720316" cy="25556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latin typeface="Amasis MT Pro Black" panose="02040A04050005020304" pitchFamily="18" charset="0"/>
              </a:rPr>
              <a:t>BRAINSTORM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lbert Einstein Rubber Duck - Dive into Bath-Time Science! – Duck World">
            <a:extLst>
              <a:ext uri="{FF2B5EF4-FFF2-40B4-BE49-F238E27FC236}">
                <a16:creationId xmlns:a16="http://schemas.microsoft.com/office/drawing/2014/main" id="{4224DAD3-C159-F862-049C-1F3675117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3" r="2" b="1738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4491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F5AD-CEBE-A828-CE23-0079D7F8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9899"/>
            <a:ext cx="12192000" cy="638810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hlinkClick r:id="rId2"/>
              </a:rPr>
              <a:t>When Thousands of Rubber Ducks Were Accidentally Dumped into the Ocean (youtube.com)</a:t>
            </a:r>
            <a:br>
              <a:rPr lang="en-US" dirty="0"/>
            </a:br>
            <a:r>
              <a:rPr lang="en-US" dirty="0"/>
              <a:t>50 secs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>
                <a:hlinkClick r:id="rId3"/>
              </a:rPr>
              <a:t>The epic journey of the plastic ducks – YouTube</a:t>
            </a:r>
            <a:br>
              <a:rPr lang="en-US" dirty="0"/>
            </a:br>
            <a:r>
              <a:rPr lang="en-US" dirty="0"/>
              <a:t>3 mins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D6327-244A-FE29-DCDB-DFFB72395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723" y="1654086"/>
            <a:ext cx="7826553" cy="390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63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. Ocean Circulation Introduction | Weather and climate, Ocean current,  Circulation">
            <a:extLst>
              <a:ext uri="{FF2B5EF4-FFF2-40B4-BE49-F238E27FC236}">
                <a16:creationId xmlns:a16="http://schemas.microsoft.com/office/drawing/2014/main" id="{A5C1F654-DC83-4569-B34B-0BB58B78A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"/>
            <a:ext cx="12192000" cy="505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D8FF65-CFB6-4787-BFEB-33C5C6881A69}"/>
              </a:ext>
            </a:extLst>
          </p:cNvPr>
          <p:cNvSpPr txBox="1"/>
          <p:nvPr/>
        </p:nvSpPr>
        <p:spPr>
          <a:xfrm>
            <a:off x="274320" y="5164418"/>
            <a:ext cx="11750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DEFINE OCEAN CURRENT: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9D186-3BA5-407A-9D06-814EF6B2471B}"/>
              </a:ext>
            </a:extLst>
          </p:cNvPr>
          <p:cNvSpPr txBox="1"/>
          <p:nvPr/>
        </p:nvSpPr>
        <p:spPr>
          <a:xfrm>
            <a:off x="167640" y="5728037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Describes the MOTION of the Ocean</a:t>
            </a:r>
          </a:p>
        </p:txBody>
      </p:sp>
    </p:spTree>
    <p:extLst>
      <p:ext uri="{BB962C8B-B14F-4D97-AF65-F5344CB8AC3E}">
        <p14:creationId xmlns:p14="http://schemas.microsoft.com/office/powerpoint/2010/main" val="264238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B9B329-ABC4-439E-B5D9-5EF2A8C3681B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u="sng" dirty="0"/>
              <a:t>What are the 3 factors that drive Ocean Currents?</a:t>
            </a:r>
          </a:p>
        </p:txBody>
      </p:sp>
      <p:pic>
        <p:nvPicPr>
          <p:cNvPr id="2050" name="Picture 2" descr="GIF the current sea - animated GIF on GIFER">
            <a:extLst>
              <a:ext uri="{FF2B5EF4-FFF2-40B4-BE49-F238E27FC236}">
                <a16:creationId xmlns:a16="http://schemas.microsoft.com/office/drawing/2014/main" id="{5C8AD2E2-709E-42DD-B399-07BC2686844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3390"/>
            <a:ext cx="7040880" cy="5632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5C2131-22B5-4CF1-AB34-DB54DDFBD82B}"/>
              </a:ext>
            </a:extLst>
          </p:cNvPr>
          <p:cNvSpPr txBox="1"/>
          <p:nvPr/>
        </p:nvSpPr>
        <p:spPr>
          <a:xfrm>
            <a:off x="7040880" y="1173390"/>
            <a:ext cx="51511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US" sz="6000" b="1" u="sng" dirty="0">
                <a:solidFill>
                  <a:srgbClr val="00B050"/>
                </a:solidFill>
              </a:rPr>
              <a:t>Wind</a:t>
            </a:r>
          </a:p>
          <a:p>
            <a:pPr marL="742950" indent="-742950">
              <a:buAutoNum type="arabicPeriod"/>
            </a:pPr>
            <a:endParaRPr lang="en-US" sz="6000" b="1" u="sng" dirty="0">
              <a:solidFill>
                <a:srgbClr val="0070C0"/>
              </a:solidFill>
            </a:endParaRPr>
          </a:p>
          <a:p>
            <a:pPr marL="742950" indent="-742950">
              <a:buAutoNum type="arabicPeriod"/>
            </a:pPr>
            <a:r>
              <a:rPr lang="en-US" sz="6000" b="1" u="sng" dirty="0">
                <a:solidFill>
                  <a:srgbClr val="FF0000"/>
                </a:solidFill>
              </a:rPr>
              <a:t>Density Differences</a:t>
            </a:r>
          </a:p>
          <a:p>
            <a:pPr marL="742950" indent="-742950">
              <a:buAutoNum type="arabicPeriod"/>
            </a:pPr>
            <a:endParaRPr lang="en-US" sz="6000" b="1" u="sng" dirty="0">
              <a:solidFill>
                <a:srgbClr val="0070C0"/>
              </a:solidFill>
            </a:endParaRPr>
          </a:p>
          <a:p>
            <a:pPr marL="742950" indent="-742950">
              <a:buAutoNum type="arabicPeriod"/>
            </a:pPr>
            <a:r>
              <a:rPr lang="en-US" sz="6000" b="1" u="sng" dirty="0">
                <a:solidFill>
                  <a:srgbClr val="0070C0"/>
                </a:solidFill>
              </a:rPr>
              <a:t>Tides</a:t>
            </a:r>
          </a:p>
        </p:txBody>
      </p:sp>
    </p:spTree>
    <p:extLst>
      <p:ext uri="{BB962C8B-B14F-4D97-AF65-F5344CB8AC3E}">
        <p14:creationId xmlns:p14="http://schemas.microsoft.com/office/powerpoint/2010/main" val="44054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27E4C0-3261-9362-8A4A-CE00AA7DD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355" y="1810375"/>
            <a:ext cx="7671290" cy="50476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06A86C2-B8F4-432E-A7B4-2AA7C27C511E}"/>
              </a:ext>
            </a:extLst>
          </p:cNvPr>
          <p:cNvSpPr txBox="1">
            <a:spLocks/>
          </p:cNvSpPr>
          <p:nvPr/>
        </p:nvSpPr>
        <p:spPr>
          <a:xfrm>
            <a:off x="-182880" y="124019"/>
            <a:ext cx="12374880" cy="1910521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solidFill>
                  <a:srgbClr val="002060"/>
                </a:solidFill>
                <a:latin typeface="Algerian" panose="04020705040A02060702" pitchFamily="82" charset="0"/>
              </a:rPr>
              <a:t>Where can we find the </a:t>
            </a:r>
          </a:p>
          <a:p>
            <a:pPr algn="ctr"/>
            <a:r>
              <a:rPr lang="en-US" sz="6600" b="1" dirty="0">
                <a:solidFill>
                  <a:srgbClr val="0070C0"/>
                </a:solidFill>
                <a:latin typeface="Algerian" panose="04020705040A02060702" pitchFamily="82" charset="0"/>
              </a:rPr>
              <a:t>Surface Ocean currents MODEL </a:t>
            </a:r>
            <a:r>
              <a:rPr lang="en-US" sz="6600" b="1" dirty="0">
                <a:solidFill>
                  <a:srgbClr val="002060"/>
                </a:solidFill>
                <a:latin typeface="Algerian" panose="04020705040A02060702" pitchFamily="82" charset="0"/>
              </a:rPr>
              <a:t>in the </a:t>
            </a:r>
            <a:r>
              <a:rPr lang="en-US" sz="6600" b="1" dirty="0" err="1">
                <a:solidFill>
                  <a:srgbClr val="FF0000"/>
                </a:solidFill>
                <a:latin typeface="Algerian" panose="04020705040A02060702" pitchFamily="82" charset="0"/>
              </a:rPr>
              <a:t>esrt</a:t>
            </a:r>
            <a:r>
              <a:rPr lang="en-US" sz="6600" b="1" dirty="0">
                <a:solidFill>
                  <a:srgbClr val="0070C0"/>
                </a:solidFill>
                <a:latin typeface="Algerian" panose="04020705040A02060702" pitchFamily="82" charset="0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7AEC2-CFFF-42A2-93E8-38C09643AC77}"/>
              </a:ext>
            </a:extLst>
          </p:cNvPr>
          <p:cNvSpPr txBox="1"/>
          <p:nvPr/>
        </p:nvSpPr>
        <p:spPr>
          <a:xfrm>
            <a:off x="2573655" y="2422804"/>
            <a:ext cx="704469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b="1" u="sng" dirty="0">
                <a:solidFill>
                  <a:srgbClr val="FF0000"/>
                </a:solidFill>
              </a:rPr>
              <a:t>PAGE 20</a:t>
            </a:r>
          </a:p>
        </p:txBody>
      </p:sp>
    </p:spTree>
    <p:extLst>
      <p:ext uri="{BB962C8B-B14F-4D97-AF65-F5344CB8AC3E}">
        <p14:creationId xmlns:p14="http://schemas.microsoft.com/office/powerpoint/2010/main" val="72443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B58244-59DE-44B9-861C-CBDA81E215C6}"/>
              </a:ext>
            </a:extLst>
          </p:cNvPr>
          <p:cNvSpPr txBox="1"/>
          <p:nvPr/>
        </p:nvSpPr>
        <p:spPr>
          <a:xfrm>
            <a:off x="7708604" y="0"/>
            <a:ext cx="44833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What are the </a:t>
            </a:r>
          </a:p>
          <a:p>
            <a:pPr algn="ctr"/>
            <a:r>
              <a:rPr lang="en-US" sz="4400" b="1" dirty="0"/>
              <a:t>2 MAIN TYPES of </a:t>
            </a:r>
          </a:p>
          <a:p>
            <a:pPr algn="ctr"/>
            <a:r>
              <a:rPr lang="en-US" sz="4400" b="1" dirty="0"/>
              <a:t>Ocean Currents?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20E0C2-EEF8-15CD-1640-E9B4E01FC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2" y="0"/>
            <a:ext cx="7931786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E58071-E22B-A7E2-5A40-85AA99687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661" y="2372343"/>
            <a:ext cx="3934898" cy="17407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447E59A-DEBC-48AA-BD0A-6607D608B2D9}"/>
                  </a:ext>
                </a:extLst>
              </p14:cNvPr>
              <p14:cNvContentPartPr/>
              <p14:nvPr/>
            </p14:nvContentPartPr>
            <p14:xfrm>
              <a:off x="4650600" y="5986129"/>
              <a:ext cx="1445400" cy="635003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447E59A-DEBC-48AA-BD0A-6607D608B2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60600" y="5806037"/>
                <a:ext cx="1625040" cy="9948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CF9D384-5691-8CBF-5E84-ADCCB7409DAA}"/>
                  </a:ext>
                </a:extLst>
              </p14:cNvPr>
              <p14:cNvContentPartPr/>
              <p14:nvPr/>
            </p14:nvContentPartPr>
            <p14:xfrm>
              <a:off x="8356923" y="3252751"/>
              <a:ext cx="1371600" cy="11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CF9D384-5691-8CBF-5E84-ADCCB7409D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84923" y="3108751"/>
                <a:ext cx="151524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663A90F-B7AC-8F48-9006-50082122DB40}"/>
                  </a:ext>
                </a:extLst>
              </p14:cNvPr>
              <p14:cNvContentPartPr/>
              <p14:nvPr/>
            </p14:nvContentPartPr>
            <p14:xfrm>
              <a:off x="8324883" y="3689071"/>
              <a:ext cx="1434600" cy="33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663A90F-B7AC-8F48-9006-50082122DB4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52883" y="3545431"/>
                <a:ext cx="1578240" cy="32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844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y Turtle | Finding nemo characters, Finding nemo turtle, Disney finding  nemo">
            <a:extLst>
              <a:ext uri="{FF2B5EF4-FFF2-40B4-BE49-F238E27FC236}">
                <a16:creationId xmlns:a16="http://schemas.microsoft.com/office/drawing/2014/main" id="{DC6DA34A-148D-4AA1-8958-0C61E6BA2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522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0228DE-41BC-4D48-A3E6-2796F70C3F49}"/>
              </a:ext>
            </a:extLst>
          </p:cNvPr>
          <p:cNvSpPr txBox="1"/>
          <p:nvPr/>
        </p:nvSpPr>
        <p:spPr>
          <a:xfrm>
            <a:off x="0" y="5225143"/>
            <a:ext cx="12191999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100" b="1" dirty="0"/>
              <a:t>PART 1: Ocean Current TRENDS</a:t>
            </a:r>
          </a:p>
        </p:txBody>
      </p:sp>
    </p:spTree>
    <p:extLst>
      <p:ext uri="{BB962C8B-B14F-4D97-AF65-F5344CB8AC3E}">
        <p14:creationId xmlns:p14="http://schemas.microsoft.com/office/powerpoint/2010/main" val="2717182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4FDAE2-B5E3-4958-BEB4-83D45B6AB6F8}"/>
              </a:ext>
            </a:extLst>
          </p:cNvPr>
          <p:cNvSpPr txBox="1"/>
          <p:nvPr/>
        </p:nvSpPr>
        <p:spPr>
          <a:xfrm>
            <a:off x="159026" y="4110572"/>
            <a:ext cx="118739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Circle your answers: </a:t>
            </a:r>
          </a:p>
          <a:p>
            <a:pPr algn="ctr"/>
            <a:r>
              <a:rPr lang="en-US" sz="3600" b="1" dirty="0"/>
              <a:t>Q1. </a:t>
            </a:r>
            <a:r>
              <a:rPr lang="en-US" sz="3600" b="1" u="sng" dirty="0"/>
              <a:t>Most</a:t>
            </a:r>
            <a:r>
              <a:rPr lang="en-US" sz="3600" dirty="0"/>
              <a:t> of the</a:t>
            </a:r>
            <a:r>
              <a:rPr lang="en-US" sz="3600" b="1" dirty="0">
                <a:solidFill>
                  <a:srgbClr val="0070C0"/>
                </a:solidFill>
              </a:rPr>
              <a:t> COOL </a:t>
            </a:r>
            <a:r>
              <a:rPr lang="en-US" sz="3600" dirty="0"/>
              <a:t>currents are located near the……      </a:t>
            </a:r>
            <a:r>
              <a:rPr lang="en-US" sz="3600" b="1" dirty="0"/>
              <a:t>EQUATOR		POLES</a:t>
            </a:r>
          </a:p>
          <a:p>
            <a:pPr algn="ctr"/>
            <a:endParaRPr lang="en-US" sz="800" b="1" dirty="0"/>
          </a:p>
          <a:p>
            <a:pPr algn="ctr"/>
            <a:r>
              <a:rPr lang="en-US" sz="3600" b="1" dirty="0"/>
              <a:t>Q2: </a:t>
            </a:r>
            <a:r>
              <a:rPr lang="en-US" sz="3600" b="1" u="sng" dirty="0"/>
              <a:t>Most</a:t>
            </a:r>
            <a:r>
              <a:rPr lang="en-US" sz="3600" dirty="0"/>
              <a:t> of the </a:t>
            </a:r>
            <a:r>
              <a:rPr lang="en-US" sz="3600" b="1" dirty="0">
                <a:solidFill>
                  <a:srgbClr val="0070C0"/>
                </a:solidFill>
              </a:rPr>
              <a:t>COOL </a:t>
            </a:r>
            <a:r>
              <a:rPr lang="en-US" sz="3600" dirty="0"/>
              <a:t>currents flow ___________the </a:t>
            </a:r>
            <a:r>
              <a:rPr lang="en-US" sz="3600" b="1" dirty="0"/>
              <a:t>Equator</a:t>
            </a:r>
            <a:r>
              <a:rPr lang="en-US" sz="3600" dirty="0"/>
              <a:t>.</a:t>
            </a:r>
          </a:p>
          <a:p>
            <a:pPr algn="ctr"/>
            <a:r>
              <a:rPr lang="en-US" sz="3600" b="1" dirty="0"/>
              <a:t>TOWARDS		AWAY FROM</a:t>
            </a:r>
            <a:r>
              <a:rPr lang="en-US" sz="3600" dirty="0"/>
              <a:t>      </a:t>
            </a:r>
          </a:p>
          <a:p>
            <a:pPr algn="ctr"/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FA88D-D448-79E2-57C0-CB54AB4A9B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883"/>
          <a:stretch/>
        </p:blipFill>
        <p:spPr>
          <a:xfrm>
            <a:off x="0" y="0"/>
            <a:ext cx="7931786" cy="42849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8CF7503-3724-F1A7-045D-CD0DD8A5626B}"/>
                  </a:ext>
                </a:extLst>
              </p14:cNvPr>
              <p14:cNvContentPartPr/>
              <p14:nvPr/>
            </p14:nvContentPartPr>
            <p14:xfrm>
              <a:off x="3370203" y="451172"/>
              <a:ext cx="376560" cy="484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8CF7503-3724-F1A7-045D-CD0DD8A562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8563" y="307532"/>
                <a:ext cx="520200" cy="77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86BABB2-B7FB-EDF2-0CBB-9873F48A6182}"/>
                  </a:ext>
                </a:extLst>
              </p14:cNvPr>
              <p14:cNvContentPartPr/>
              <p14:nvPr/>
            </p14:nvContentPartPr>
            <p14:xfrm>
              <a:off x="950283" y="1530452"/>
              <a:ext cx="697320" cy="554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86BABB2-B7FB-EDF2-0CBB-9873F48A618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8643" y="1386452"/>
                <a:ext cx="840960" cy="84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5CE9840-5059-A379-FABE-DB2FC6F96296}"/>
                  </a:ext>
                </a:extLst>
              </p14:cNvPr>
              <p14:cNvContentPartPr/>
              <p14:nvPr/>
            </p14:nvContentPartPr>
            <p14:xfrm>
              <a:off x="520803" y="2572292"/>
              <a:ext cx="1904040" cy="756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5CE9840-5059-A379-FABE-DB2FC6F962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9163" y="2428652"/>
                <a:ext cx="2047680" cy="10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EA29FC2-C106-E95E-A19B-2F54F61913C2}"/>
                  </a:ext>
                </a:extLst>
              </p14:cNvPr>
              <p14:cNvContentPartPr/>
              <p14:nvPr/>
            </p14:nvContentPartPr>
            <p14:xfrm>
              <a:off x="3477843" y="2625572"/>
              <a:ext cx="426960" cy="649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EA29FC2-C106-E95E-A19B-2F54F61913C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05843" y="2481572"/>
                <a:ext cx="570600" cy="9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AD5CB44-8FBD-76A8-FB28-92DEE9D5BF19}"/>
                  </a:ext>
                </a:extLst>
              </p14:cNvPr>
              <p14:cNvContentPartPr/>
              <p14:nvPr/>
            </p14:nvContentPartPr>
            <p14:xfrm>
              <a:off x="1339443" y="3199772"/>
              <a:ext cx="5818320" cy="734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AD5CB44-8FBD-76A8-FB28-92DEE9D5BF1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67803" y="3056132"/>
                <a:ext cx="5961960" cy="10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60A31F3-3908-D036-594F-9E23DFBDFDF3}"/>
                  </a:ext>
                </a:extLst>
              </p14:cNvPr>
              <p14:cNvContentPartPr/>
              <p14:nvPr/>
            </p14:nvContentPartPr>
            <p14:xfrm>
              <a:off x="3516363" y="1530812"/>
              <a:ext cx="151920" cy="293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60A31F3-3908-D036-594F-9E23DFBDFDF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44723" y="1386812"/>
                <a:ext cx="295560" cy="58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6D092D3-1EC6-92E1-3E58-4B20C1E00D43}"/>
                  </a:ext>
                </a:extLst>
              </p14:cNvPr>
              <p14:cNvContentPartPr/>
              <p14:nvPr/>
            </p14:nvContentPartPr>
            <p14:xfrm>
              <a:off x="2996163" y="1530812"/>
              <a:ext cx="514800" cy="262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6D092D3-1EC6-92E1-3E58-4B20C1E00D4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924163" y="1386812"/>
                <a:ext cx="65844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F42CC45-C6A2-3F22-7667-D58AC2A41883}"/>
                  </a:ext>
                </a:extLst>
              </p14:cNvPr>
              <p14:cNvContentPartPr/>
              <p14:nvPr/>
            </p14:nvContentPartPr>
            <p14:xfrm>
              <a:off x="5964723" y="2654732"/>
              <a:ext cx="202680" cy="556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F42CC45-C6A2-3F22-7667-D58AC2A4188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893083" y="2511092"/>
                <a:ext cx="346320" cy="8438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ounded Rectangle 15">
            <a:extLst>
              <a:ext uri="{FF2B5EF4-FFF2-40B4-BE49-F238E27FC236}">
                <a16:creationId xmlns:a16="http://schemas.microsoft.com/office/drawing/2014/main" id="{317034FF-C95E-44DC-8A92-89FD738F3185}"/>
              </a:ext>
            </a:extLst>
          </p:cNvPr>
          <p:cNvSpPr/>
          <p:nvPr/>
        </p:nvSpPr>
        <p:spPr>
          <a:xfrm>
            <a:off x="0" y="2183557"/>
            <a:ext cx="7931786" cy="183535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solidFill>
              <a:schemeClr val="accent1">
                <a:shade val="50000"/>
                <a:alpha val="2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D58E1FF-D754-9487-847C-B8BED23CCFEB}"/>
                  </a:ext>
                </a:extLst>
              </p14:cNvPr>
              <p14:cNvContentPartPr/>
              <p14:nvPr/>
            </p14:nvContentPartPr>
            <p14:xfrm>
              <a:off x="2923803" y="658532"/>
              <a:ext cx="160920" cy="530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D58E1FF-D754-9487-847C-B8BED23CCFE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851803" y="514892"/>
                <a:ext cx="304560" cy="81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821ECED-7E8E-E24F-1E82-6F5A66687EE9}"/>
                  </a:ext>
                </a:extLst>
              </p14:cNvPr>
              <p14:cNvContentPartPr/>
              <p14:nvPr/>
            </p14:nvContentPartPr>
            <p14:xfrm>
              <a:off x="3880323" y="2466452"/>
              <a:ext cx="298800" cy="477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821ECED-7E8E-E24F-1E82-6F5A66687EE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808683" y="2322452"/>
                <a:ext cx="442440" cy="76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458EDC1-8A6C-34A1-318C-E8A6A6F5619F}"/>
                  </a:ext>
                </a:extLst>
              </p14:cNvPr>
              <p14:cNvContentPartPr/>
              <p14:nvPr/>
            </p14:nvContentPartPr>
            <p14:xfrm>
              <a:off x="6784083" y="871292"/>
              <a:ext cx="307800" cy="4582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458EDC1-8A6C-34A1-318C-E8A6A6F5619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712443" y="727652"/>
                <a:ext cx="451440" cy="74592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25ABF498-403E-01A7-8692-79C0D01F9F24}"/>
              </a:ext>
            </a:extLst>
          </p:cNvPr>
          <p:cNvSpPr/>
          <p:nvPr/>
        </p:nvSpPr>
        <p:spPr>
          <a:xfrm>
            <a:off x="6991060" y="5187977"/>
            <a:ext cx="1881452" cy="564103"/>
          </a:xfrm>
          <a:prstGeom prst="ellipse">
            <a:avLst/>
          </a:prstGeom>
          <a:solidFill>
            <a:srgbClr val="FFFF00">
              <a:alpha val="45000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BB75C23-0918-47C6-91B4-5F02E7EC830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-86608"/>
            <a:ext cx="8872512" cy="5838688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B8D572F9-4111-CFD9-B472-37FB7C477FB8}"/>
              </a:ext>
            </a:extLst>
          </p:cNvPr>
          <p:cNvSpPr/>
          <p:nvPr/>
        </p:nvSpPr>
        <p:spPr>
          <a:xfrm>
            <a:off x="8872512" y="4412512"/>
            <a:ext cx="2525590" cy="8718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A422C81-E9C3-E28F-2A01-25F8FCFFE108}"/>
              </a:ext>
            </a:extLst>
          </p:cNvPr>
          <p:cNvSpPr/>
          <p:nvPr/>
        </p:nvSpPr>
        <p:spPr>
          <a:xfrm>
            <a:off x="2727234" y="6247983"/>
            <a:ext cx="2604977" cy="751674"/>
          </a:xfrm>
          <a:prstGeom prst="ellipse">
            <a:avLst/>
          </a:prstGeom>
          <a:solidFill>
            <a:srgbClr val="FFFF00">
              <a:alpha val="49000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7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0" grpId="0" animBg="1"/>
      <p:bldP spid="33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5BF7BFC-137D-4C6A-ADE3-E6CA4D9D9281}"/>
              </a:ext>
            </a:extLst>
          </p:cNvPr>
          <p:cNvSpPr txBox="1"/>
          <p:nvPr/>
        </p:nvSpPr>
        <p:spPr>
          <a:xfrm>
            <a:off x="318052" y="3521242"/>
            <a:ext cx="11873948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Circle your answers:</a:t>
            </a:r>
          </a:p>
          <a:p>
            <a:pPr algn="ctr"/>
            <a:r>
              <a:rPr lang="en-US" sz="3000" b="1" dirty="0"/>
              <a:t>Circle your answer:</a:t>
            </a:r>
          </a:p>
          <a:p>
            <a:pPr algn="ctr"/>
            <a:r>
              <a:rPr lang="en-US" sz="3600" b="1" dirty="0"/>
              <a:t>Q3:</a:t>
            </a:r>
            <a:r>
              <a:rPr lang="en-US" sz="3600" dirty="0"/>
              <a:t> </a:t>
            </a:r>
            <a:r>
              <a:rPr lang="en-US" sz="3600" b="1" u="sng" dirty="0"/>
              <a:t>Most</a:t>
            </a:r>
            <a:r>
              <a:rPr lang="en-US" sz="3600" dirty="0"/>
              <a:t> of the</a:t>
            </a:r>
            <a:r>
              <a:rPr lang="en-US" sz="3600" b="1" dirty="0">
                <a:solidFill>
                  <a:srgbClr val="FF0000"/>
                </a:solidFill>
              </a:rPr>
              <a:t> WARM </a:t>
            </a:r>
            <a:r>
              <a:rPr lang="en-US" sz="3600" dirty="0"/>
              <a:t>currents are located near the……      </a:t>
            </a:r>
            <a:r>
              <a:rPr lang="en-US" sz="3600" b="1" dirty="0"/>
              <a:t>EQUATOR		POLES</a:t>
            </a:r>
          </a:p>
          <a:p>
            <a:pPr algn="ctr"/>
            <a:endParaRPr lang="en-US" sz="800" b="1" dirty="0"/>
          </a:p>
          <a:p>
            <a:pPr algn="ctr"/>
            <a:r>
              <a:rPr lang="en-US" sz="3600" b="1" dirty="0"/>
              <a:t>Q4: </a:t>
            </a:r>
            <a:r>
              <a:rPr lang="en-US" sz="3600" b="1" u="sng" dirty="0"/>
              <a:t>Most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FF0000"/>
                </a:solidFill>
              </a:rPr>
              <a:t>WARM </a:t>
            </a:r>
            <a:r>
              <a:rPr lang="en-US" sz="3600" dirty="0"/>
              <a:t>currents flow ____________ the Equator.</a:t>
            </a:r>
          </a:p>
          <a:p>
            <a:pPr algn="ctr"/>
            <a:r>
              <a:rPr lang="en-US" sz="3600" b="1" dirty="0"/>
              <a:t>TOWARDS		AWAY FROM</a:t>
            </a:r>
            <a:endParaRPr lang="en-US" sz="3600" dirty="0"/>
          </a:p>
          <a:p>
            <a:endParaRPr lang="en-US" sz="3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E43BEFE-C938-4092-BBF4-5129CC59864E}"/>
                  </a:ext>
                </a:extLst>
              </p14:cNvPr>
              <p14:cNvContentPartPr/>
              <p14:nvPr/>
            </p14:nvContentPartPr>
            <p14:xfrm>
              <a:off x="-834777" y="561265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E43BEFE-C938-4092-BBF4-5129CC5986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88417" y="453625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52F1608-6451-3728-A5A2-137B2F18B12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4480"/>
          <a:stretch/>
        </p:blipFill>
        <p:spPr>
          <a:xfrm>
            <a:off x="0" y="16047"/>
            <a:ext cx="7354850" cy="4138647"/>
          </a:xfrm>
          <a:prstGeom prst="rect">
            <a:avLst/>
          </a:prstGeom>
        </p:spPr>
      </p:pic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18F657A5-D140-4937-8974-FA6B4C799EF1}"/>
              </a:ext>
            </a:extLst>
          </p:cNvPr>
          <p:cNvSpPr/>
          <p:nvPr/>
        </p:nvSpPr>
        <p:spPr>
          <a:xfrm>
            <a:off x="0" y="2108024"/>
            <a:ext cx="7354850" cy="220506"/>
          </a:xfrm>
          <a:prstGeom prst="roundRect">
            <a:avLst/>
          </a:prstGeom>
          <a:solidFill>
            <a:srgbClr val="FF0000">
              <a:alpha val="42000"/>
            </a:srgbClr>
          </a:solidFill>
          <a:ln>
            <a:solidFill>
              <a:schemeClr val="accent1">
                <a:shade val="50000"/>
                <a:alpha val="2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0F8029F-A4D8-E84C-E313-878F84FE5C05}"/>
                  </a:ext>
                </a:extLst>
              </p14:cNvPr>
              <p14:cNvContentPartPr/>
              <p14:nvPr/>
            </p14:nvContentPartPr>
            <p14:xfrm>
              <a:off x="286568" y="2572292"/>
              <a:ext cx="1932120" cy="883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0F8029F-A4D8-E84C-E313-878F84FE5C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2568" y="2464652"/>
                <a:ext cx="2039760" cy="10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5FF31AF-EAA3-2A4B-5611-06BB0F0696B8}"/>
                  </a:ext>
                </a:extLst>
              </p14:cNvPr>
              <p14:cNvContentPartPr/>
              <p14:nvPr/>
            </p14:nvContentPartPr>
            <p14:xfrm>
              <a:off x="468728" y="976412"/>
              <a:ext cx="935280" cy="363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5FF31AF-EAA3-2A4B-5611-06BB0F0696B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4728" y="868772"/>
                <a:ext cx="104292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9B9DEF7-3C8D-3403-2CB1-ADFAB7526115}"/>
                  </a:ext>
                </a:extLst>
              </p14:cNvPr>
              <p14:cNvContentPartPr/>
              <p14:nvPr/>
            </p14:nvContentPartPr>
            <p14:xfrm>
              <a:off x="2275208" y="503372"/>
              <a:ext cx="1973160" cy="1613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9B9DEF7-3C8D-3403-2CB1-ADFAB75261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21568" y="395372"/>
                <a:ext cx="2080800" cy="18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0F4D018-989E-8D0A-A56E-43AA15383830}"/>
                  </a:ext>
                </a:extLst>
              </p14:cNvPr>
              <p14:cNvContentPartPr/>
              <p14:nvPr/>
            </p14:nvContentPartPr>
            <p14:xfrm>
              <a:off x="4752728" y="2156852"/>
              <a:ext cx="881640" cy="139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0F4D018-989E-8D0A-A56E-43AA1538383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98728" y="2049212"/>
                <a:ext cx="98928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6AEA3CC-D102-4B37-7A3A-74949C41C1DC}"/>
                  </a:ext>
                </a:extLst>
              </p14:cNvPr>
              <p14:cNvContentPartPr/>
              <p14:nvPr/>
            </p14:nvContentPartPr>
            <p14:xfrm>
              <a:off x="6219008" y="1348652"/>
              <a:ext cx="1138680" cy="853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6AEA3CC-D102-4B37-7A3A-74949C41C1D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65368" y="1240652"/>
                <a:ext cx="1246320" cy="10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A78ACA1-31D8-C4C4-FAE0-A5A287440AA8}"/>
                  </a:ext>
                </a:extLst>
              </p14:cNvPr>
              <p14:cNvContentPartPr/>
              <p14:nvPr/>
            </p14:nvContentPartPr>
            <p14:xfrm>
              <a:off x="2804768" y="2273852"/>
              <a:ext cx="746280" cy="1089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A78ACA1-31D8-C4C4-FAE0-A5A287440AA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50768" y="2166212"/>
                <a:ext cx="853920" cy="13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B502E11-4E79-2315-E96E-55D1D48E45EC}"/>
                  </a:ext>
                </a:extLst>
              </p14:cNvPr>
              <p14:cNvContentPartPr/>
              <p14:nvPr/>
            </p14:nvContentPartPr>
            <p14:xfrm>
              <a:off x="4180688" y="2390132"/>
              <a:ext cx="1401120" cy="10663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B502E11-4E79-2315-E96E-55D1D48E45E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27048" y="2282132"/>
                <a:ext cx="1508760" cy="12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7C38373-9F6A-95EF-6035-13DB1EE9AF8B}"/>
                  </a:ext>
                </a:extLst>
              </p14:cNvPr>
              <p14:cNvContentPartPr/>
              <p14:nvPr/>
            </p14:nvContentPartPr>
            <p14:xfrm>
              <a:off x="6511688" y="2359892"/>
              <a:ext cx="793080" cy="857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7C38373-9F6A-95EF-6035-13DB1EE9AF8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57688" y="2251892"/>
                <a:ext cx="900720" cy="10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3B994BB-4D49-3C5B-A874-E6F5284DB316}"/>
                  </a:ext>
                </a:extLst>
              </p14:cNvPr>
              <p14:cNvContentPartPr/>
              <p14:nvPr/>
            </p14:nvContentPartPr>
            <p14:xfrm>
              <a:off x="6873848" y="2551412"/>
              <a:ext cx="430920" cy="536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3B994BB-4D49-3C5B-A874-E6F5284DB31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19848" y="2443412"/>
                <a:ext cx="538560" cy="75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0B3B7E4-C50E-25C5-A3DA-D5A0862C3514}"/>
                  </a:ext>
                </a:extLst>
              </p14:cNvPr>
              <p14:cNvContentPartPr/>
              <p14:nvPr/>
            </p14:nvContentPartPr>
            <p14:xfrm>
              <a:off x="3008168" y="2507852"/>
              <a:ext cx="394560" cy="7470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0B3B7E4-C50E-25C5-A3DA-D5A0862C351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54528" y="2400212"/>
                <a:ext cx="502200" cy="96264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57456319-ABC0-3D72-6DD7-166CD752F1ED}"/>
              </a:ext>
            </a:extLst>
          </p:cNvPr>
          <p:cNvSpPr/>
          <p:nvPr/>
        </p:nvSpPr>
        <p:spPr>
          <a:xfrm>
            <a:off x="3480252" y="5057597"/>
            <a:ext cx="2544952" cy="701749"/>
          </a:xfrm>
          <a:prstGeom prst="ellipse">
            <a:avLst/>
          </a:prstGeom>
          <a:solidFill>
            <a:srgbClr val="FFFF00">
              <a:alpha val="52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177C292-1CC3-32E3-9628-B59A7A1DB24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-5292" y="-5858"/>
            <a:ext cx="5884736" cy="454633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C02F36F-988C-9DA9-6B95-65958CF22B5C}"/>
              </a:ext>
            </a:extLst>
          </p:cNvPr>
          <p:cNvSpPr/>
          <p:nvPr/>
        </p:nvSpPr>
        <p:spPr>
          <a:xfrm>
            <a:off x="5879444" y="106326"/>
            <a:ext cx="2061486" cy="44341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A352967-F8AE-A5BF-8A33-34CFB036F0A5}"/>
              </a:ext>
            </a:extLst>
          </p:cNvPr>
          <p:cNvSpPr/>
          <p:nvPr/>
        </p:nvSpPr>
        <p:spPr>
          <a:xfrm>
            <a:off x="6599134" y="6246671"/>
            <a:ext cx="2885107" cy="701749"/>
          </a:xfrm>
          <a:prstGeom prst="ellipse">
            <a:avLst/>
          </a:prstGeom>
          <a:solidFill>
            <a:srgbClr val="FFFF00">
              <a:alpha val="52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9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0" grpId="0" animBg="1"/>
      <p:bldP spid="33" grpId="0" animBg="1"/>
      <p:bldP spid="3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6251" t="12995" r="37531"/>
          <a:stretch/>
        </p:blipFill>
        <p:spPr>
          <a:xfrm>
            <a:off x="4637617" y="4721362"/>
            <a:ext cx="2511181" cy="214456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839328" y="4394381"/>
            <a:ext cx="3109614" cy="638109"/>
          </a:xfrm>
          <a:prstGeom prst="ellipse">
            <a:avLst/>
          </a:prstGeom>
          <a:solidFill>
            <a:srgbClr val="FFFF00">
              <a:alpha val="55000"/>
            </a:srgb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5196521" y="5121595"/>
            <a:ext cx="1393371" cy="1344097"/>
          </a:xfrm>
          <a:custGeom>
            <a:avLst/>
            <a:gdLst>
              <a:gd name="connsiteX0" fmla="*/ 963168 w 1584960"/>
              <a:gd name="connsiteY0" fmla="*/ 0 h 1609344"/>
              <a:gd name="connsiteX1" fmla="*/ 1024128 w 1584960"/>
              <a:gd name="connsiteY1" fmla="*/ 24384 h 1609344"/>
              <a:gd name="connsiteX2" fmla="*/ 1060704 w 1584960"/>
              <a:gd name="connsiteY2" fmla="*/ 36576 h 1609344"/>
              <a:gd name="connsiteX3" fmla="*/ 1170432 w 1584960"/>
              <a:gd name="connsiteY3" fmla="*/ 109728 h 1609344"/>
              <a:gd name="connsiteX4" fmla="*/ 1243584 w 1584960"/>
              <a:gd name="connsiteY4" fmla="*/ 158496 h 1609344"/>
              <a:gd name="connsiteX5" fmla="*/ 1280160 w 1584960"/>
              <a:gd name="connsiteY5" fmla="*/ 182880 h 1609344"/>
              <a:gd name="connsiteX6" fmla="*/ 1304544 w 1584960"/>
              <a:gd name="connsiteY6" fmla="*/ 219456 h 1609344"/>
              <a:gd name="connsiteX7" fmla="*/ 1377696 w 1584960"/>
              <a:gd name="connsiteY7" fmla="*/ 280416 h 1609344"/>
              <a:gd name="connsiteX8" fmla="*/ 1438656 w 1584960"/>
              <a:gd name="connsiteY8" fmla="*/ 341376 h 1609344"/>
              <a:gd name="connsiteX9" fmla="*/ 1450848 w 1584960"/>
              <a:gd name="connsiteY9" fmla="*/ 377952 h 1609344"/>
              <a:gd name="connsiteX10" fmla="*/ 1499616 w 1584960"/>
              <a:gd name="connsiteY10" fmla="*/ 451104 h 1609344"/>
              <a:gd name="connsiteX11" fmla="*/ 1536192 w 1584960"/>
              <a:gd name="connsiteY11" fmla="*/ 560832 h 1609344"/>
              <a:gd name="connsiteX12" fmla="*/ 1548384 w 1584960"/>
              <a:gd name="connsiteY12" fmla="*/ 597408 h 1609344"/>
              <a:gd name="connsiteX13" fmla="*/ 1560576 w 1584960"/>
              <a:gd name="connsiteY13" fmla="*/ 633984 h 1609344"/>
              <a:gd name="connsiteX14" fmla="*/ 1584960 w 1584960"/>
              <a:gd name="connsiteY14" fmla="*/ 768096 h 1609344"/>
              <a:gd name="connsiteX15" fmla="*/ 1572768 w 1584960"/>
              <a:gd name="connsiteY15" fmla="*/ 1219200 h 1609344"/>
              <a:gd name="connsiteX16" fmla="*/ 1548384 w 1584960"/>
              <a:gd name="connsiteY16" fmla="*/ 1304544 h 1609344"/>
              <a:gd name="connsiteX17" fmla="*/ 1450848 w 1584960"/>
              <a:gd name="connsiteY17" fmla="*/ 1414272 h 1609344"/>
              <a:gd name="connsiteX18" fmla="*/ 1377696 w 1584960"/>
              <a:gd name="connsiteY18" fmla="*/ 1463040 h 1609344"/>
              <a:gd name="connsiteX19" fmla="*/ 1304544 w 1584960"/>
              <a:gd name="connsiteY19" fmla="*/ 1487424 h 1609344"/>
              <a:gd name="connsiteX20" fmla="*/ 1267968 w 1584960"/>
              <a:gd name="connsiteY20" fmla="*/ 1511808 h 1609344"/>
              <a:gd name="connsiteX21" fmla="*/ 1194816 w 1584960"/>
              <a:gd name="connsiteY21" fmla="*/ 1536192 h 1609344"/>
              <a:gd name="connsiteX22" fmla="*/ 1121664 w 1584960"/>
              <a:gd name="connsiteY22" fmla="*/ 1560576 h 1609344"/>
              <a:gd name="connsiteX23" fmla="*/ 1011936 w 1584960"/>
              <a:gd name="connsiteY23" fmla="*/ 1597152 h 1609344"/>
              <a:gd name="connsiteX24" fmla="*/ 975360 w 1584960"/>
              <a:gd name="connsiteY24" fmla="*/ 1609344 h 1609344"/>
              <a:gd name="connsiteX25" fmla="*/ 609600 w 1584960"/>
              <a:gd name="connsiteY25" fmla="*/ 1584960 h 1609344"/>
              <a:gd name="connsiteX26" fmla="*/ 512064 w 1584960"/>
              <a:gd name="connsiteY26" fmla="*/ 1560576 h 1609344"/>
              <a:gd name="connsiteX27" fmla="*/ 475488 w 1584960"/>
              <a:gd name="connsiteY27" fmla="*/ 1548384 h 1609344"/>
              <a:gd name="connsiteX28" fmla="*/ 438912 w 1584960"/>
              <a:gd name="connsiteY28" fmla="*/ 1524000 h 1609344"/>
              <a:gd name="connsiteX29" fmla="*/ 329184 w 1584960"/>
              <a:gd name="connsiteY29" fmla="*/ 1463040 h 1609344"/>
              <a:gd name="connsiteX30" fmla="*/ 268224 w 1584960"/>
              <a:gd name="connsiteY30" fmla="*/ 1389888 h 1609344"/>
              <a:gd name="connsiteX31" fmla="*/ 182880 w 1584960"/>
              <a:gd name="connsiteY31" fmla="*/ 1280160 h 1609344"/>
              <a:gd name="connsiteX32" fmla="*/ 170688 w 1584960"/>
              <a:gd name="connsiteY32" fmla="*/ 1243584 h 1609344"/>
              <a:gd name="connsiteX33" fmla="*/ 121920 w 1584960"/>
              <a:gd name="connsiteY33" fmla="*/ 1170432 h 1609344"/>
              <a:gd name="connsiteX34" fmla="*/ 97536 w 1584960"/>
              <a:gd name="connsiteY34" fmla="*/ 1133856 h 1609344"/>
              <a:gd name="connsiteX35" fmla="*/ 48768 w 1584960"/>
              <a:gd name="connsiteY35" fmla="*/ 1024128 h 1609344"/>
              <a:gd name="connsiteX36" fmla="*/ 24384 w 1584960"/>
              <a:gd name="connsiteY36" fmla="*/ 938784 h 1609344"/>
              <a:gd name="connsiteX37" fmla="*/ 12192 w 1584960"/>
              <a:gd name="connsiteY37" fmla="*/ 902208 h 1609344"/>
              <a:gd name="connsiteX38" fmla="*/ 0 w 1584960"/>
              <a:gd name="connsiteY38" fmla="*/ 816864 h 1609344"/>
              <a:gd name="connsiteX39" fmla="*/ 12192 w 1584960"/>
              <a:gd name="connsiteY39" fmla="*/ 670560 h 1609344"/>
              <a:gd name="connsiteX40" fmla="*/ 85344 w 1584960"/>
              <a:gd name="connsiteY40" fmla="*/ 524256 h 1609344"/>
              <a:gd name="connsiteX41" fmla="*/ 121920 w 1584960"/>
              <a:gd name="connsiteY41" fmla="*/ 487680 h 1609344"/>
              <a:gd name="connsiteX42" fmla="*/ 146304 w 1584960"/>
              <a:gd name="connsiteY42" fmla="*/ 451104 h 1609344"/>
              <a:gd name="connsiteX43" fmla="*/ 182880 w 1584960"/>
              <a:gd name="connsiteY43" fmla="*/ 426720 h 1609344"/>
              <a:gd name="connsiteX44" fmla="*/ 219456 w 1584960"/>
              <a:gd name="connsiteY44" fmla="*/ 390144 h 1609344"/>
              <a:gd name="connsiteX45" fmla="*/ 329184 w 1584960"/>
              <a:gd name="connsiteY45" fmla="*/ 316992 h 1609344"/>
              <a:gd name="connsiteX46" fmla="*/ 365760 w 1584960"/>
              <a:gd name="connsiteY46" fmla="*/ 292608 h 1609344"/>
              <a:gd name="connsiteX47" fmla="*/ 402336 w 1584960"/>
              <a:gd name="connsiteY47" fmla="*/ 268224 h 1609344"/>
              <a:gd name="connsiteX48" fmla="*/ 426720 w 1584960"/>
              <a:gd name="connsiteY48" fmla="*/ 231648 h 1609344"/>
              <a:gd name="connsiteX49" fmla="*/ 475488 w 1584960"/>
              <a:gd name="connsiteY49" fmla="*/ 182880 h 1609344"/>
              <a:gd name="connsiteX50" fmla="*/ 512064 w 1584960"/>
              <a:gd name="connsiteY50" fmla="*/ 195072 h 1609344"/>
              <a:gd name="connsiteX51" fmla="*/ 512064 w 1584960"/>
              <a:gd name="connsiteY51" fmla="*/ 426720 h 1609344"/>
              <a:gd name="connsiteX52" fmla="*/ 524256 w 1584960"/>
              <a:gd name="connsiteY52" fmla="*/ 353568 h 1609344"/>
              <a:gd name="connsiteX53" fmla="*/ 512064 w 1584960"/>
              <a:gd name="connsiteY53" fmla="*/ 195072 h 1609344"/>
              <a:gd name="connsiteX54" fmla="*/ 451104 w 1584960"/>
              <a:gd name="connsiteY54" fmla="*/ 182880 h 1609344"/>
              <a:gd name="connsiteX55" fmla="*/ 414528 w 1584960"/>
              <a:gd name="connsiteY55" fmla="*/ 170688 h 1609344"/>
              <a:gd name="connsiteX56" fmla="*/ 304800 w 1584960"/>
              <a:gd name="connsiteY56" fmla="*/ 158496 h 1609344"/>
              <a:gd name="connsiteX57" fmla="*/ 158496 w 1584960"/>
              <a:gd name="connsiteY57" fmla="*/ 146304 h 160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584960" h="1609344">
                <a:moveTo>
                  <a:pt x="963168" y="0"/>
                </a:moveTo>
                <a:cubicBezTo>
                  <a:pt x="983488" y="8128"/>
                  <a:pt x="1003636" y="16700"/>
                  <a:pt x="1024128" y="24384"/>
                </a:cubicBezTo>
                <a:cubicBezTo>
                  <a:pt x="1036161" y="28896"/>
                  <a:pt x="1049470" y="30335"/>
                  <a:pt x="1060704" y="36576"/>
                </a:cubicBezTo>
                <a:lnTo>
                  <a:pt x="1170432" y="109728"/>
                </a:lnTo>
                <a:lnTo>
                  <a:pt x="1243584" y="158496"/>
                </a:lnTo>
                <a:lnTo>
                  <a:pt x="1280160" y="182880"/>
                </a:lnTo>
                <a:cubicBezTo>
                  <a:pt x="1288288" y="195072"/>
                  <a:pt x="1294183" y="209095"/>
                  <a:pt x="1304544" y="219456"/>
                </a:cubicBezTo>
                <a:cubicBezTo>
                  <a:pt x="1400448" y="315360"/>
                  <a:pt x="1277829" y="160576"/>
                  <a:pt x="1377696" y="280416"/>
                </a:cubicBezTo>
                <a:cubicBezTo>
                  <a:pt x="1428496" y="341376"/>
                  <a:pt x="1371600" y="296672"/>
                  <a:pt x="1438656" y="341376"/>
                </a:cubicBezTo>
                <a:cubicBezTo>
                  <a:pt x="1442720" y="353568"/>
                  <a:pt x="1444607" y="366718"/>
                  <a:pt x="1450848" y="377952"/>
                </a:cubicBezTo>
                <a:cubicBezTo>
                  <a:pt x="1465080" y="403570"/>
                  <a:pt x="1490349" y="423302"/>
                  <a:pt x="1499616" y="451104"/>
                </a:cubicBezTo>
                <a:lnTo>
                  <a:pt x="1536192" y="560832"/>
                </a:lnTo>
                <a:lnTo>
                  <a:pt x="1548384" y="597408"/>
                </a:lnTo>
                <a:cubicBezTo>
                  <a:pt x="1552448" y="609600"/>
                  <a:pt x="1558463" y="621307"/>
                  <a:pt x="1560576" y="633984"/>
                </a:cubicBezTo>
                <a:cubicBezTo>
                  <a:pt x="1576175" y="727576"/>
                  <a:pt x="1567920" y="682896"/>
                  <a:pt x="1584960" y="768096"/>
                </a:cubicBezTo>
                <a:cubicBezTo>
                  <a:pt x="1580896" y="918464"/>
                  <a:pt x="1580097" y="1068956"/>
                  <a:pt x="1572768" y="1219200"/>
                </a:cubicBezTo>
                <a:cubicBezTo>
                  <a:pt x="1572346" y="1227857"/>
                  <a:pt x="1554457" y="1292397"/>
                  <a:pt x="1548384" y="1304544"/>
                </a:cubicBezTo>
                <a:cubicBezTo>
                  <a:pt x="1530060" y="1341191"/>
                  <a:pt x="1475082" y="1398116"/>
                  <a:pt x="1450848" y="1414272"/>
                </a:cubicBezTo>
                <a:cubicBezTo>
                  <a:pt x="1426464" y="1430528"/>
                  <a:pt x="1405498" y="1453773"/>
                  <a:pt x="1377696" y="1463040"/>
                </a:cubicBezTo>
                <a:cubicBezTo>
                  <a:pt x="1353312" y="1471168"/>
                  <a:pt x="1325930" y="1473167"/>
                  <a:pt x="1304544" y="1487424"/>
                </a:cubicBezTo>
                <a:cubicBezTo>
                  <a:pt x="1292352" y="1495552"/>
                  <a:pt x="1281358" y="1505857"/>
                  <a:pt x="1267968" y="1511808"/>
                </a:cubicBezTo>
                <a:cubicBezTo>
                  <a:pt x="1244480" y="1522247"/>
                  <a:pt x="1219200" y="1528064"/>
                  <a:pt x="1194816" y="1536192"/>
                </a:cubicBezTo>
                <a:lnTo>
                  <a:pt x="1121664" y="1560576"/>
                </a:lnTo>
                <a:lnTo>
                  <a:pt x="1011936" y="1597152"/>
                </a:lnTo>
                <a:lnTo>
                  <a:pt x="975360" y="1609344"/>
                </a:lnTo>
                <a:cubicBezTo>
                  <a:pt x="842642" y="1603814"/>
                  <a:pt x="732301" y="1611253"/>
                  <a:pt x="609600" y="1584960"/>
                </a:cubicBezTo>
                <a:cubicBezTo>
                  <a:pt x="576831" y="1577938"/>
                  <a:pt x="543857" y="1571174"/>
                  <a:pt x="512064" y="1560576"/>
                </a:cubicBezTo>
                <a:cubicBezTo>
                  <a:pt x="499872" y="1556512"/>
                  <a:pt x="486983" y="1554131"/>
                  <a:pt x="475488" y="1548384"/>
                </a:cubicBezTo>
                <a:cubicBezTo>
                  <a:pt x="462382" y="1541831"/>
                  <a:pt x="452018" y="1530553"/>
                  <a:pt x="438912" y="1524000"/>
                </a:cubicBezTo>
                <a:cubicBezTo>
                  <a:pt x="377587" y="1493337"/>
                  <a:pt x="406067" y="1539923"/>
                  <a:pt x="329184" y="1463040"/>
                </a:cubicBezTo>
                <a:cubicBezTo>
                  <a:pt x="222327" y="1356183"/>
                  <a:pt x="353094" y="1491733"/>
                  <a:pt x="268224" y="1389888"/>
                </a:cubicBezTo>
                <a:cubicBezTo>
                  <a:pt x="233159" y="1347810"/>
                  <a:pt x="203423" y="1341789"/>
                  <a:pt x="182880" y="1280160"/>
                </a:cubicBezTo>
                <a:cubicBezTo>
                  <a:pt x="178816" y="1267968"/>
                  <a:pt x="176929" y="1254818"/>
                  <a:pt x="170688" y="1243584"/>
                </a:cubicBezTo>
                <a:cubicBezTo>
                  <a:pt x="156456" y="1217966"/>
                  <a:pt x="138176" y="1194816"/>
                  <a:pt x="121920" y="1170432"/>
                </a:cubicBezTo>
                <a:cubicBezTo>
                  <a:pt x="113792" y="1158240"/>
                  <a:pt x="102170" y="1147757"/>
                  <a:pt x="97536" y="1133856"/>
                </a:cubicBezTo>
                <a:cubicBezTo>
                  <a:pt x="34628" y="945131"/>
                  <a:pt x="106730" y="1140052"/>
                  <a:pt x="48768" y="1024128"/>
                </a:cubicBezTo>
                <a:cubicBezTo>
                  <a:pt x="39024" y="1004640"/>
                  <a:pt x="29592" y="957014"/>
                  <a:pt x="24384" y="938784"/>
                </a:cubicBezTo>
                <a:cubicBezTo>
                  <a:pt x="20853" y="926427"/>
                  <a:pt x="16256" y="914400"/>
                  <a:pt x="12192" y="902208"/>
                </a:cubicBezTo>
                <a:cubicBezTo>
                  <a:pt x="8128" y="873760"/>
                  <a:pt x="0" y="845601"/>
                  <a:pt x="0" y="816864"/>
                </a:cubicBezTo>
                <a:cubicBezTo>
                  <a:pt x="0" y="767927"/>
                  <a:pt x="4147" y="718831"/>
                  <a:pt x="12192" y="670560"/>
                </a:cubicBezTo>
                <a:cubicBezTo>
                  <a:pt x="20125" y="622963"/>
                  <a:pt x="51642" y="557958"/>
                  <a:pt x="85344" y="524256"/>
                </a:cubicBezTo>
                <a:cubicBezTo>
                  <a:pt x="97536" y="512064"/>
                  <a:pt x="110882" y="500926"/>
                  <a:pt x="121920" y="487680"/>
                </a:cubicBezTo>
                <a:cubicBezTo>
                  <a:pt x="131301" y="476423"/>
                  <a:pt x="135943" y="461465"/>
                  <a:pt x="146304" y="451104"/>
                </a:cubicBezTo>
                <a:cubicBezTo>
                  <a:pt x="156665" y="440743"/>
                  <a:pt x="171623" y="436101"/>
                  <a:pt x="182880" y="426720"/>
                </a:cubicBezTo>
                <a:cubicBezTo>
                  <a:pt x="196126" y="415682"/>
                  <a:pt x="205846" y="400730"/>
                  <a:pt x="219456" y="390144"/>
                </a:cubicBezTo>
                <a:lnTo>
                  <a:pt x="329184" y="316992"/>
                </a:lnTo>
                <a:lnTo>
                  <a:pt x="365760" y="292608"/>
                </a:lnTo>
                <a:lnTo>
                  <a:pt x="402336" y="268224"/>
                </a:lnTo>
                <a:cubicBezTo>
                  <a:pt x="410464" y="256032"/>
                  <a:pt x="415278" y="240802"/>
                  <a:pt x="426720" y="231648"/>
                </a:cubicBezTo>
                <a:cubicBezTo>
                  <a:pt x="485833" y="184358"/>
                  <a:pt x="448887" y="262682"/>
                  <a:pt x="475488" y="182880"/>
                </a:cubicBezTo>
                <a:cubicBezTo>
                  <a:pt x="487680" y="186944"/>
                  <a:pt x="511148" y="182253"/>
                  <a:pt x="512064" y="195072"/>
                </a:cubicBezTo>
                <a:cubicBezTo>
                  <a:pt x="528949" y="431468"/>
                  <a:pt x="477214" y="670669"/>
                  <a:pt x="512064" y="426720"/>
                </a:cubicBezTo>
                <a:cubicBezTo>
                  <a:pt x="515560" y="402248"/>
                  <a:pt x="520192" y="377952"/>
                  <a:pt x="524256" y="353568"/>
                </a:cubicBezTo>
                <a:cubicBezTo>
                  <a:pt x="520192" y="300736"/>
                  <a:pt x="532937" y="243776"/>
                  <a:pt x="512064" y="195072"/>
                </a:cubicBezTo>
                <a:cubicBezTo>
                  <a:pt x="503901" y="176025"/>
                  <a:pt x="471208" y="187906"/>
                  <a:pt x="451104" y="182880"/>
                </a:cubicBezTo>
                <a:cubicBezTo>
                  <a:pt x="438636" y="179763"/>
                  <a:pt x="427205" y="172801"/>
                  <a:pt x="414528" y="170688"/>
                </a:cubicBezTo>
                <a:cubicBezTo>
                  <a:pt x="378228" y="164638"/>
                  <a:pt x="341317" y="163061"/>
                  <a:pt x="304800" y="158496"/>
                </a:cubicBezTo>
                <a:cubicBezTo>
                  <a:pt x="184275" y="143430"/>
                  <a:pt x="258846" y="146304"/>
                  <a:pt x="158496" y="146304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0886B-6D8E-4EA3-ADEC-E4D95AF5022E}"/>
              </a:ext>
            </a:extLst>
          </p:cNvPr>
          <p:cNvSpPr txBox="1"/>
          <p:nvPr/>
        </p:nvSpPr>
        <p:spPr>
          <a:xfrm>
            <a:off x="181668" y="3190333"/>
            <a:ext cx="1187394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Q5: </a:t>
            </a:r>
            <a:r>
              <a:rPr lang="en-US" sz="3600" dirty="0"/>
              <a:t>Which direction </a:t>
            </a:r>
            <a:r>
              <a:rPr lang="en-US" sz="3600" b="1" dirty="0"/>
              <a:t>pattern</a:t>
            </a:r>
            <a:r>
              <a:rPr lang="en-US" sz="3600" dirty="0"/>
              <a:t> do the Ocean Currents flow (TURN) in the </a:t>
            </a:r>
            <a:r>
              <a:rPr lang="en-US" sz="3600" b="1" dirty="0"/>
              <a:t>NORTHERN HEMISPHERE</a:t>
            </a:r>
            <a:r>
              <a:rPr lang="en-US" sz="3600" dirty="0"/>
              <a:t>?</a:t>
            </a:r>
          </a:p>
          <a:p>
            <a:endParaRPr lang="en-US" sz="800" dirty="0"/>
          </a:p>
          <a:p>
            <a:pPr algn="ctr"/>
            <a:r>
              <a:rPr lang="en-US" sz="3600" b="1" dirty="0"/>
              <a:t>CLOCKWISE		COUNTERCLOCKWISE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2578D7-AB6E-407B-D067-9F282D0B9A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928"/>
          <a:stretch/>
        </p:blipFill>
        <p:spPr>
          <a:xfrm>
            <a:off x="707065" y="6332"/>
            <a:ext cx="10777870" cy="32673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D3D3ED4-69C7-8CF9-F85A-D056E6876D60}"/>
                  </a:ext>
                </a:extLst>
              </p14:cNvPr>
              <p14:cNvContentPartPr/>
              <p14:nvPr/>
            </p14:nvContentPartPr>
            <p14:xfrm>
              <a:off x="891368" y="1849471"/>
              <a:ext cx="2138040" cy="1117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D3D3ED4-69C7-8CF9-F85A-D056E6876D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7368" y="1741831"/>
                <a:ext cx="2245680" cy="13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A3FC12F-D8FA-4E5F-9587-3BE9E6FC377C}"/>
                  </a:ext>
                </a:extLst>
              </p14:cNvPr>
              <p14:cNvContentPartPr/>
              <p14:nvPr/>
            </p14:nvContentPartPr>
            <p14:xfrm>
              <a:off x="9666932" y="1976191"/>
              <a:ext cx="1658520" cy="1225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A3FC12F-D8FA-4E5F-9587-3BE9E6FC37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13292" y="1868191"/>
                <a:ext cx="1766160" cy="14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6CEC336-8E9A-775B-F8A2-605E1A9F0CE7}"/>
                  </a:ext>
                </a:extLst>
              </p14:cNvPr>
              <p14:cNvContentPartPr/>
              <p14:nvPr/>
            </p14:nvContentPartPr>
            <p14:xfrm>
              <a:off x="3831488" y="1848391"/>
              <a:ext cx="2061720" cy="969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6CEC336-8E9A-775B-F8A2-605E1A9F0CE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77848" y="1740391"/>
                <a:ext cx="2169360" cy="11851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Freeform 6">
            <a:extLst>
              <a:ext uri="{FF2B5EF4-FFF2-40B4-BE49-F238E27FC236}">
                <a16:creationId xmlns:a16="http://schemas.microsoft.com/office/drawing/2014/main" id="{BD94F67C-7187-8A9D-A670-8E8D057DFAD1}"/>
              </a:ext>
            </a:extLst>
          </p:cNvPr>
          <p:cNvSpPr/>
          <p:nvPr/>
        </p:nvSpPr>
        <p:spPr>
          <a:xfrm>
            <a:off x="4165662" y="1622814"/>
            <a:ext cx="1393371" cy="1344097"/>
          </a:xfrm>
          <a:custGeom>
            <a:avLst/>
            <a:gdLst>
              <a:gd name="connsiteX0" fmla="*/ 963168 w 1584960"/>
              <a:gd name="connsiteY0" fmla="*/ 0 h 1609344"/>
              <a:gd name="connsiteX1" fmla="*/ 1024128 w 1584960"/>
              <a:gd name="connsiteY1" fmla="*/ 24384 h 1609344"/>
              <a:gd name="connsiteX2" fmla="*/ 1060704 w 1584960"/>
              <a:gd name="connsiteY2" fmla="*/ 36576 h 1609344"/>
              <a:gd name="connsiteX3" fmla="*/ 1170432 w 1584960"/>
              <a:gd name="connsiteY3" fmla="*/ 109728 h 1609344"/>
              <a:gd name="connsiteX4" fmla="*/ 1243584 w 1584960"/>
              <a:gd name="connsiteY4" fmla="*/ 158496 h 1609344"/>
              <a:gd name="connsiteX5" fmla="*/ 1280160 w 1584960"/>
              <a:gd name="connsiteY5" fmla="*/ 182880 h 1609344"/>
              <a:gd name="connsiteX6" fmla="*/ 1304544 w 1584960"/>
              <a:gd name="connsiteY6" fmla="*/ 219456 h 1609344"/>
              <a:gd name="connsiteX7" fmla="*/ 1377696 w 1584960"/>
              <a:gd name="connsiteY7" fmla="*/ 280416 h 1609344"/>
              <a:gd name="connsiteX8" fmla="*/ 1438656 w 1584960"/>
              <a:gd name="connsiteY8" fmla="*/ 341376 h 1609344"/>
              <a:gd name="connsiteX9" fmla="*/ 1450848 w 1584960"/>
              <a:gd name="connsiteY9" fmla="*/ 377952 h 1609344"/>
              <a:gd name="connsiteX10" fmla="*/ 1499616 w 1584960"/>
              <a:gd name="connsiteY10" fmla="*/ 451104 h 1609344"/>
              <a:gd name="connsiteX11" fmla="*/ 1536192 w 1584960"/>
              <a:gd name="connsiteY11" fmla="*/ 560832 h 1609344"/>
              <a:gd name="connsiteX12" fmla="*/ 1548384 w 1584960"/>
              <a:gd name="connsiteY12" fmla="*/ 597408 h 1609344"/>
              <a:gd name="connsiteX13" fmla="*/ 1560576 w 1584960"/>
              <a:gd name="connsiteY13" fmla="*/ 633984 h 1609344"/>
              <a:gd name="connsiteX14" fmla="*/ 1584960 w 1584960"/>
              <a:gd name="connsiteY14" fmla="*/ 768096 h 1609344"/>
              <a:gd name="connsiteX15" fmla="*/ 1572768 w 1584960"/>
              <a:gd name="connsiteY15" fmla="*/ 1219200 h 1609344"/>
              <a:gd name="connsiteX16" fmla="*/ 1548384 w 1584960"/>
              <a:gd name="connsiteY16" fmla="*/ 1304544 h 1609344"/>
              <a:gd name="connsiteX17" fmla="*/ 1450848 w 1584960"/>
              <a:gd name="connsiteY17" fmla="*/ 1414272 h 1609344"/>
              <a:gd name="connsiteX18" fmla="*/ 1377696 w 1584960"/>
              <a:gd name="connsiteY18" fmla="*/ 1463040 h 1609344"/>
              <a:gd name="connsiteX19" fmla="*/ 1304544 w 1584960"/>
              <a:gd name="connsiteY19" fmla="*/ 1487424 h 1609344"/>
              <a:gd name="connsiteX20" fmla="*/ 1267968 w 1584960"/>
              <a:gd name="connsiteY20" fmla="*/ 1511808 h 1609344"/>
              <a:gd name="connsiteX21" fmla="*/ 1194816 w 1584960"/>
              <a:gd name="connsiteY21" fmla="*/ 1536192 h 1609344"/>
              <a:gd name="connsiteX22" fmla="*/ 1121664 w 1584960"/>
              <a:gd name="connsiteY22" fmla="*/ 1560576 h 1609344"/>
              <a:gd name="connsiteX23" fmla="*/ 1011936 w 1584960"/>
              <a:gd name="connsiteY23" fmla="*/ 1597152 h 1609344"/>
              <a:gd name="connsiteX24" fmla="*/ 975360 w 1584960"/>
              <a:gd name="connsiteY24" fmla="*/ 1609344 h 1609344"/>
              <a:gd name="connsiteX25" fmla="*/ 609600 w 1584960"/>
              <a:gd name="connsiteY25" fmla="*/ 1584960 h 1609344"/>
              <a:gd name="connsiteX26" fmla="*/ 512064 w 1584960"/>
              <a:gd name="connsiteY26" fmla="*/ 1560576 h 1609344"/>
              <a:gd name="connsiteX27" fmla="*/ 475488 w 1584960"/>
              <a:gd name="connsiteY27" fmla="*/ 1548384 h 1609344"/>
              <a:gd name="connsiteX28" fmla="*/ 438912 w 1584960"/>
              <a:gd name="connsiteY28" fmla="*/ 1524000 h 1609344"/>
              <a:gd name="connsiteX29" fmla="*/ 329184 w 1584960"/>
              <a:gd name="connsiteY29" fmla="*/ 1463040 h 1609344"/>
              <a:gd name="connsiteX30" fmla="*/ 268224 w 1584960"/>
              <a:gd name="connsiteY30" fmla="*/ 1389888 h 1609344"/>
              <a:gd name="connsiteX31" fmla="*/ 182880 w 1584960"/>
              <a:gd name="connsiteY31" fmla="*/ 1280160 h 1609344"/>
              <a:gd name="connsiteX32" fmla="*/ 170688 w 1584960"/>
              <a:gd name="connsiteY32" fmla="*/ 1243584 h 1609344"/>
              <a:gd name="connsiteX33" fmla="*/ 121920 w 1584960"/>
              <a:gd name="connsiteY33" fmla="*/ 1170432 h 1609344"/>
              <a:gd name="connsiteX34" fmla="*/ 97536 w 1584960"/>
              <a:gd name="connsiteY34" fmla="*/ 1133856 h 1609344"/>
              <a:gd name="connsiteX35" fmla="*/ 48768 w 1584960"/>
              <a:gd name="connsiteY35" fmla="*/ 1024128 h 1609344"/>
              <a:gd name="connsiteX36" fmla="*/ 24384 w 1584960"/>
              <a:gd name="connsiteY36" fmla="*/ 938784 h 1609344"/>
              <a:gd name="connsiteX37" fmla="*/ 12192 w 1584960"/>
              <a:gd name="connsiteY37" fmla="*/ 902208 h 1609344"/>
              <a:gd name="connsiteX38" fmla="*/ 0 w 1584960"/>
              <a:gd name="connsiteY38" fmla="*/ 816864 h 1609344"/>
              <a:gd name="connsiteX39" fmla="*/ 12192 w 1584960"/>
              <a:gd name="connsiteY39" fmla="*/ 670560 h 1609344"/>
              <a:gd name="connsiteX40" fmla="*/ 85344 w 1584960"/>
              <a:gd name="connsiteY40" fmla="*/ 524256 h 1609344"/>
              <a:gd name="connsiteX41" fmla="*/ 121920 w 1584960"/>
              <a:gd name="connsiteY41" fmla="*/ 487680 h 1609344"/>
              <a:gd name="connsiteX42" fmla="*/ 146304 w 1584960"/>
              <a:gd name="connsiteY42" fmla="*/ 451104 h 1609344"/>
              <a:gd name="connsiteX43" fmla="*/ 182880 w 1584960"/>
              <a:gd name="connsiteY43" fmla="*/ 426720 h 1609344"/>
              <a:gd name="connsiteX44" fmla="*/ 219456 w 1584960"/>
              <a:gd name="connsiteY44" fmla="*/ 390144 h 1609344"/>
              <a:gd name="connsiteX45" fmla="*/ 329184 w 1584960"/>
              <a:gd name="connsiteY45" fmla="*/ 316992 h 1609344"/>
              <a:gd name="connsiteX46" fmla="*/ 365760 w 1584960"/>
              <a:gd name="connsiteY46" fmla="*/ 292608 h 1609344"/>
              <a:gd name="connsiteX47" fmla="*/ 402336 w 1584960"/>
              <a:gd name="connsiteY47" fmla="*/ 268224 h 1609344"/>
              <a:gd name="connsiteX48" fmla="*/ 426720 w 1584960"/>
              <a:gd name="connsiteY48" fmla="*/ 231648 h 1609344"/>
              <a:gd name="connsiteX49" fmla="*/ 475488 w 1584960"/>
              <a:gd name="connsiteY49" fmla="*/ 182880 h 1609344"/>
              <a:gd name="connsiteX50" fmla="*/ 512064 w 1584960"/>
              <a:gd name="connsiteY50" fmla="*/ 195072 h 1609344"/>
              <a:gd name="connsiteX51" fmla="*/ 512064 w 1584960"/>
              <a:gd name="connsiteY51" fmla="*/ 426720 h 1609344"/>
              <a:gd name="connsiteX52" fmla="*/ 524256 w 1584960"/>
              <a:gd name="connsiteY52" fmla="*/ 353568 h 1609344"/>
              <a:gd name="connsiteX53" fmla="*/ 512064 w 1584960"/>
              <a:gd name="connsiteY53" fmla="*/ 195072 h 1609344"/>
              <a:gd name="connsiteX54" fmla="*/ 451104 w 1584960"/>
              <a:gd name="connsiteY54" fmla="*/ 182880 h 1609344"/>
              <a:gd name="connsiteX55" fmla="*/ 414528 w 1584960"/>
              <a:gd name="connsiteY55" fmla="*/ 170688 h 1609344"/>
              <a:gd name="connsiteX56" fmla="*/ 304800 w 1584960"/>
              <a:gd name="connsiteY56" fmla="*/ 158496 h 1609344"/>
              <a:gd name="connsiteX57" fmla="*/ 158496 w 1584960"/>
              <a:gd name="connsiteY57" fmla="*/ 146304 h 160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584960" h="1609344">
                <a:moveTo>
                  <a:pt x="963168" y="0"/>
                </a:moveTo>
                <a:cubicBezTo>
                  <a:pt x="983488" y="8128"/>
                  <a:pt x="1003636" y="16700"/>
                  <a:pt x="1024128" y="24384"/>
                </a:cubicBezTo>
                <a:cubicBezTo>
                  <a:pt x="1036161" y="28896"/>
                  <a:pt x="1049470" y="30335"/>
                  <a:pt x="1060704" y="36576"/>
                </a:cubicBezTo>
                <a:lnTo>
                  <a:pt x="1170432" y="109728"/>
                </a:lnTo>
                <a:lnTo>
                  <a:pt x="1243584" y="158496"/>
                </a:lnTo>
                <a:lnTo>
                  <a:pt x="1280160" y="182880"/>
                </a:lnTo>
                <a:cubicBezTo>
                  <a:pt x="1288288" y="195072"/>
                  <a:pt x="1294183" y="209095"/>
                  <a:pt x="1304544" y="219456"/>
                </a:cubicBezTo>
                <a:cubicBezTo>
                  <a:pt x="1400448" y="315360"/>
                  <a:pt x="1277829" y="160576"/>
                  <a:pt x="1377696" y="280416"/>
                </a:cubicBezTo>
                <a:cubicBezTo>
                  <a:pt x="1428496" y="341376"/>
                  <a:pt x="1371600" y="296672"/>
                  <a:pt x="1438656" y="341376"/>
                </a:cubicBezTo>
                <a:cubicBezTo>
                  <a:pt x="1442720" y="353568"/>
                  <a:pt x="1444607" y="366718"/>
                  <a:pt x="1450848" y="377952"/>
                </a:cubicBezTo>
                <a:cubicBezTo>
                  <a:pt x="1465080" y="403570"/>
                  <a:pt x="1490349" y="423302"/>
                  <a:pt x="1499616" y="451104"/>
                </a:cubicBezTo>
                <a:lnTo>
                  <a:pt x="1536192" y="560832"/>
                </a:lnTo>
                <a:lnTo>
                  <a:pt x="1548384" y="597408"/>
                </a:lnTo>
                <a:cubicBezTo>
                  <a:pt x="1552448" y="609600"/>
                  <a:pt x="1558463" y="621307"/>
                  <a:pt x="1560576" y="633984"/>
                </a:cubicBezTo>
                <a:cubicBezTo>
                  <a:pt x="1576175" y="727576"/>
                  <a:pt x="1567920" y="682896"/>
                  <a:pt x="1584960" y="768096"/>
                </a:cubicBezTo>
                <a:cubicBezTo>
                  <a:pt x="1580896" y="918464"/>
                  <a:pt x="1580097" y="1068956"/>
                  <a:pt x="1572768" y="1219200"/>
                </a:cubicBezTo>
                <a:cubicBezTo>
                  <a:pt x="1572346" y="1227857"/>
                  <a:pt x="1554457" y="1292397"/>
                  <a:pt x="1548384" y="1304544"/>
                </a:cubicBezTo>
                <a:cubicBezTo>
                  <a:pt x="1530060" y="1341191"/>
                  <a:pt x="1475082" y="1398116"/>
                  <a:pt x="1450848" y="1414272"/>
                </a:cubicBezTo>
                <a:cubicBezTo>
                  <a:pt x="1426464" y="1430528"/>
                  <a:pt x="1405498" y="1453773"/>
                  <a:pt x="1377696" y="1463040"/>
                </a:cubicBezTo>
                <a:cubicBezTo>
                  <a:pt x="1353312" y="1471168"/>
                  <a:pt x="1325930" y="1473167"/>
                  <a:pt x="1304544" y="1487424"/>
                </a:cubicBezTo>
                <a:cubicBezTo>
                  <a:pt x="1292352" y="1495552"/>
                  <a:pt x="1281358" y="1505857"/>
                  <a:pt x="1267968" y="1511808"/>
                </a:cubicBezTo>
                <a:cubicBezTo>
                  <a:pt x="1244480" y="1522247"/>
                  <a:pt x="1219200" y="1528064"/>
                  <a:pt x="1194816" y="1536192"/>
                </a:cubicBezTo>
                <a:lnTo>
                  <a:pt x="1121664" y="1560576"/>
                </a:lnTo>
                <a:lnTo>
                  <a:pt x="1011936" y="1597152"/>
                </a:lnTo>
                <a:lnTo>
                  <a:pt x="975360" y="1609344"/>
                </a:lnTo>
                <a:cubicBezTo>
                  <a:pt x="842642" y="1603814"/>
                  <a:pt x="732301" y="1611253"/>
                  <a:pt x="609600" y="1584960"/>
                </a:cubicBezTo>
                <a:cubicBezTo>
                  <a:pt x="576831" y="1577938"/>
                  <a:pt x="543857" y="1571174"/>
                  <a:pt x="512064" y="1560576"/>
                </a:cubicBezTo>
                <a:cubicBezTo>
                  <a:pt x="499872" y="1556512"/>
                  <a:pt x="486983" y="1554131"/>
                  <a:pt x="475488" y="1548384"/>
                </a:cubicBezTo>
                <a:cubicBezTo>
                  <a:pt x="462382" y="1541831"/>
                  <a:pt x="452018" y="1530553"/>
                  <a:pt x="438912" y="1524000"/>
                </a:cubicBezTo>
                <a:cubicBezTo>
                  <a:pt x="377587" y="1493337"/>
                  <a:pt x="406067" y="1539923"/>
                  <a:pt x="329184" y="1463040"/>
                </a:cubicBezTo>
                <a:cubicBezTo>
                  <a:pt x="222327" y="1356183"/>
                  <a:pt x="353094" y="1491733"/>
                  <a:pt x="268224" y="1389888"/>
                </a:cubicBezTo>
                <a:cubicBezTo>
                  <a:pt x="233159" y="1347810"/>
                  <a:pt x="203423" y="1341789"/>
                  <a:pt x="182880" y="1280160"/>
                </a:cubicBezTo>
                <a:cubicBezTo>
                  <a:pt x="178816" y="1267968"/>
                  <a:pt x="176929" y="1254818"/>
                  <a:pt x="170688" y="1243584"/>
                </a:cubicBezTo>
                <a:cubicBezTo>
                  <a:pt x="156456" y="1217966"/>
                  <a:pt x="138176" y="1194816"/>
                  <a:pt x="121920" y="1170432"/>
                </a:cubicBezTo>
                <a:cubicBezTo>
                  <a:pt x="113792" y="1158240"/>
                  <a:pt x="102170" y="1147757"/>
                  <a:pt x="97536" y="1133856"/>
                </a:cubicBezTo>
                <a:cubicBezTo>
                  <a:pt x="34628" y="945131"/>
                  <a:pt x="106730" y="1140052"/>
                  <a:pt x="48768" y="1024128"/>
                </a:cubicBezTo>
                <a:cubicBezTo>
                  <a:pt x="39024" y="1004640"/>
                  <a:pt x="29592" y="957014"/>
                  <a:pt x="24384" y="938784"/>
                </a:cubicBezTo>
                <a:cubicBezTo>
                  <a:pt x="20853" y="926427"/>
                  <a:pt x="16256" y="914400"/>
                  <a:pt x="12192" y="902208"/>
                </a:cubicBezTo>
                <a:cubicBezTo>
                  <a:pt x="8128" y="873760"/>
                  <a:pt x="0" y="845601"/>
                  <a:pt x="0" y="816864"/>
                </a:cubicBezTo>
                <a:cubicBezTo>
                  <a:pt x="0" y="767927"/>
                  <a:pt x="4147" y="718831"/>
                  <a:pt x="12192" y="670560"/>
                </a:cubicBezTo>
                <a:cubicBezTo>
                  <a:pt x="20125" y="622963"/>
                  <a:pt x="51642" y="557958"/>
                  <a:pt x="85344" y="524256"/>
                </a:cubicBezTo>
                <a:cubicBezTo>
                  <a:pt x="97536" y="512064"/>
                  <a:pt x="110882" y="500926"/>
                  <a:pt x="121920" y="487680"/>
                </a:cubicBezTo>
                <a:cubicBezTo>
                  <a:pt x="131301" y="476423"/>
                  <a:pt x="135943" y="461465"/>
                  <a:pt x="146304" y="451104"/>
                </a:cubicBezTo>
                <a:cubicBezTo>
                  <a:pt x="156665" y="440743"/>
                  <a:pt x="171623" y="436101"/>
                  <a:pt x="182880" y="426720"/>
                </a:cubicBezTo>
                <a:cubicBezTo>
                  <a:pt x="196126" y="415682"/>
                  <a:pt x="205846" y="400730"/>
                  <a:pt x="219456" y="390144"/>
                </a:cubicBezTo>
                <a:lnTo>
                  <a:pt x="329184" y="316992"/>
                </a:lnTo>
                <a:lnTo>
                  <a:pt x="365760" y="292608"/>
                </a:lnTo>
                <a:lnTo>
                  <a:pt x="402336" y="268224"/>
                </a:lnTo>
                <a:cubicBezTo>
                  <a:pt x="410464" y="256032"/>
                  <a:pt x="415278" y="240802"/>
                  <a:pt x="426720" y="231648"/>
                </a:cubicBezTo>
                <a:cubicBezTo>
                  <a:pt x="485833" y="184358"/>
                  <a:pt x="448887" y="262682"/>
                  <a:pt x="475488" y="182880"/>
                </a:cubicBezTo>
                <a:cubicBezTo>
                  <a:pt x="487680" y="186944"/>
                  <a:pt x="511148" y="182253"/>
                  <a:pt x="512064" y="195072"/>
                </a:cubicBezTo>
                <a:cubicBezTo>
                  <a:pt x="528949" y="431468"/>
                  <a:pt x="477214" y="670669"/>
                  <a:pt x="512064" y="426720"/>
                </a:cubicBezTo>
                <a:cubicBezTo>
                  <a:pt x="515560" y="402248"/>
                  <a:pt x="520192" y="377952"/>
                  <a:pt x="524256" y="353568"/>
                </a:cubicBezTo>
                <a:cubicBezTo>
                  <a:pt x="520192" y="300736"/>
                  <a:pt x="532937" y="243776"/>
                  <a:pt x="512064" y="195072"/>
                </a:cubicBezTo>
                <a:cubicBezTo>
                  <a:pt x="503901" y="176025"/>
                  <a:pt x="471208" y="187906"/>
                  <a:pt x="451104" y="182880"/>
                </a:cubicBezTo>
                <a:cubicBezTo>
                  <a:pt x="438636" y="179763"/>
                  <a:pt x="427205" y="172801"/>
                  <a:pt x="414528" y="170688"/>
                </a:cubicBezTo>
                <a:cubicBezTo>
                  <a:pt x="378228" y="164638"/>
                  <a:pt x="341317" y="163061"/>
                  <a:pt x="304800" y="158496"/>
                </a:cubicBezTo>
                <a:cubicBezTo>
                  <a:pt x="184275" y="143430"/>
                  <a:pt x="258846" y="146304"/>
                  <a:pt x="158496" y="146304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7F9C37FE-2D12-BF28-6E6B-39B8605E7E77}"/>
              </a:ext>
            </a:extLst>
          </p:cNvPr>
          <p:cNvSpPr/>
          <p:nvPr/>
        </p:nvSpPr>
        <p:spPr>
          <a:xfrm>
            <a:off x="1106439" y="1734525"/>
            <a:ext cx="1393371" cy="1344097"/>
          </a:xfrm>
          <a:custGeom>
            <a:avLst/>
            <a:gdLst>
              <a:gd name="connsiteX0" fmla="*/ 963168 w 1584960"/>
              <a:gd name="connsiteY0" fmla="*/ 0 h 1609344"/>
              <a:gd name="connsiteX1" fmla="*/ 1024128 w 1584960"/>
              <a:gd name="connsiteY1" fmla="*/ 24384 h 1609344"/>
              <a:gd name="connsiteX2" fmla="*/ 1060704 w 1584960"/>
              <a:gd name="connsiteY2" fmla="*/ 36576 h 1609344"/>
              <a:gd name="connsiteX3" fmla="*/ 1170432 w 1584960"/>
              <a:gd name="connsiteY3" fmla="*/ 109728 h 1609344"/>
              <a:gd name="connsiteX4" fmla="*/ 1243584 w 1584960"/>
              <a:gd name="connsiteY4" fmla="*/ 158496 h 1609344"/>
              <a:gd name="connsiteX5" fmla="*/ 1280160 w 1584960"/>
              <a:gd name="connsiteY5" fmla="*/ 182880 h 1609344"/>
              <a:gd name="connsiteX6" fmla="*/ 1304544 w 1584960"/>
              <a:gd name="connsiteY6" fmla="*/ 219456 h 1609344"/>
              <a:gd name="connsiteX7" fmla="*/ 1377696 w 1584960"/>
              <a:gd name="connsiteY7" fmla="*/ 280416 h 1609344"/>
              <a:gd name="connsiteX8" fmla="*/ 1438656 w 1584960"/>
              <a:gd name="connsiteY8" fmla="*/ 341376 h 1609344"/>
              <a:gd name="connsiteX9" fmla="*/ 1450848 w 1584960"/>
              <a:gd name="connsiteY9" fmla="*/ 377952 h 1609344"/>
              <a:gd name="connsiteX10" fmla="*/ 1499616 w 1584960"/>
              <a:gd name="connsiteY10" fmla="*/ 451104 h 1609344"/>
              <a:gd name="connsiteX11" fmla="*/ 1536192 w 1584960"/>
              <a:gd name="connsiteY11" fmla="*/ 560832 h 1609344"/>
              <a:gd name="connsiteX12" fmla="*/ 1548384 w 1584960"/>
              <a:gd name="connsiteY12" fmla="*/ 597408 h 1609344"/>
              <a:gd name="connsiteX13" fmla="*/ 1560576 w 1584960"/>
              <a:gd name="connsiteY13" fmla="*/ 633984 h 1609344"/>
              <a:gd name="connsiteX14" fmla="*/ 1584960 w 1584960"/>
              <a:gd name="connsiteY14" fmla="*/ 768096 h 1609344"/>
              <a:gd name="connsiteX15" fmla="*/ 1572768 w 1584960"/>
              <a:gd name="connsiteY15" fmla="*/ 1219200 h 1609344"/>
              <a:gd name="connsiteX16" fmla="*/ 1548384 w 1584960"/>
              <a:gd name="connsiteY16" fmla="*/ 1304544 h 1609344"/>
              <a:gd name="connsiteX17" fmla="*/ 1450848 w 1584960"/>
              <a:gd name="connsiteY17" fmla="*/ 1414272 h 1609344"/>
              <a:gd name="connsiteX18" fmla="*/ 1377696 w 1584960"/>
              <a:gd name="connsiteY18" fmla="*/ 1463040 h 1609344"/>
              <a:gd name="connsiteX19" fmla="*/ 1304544 w 1584960"/>
              <a:gd name="connsiteY19" fmla="*/ 1487424 h 1609344"/>
              <a:gd name="connsiteX20" fmla="*/ 1267968 w 1584960"/>
              <a:gd name="connsiteY20" fmla="*/ 1511808 h 1609344"/>
              <a:gd name="connsiteX21" fmla="*/ 1194816 w 1584960"/>
              <a:gd name="connsiteY21" fmla="*/ 1536192 h 1609344"/>
              <a:gd name="connsiteX22" fmla="*/ 1121664 w 1584960"/>
              <a:gd name="connsiteY22" fmla="*/ 1560576 h 1609344"/>
              <a:gd name="connsiteX23" fmla="*/ 1011936 w 1584960"/>
              <a:gd name="connsiteY23" fmla="*/ 1597152 h 1609344"/>
              <a:gd name="connsiteX24" fmla="*/ 975360 w 1584960"/>
              <a:gd name="connsiteY24" fmla="*/ 1609344 h 1609344"/>
              <a:gd name="connsiteX25" fmla="*/ 609600 w 1584960"/>
              <a:gd name="connsiteY25" fmla="*/ 1584960 h 1609344"/>
              <a:gd name="connsiteX26" fmla="*/ 512064 w 1584960"/>
              <a:gd name="connsiteY26" fmla="*/ 1560576 h 1609344"/>
              <a:gd name="connsiteX27" fmla="*/ 475488 w 1584960"/>
              <a:gd name="connsiteY27" fmla="*/ 1548384 h 1609344"/>
              <a:gd name="connsiteX28" fmla="*/ 438912 w 1584960"/>
              <a:gd name="connsiteY28" fmla="*/ 1524000 h 1609344"/>
              <a:gd name="connsiteX29" fmla="*/ 329184 w 1584960"/>
              <a:gd name="connsiteY29" fmla="*/ 1463040 h 1609344"/>
              <a:gd name="connsiteX30" fmla="*/ 268224 w 1584960"/>
              <a:gd name="connsiteY30" fmla="*/ 1389888 h 1609344"/>
              <a:gd name="connsiteX31" fmla="*/ 182880 w 1584960"/>
              <a:gd name="connsiteY31" fmla="*/ 1280160 h 1609344"/>
              <a:gd name="connsiteX32" fmla="*/ 170688 w 1584960"/>
              <a:gd name="connsiteY32" fmla="*/ 1243584 h 1609344"/>
              <a:gd name="connsiteX33" fmla="*/ 121920 w 1584960"/>
              <a:gd name="connsiteY33" fmla="*/ 1170432 h 1609344"/>
              <a:gd name="connsiteX34" fmla="*/ 97536 w 1584960"/>
              <a:gd name="connsiteY34" fmla="*/ 1133856 h 1609344"/>
              <a:gd name="connsiteX35" fmla="*/ 48768 w 1584960"/>
              <a:gd name="connsiteY35" fmla="*/ 1024128 h 1609344"/>
              <a:gd name="connsiteX36" fmla="*/ 24384 w 1584960"/>
              <a:gd name="connsiteY36" fmla="*/ 938784 h 1609344"/>
              <a:gd name="connsiteX37" fmla="*/ 12192 w 1584960"/>
              <a:gd name="connsiteY37" fmla="*/ 902208 h 1609344"/>
              <a:gd name="connsiteX38" fmla="*/ 0 w 1584960"/>
              <a:gd name="connsiteY38" fmla="*/ 816864 h 1609344"/>
              <a:gd name="connsiteX39" fmla="*/ 12192 w 1584960"/>
              <a:gd name="connsiteY39" fmla="*/ 670560 h 1609344"/>
              <a:gd name="connsiteX40" fmla="*/ 85344 w 1584960"/>
              <a:gd name="connsiteY40" fmla="*/ 524256 h 1609344"/>
              <a:gd name="connsiteX41" fmla="*/ 121920 w 1584960"/>
              <a:gd name="connsiteY41" fmla="*/ 487680 h 1609344"/>
              <a:gd name="connsiteX42" fmla="*/ 146304 w 1584960"/>
              <a:gd name="connsiteY42" fmla="*/ 451104 h 1609344"/>
              <a:gd name="connsiteX43" fmla="*/ 182880 w 1584960"/>
              <a:gd name="connsiteY43" fmla="*/ 426720 h 1609344"/>
              <a:gd name="connsiteX44" fmla="*/ 219456 w 1584960"/>
              <a:gd name="connsiteY44" fmla="*/ 390144 h 1609344"/>
              <a:gd name="connsiteX45" fmla="*/ 329184 w 1584960"/>
              <a:gd name="connsiteY45" fmla="*/ 316992 h 1609344"/>
              <a:gd name="connsiteX46" fmla="*/ 365760 w 1584960"/>
              <a:gd name="connsiteY46" fmla="*/ 292608 h 1609344"/>
              <a:gd name="connsiteX47" fmla="*/ 402336 w 1584960"/>
              <a:gd name="connsiteY47" fmla="*/ 268224 h 1609344"/>
              <a:gd name="connsiteX48" fmla="*/ 426720 w 1584960"/>
              <a:gd name="connsiteY48" fmla="*/ 231648 h 1609344"/>
              <a:gd name="connsiteX49" fmla="*/ 475488 w 1584960"/>
              <a:gd name="connsiteY49" fmla="*/ 182880 h 1609344"/>
              <a:gd name="connsiteX50" fmla="*/ 512064 w 1584960"/>
              <a:gd name="connsiteY50" fmla="*/ 195072 h 1609344"/>
              <a:gd name="connsiteX51" fmla="*/ 512064 w 1584960"/>
              <a:gd name="connsiteY51" fmla="*/ 426720 h 1609344"/>
              <a:gd name="connsiteX52" fmla="*/ 524256 w 1584960"/>
              <a:gd name="connsiteY52" fmla="*/ 353568 h 1609344"/>
              <a:gd name="connsiteX53" fmla="*/ 512064 w 1584960"/>
              <a:gd name="connsiteY53" fmla="*/ 195072 h 1609344"/>
              <a:gd name="connsiteX54" fmla="*/ 451104 w 1584960"/>
              <a:gd name="connsiteY54" fmla="*/ 182880 h 1609344"/>
              <a:gd name="connsiteX55" fmla="*/ 414528 w 1584960"/>
              <a:gd name="connsiteY55" fmla="*/ 170688 h 1609344"/>
              <a:gd name="connsiteX56" fmla="*/ 304800 w 1584960"/>
              <a:gd name="connsiteY56" fmla="*/ 158496 h 1609344"/>
              <a:gd name="connsiteX57" fmla="*/ 158496 w 1584960"/>
              <a:gd name="connsiteY57" fmla="*/ 146304 h 160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584960" h="1609344">
                <a:moveTo>
                  <a:pt x="963168" y="0"/>
                </a:moveTo>
                <a:cubicBezTo>
                  <a:pt x="983488" y="8128"/>
                  <a:pt x="1003636" y="16700"/>
                  <a:pt x="1024128" y="24384"/>
                </a:cubicBezTo>
                <a:cubicBezTo>
                  <a:pt x="1036161" y="28896"/>
                  <a:pt x="1049470" y="30335"/>
                  <a:pt x="1060704" y="36576"/>
                </a:cubicBezTo>
                <a:lnTo>
                  <a:pt x="1170432" y="109728"/>
                </a:lnTo>
                <a:lnTo>
                  <a:pt x="1243584" y="158496"/>
                </a:lnTo>
                <a:lnTo>
                  <a:pt x="1280160" y="182880"/>
                </a:lnTo>
                <a:cubicBezTo>
                  <a:pt x="1288288" y="195072"/>
                  <a:pt x="1294183" y="209095"/>
                  <a:pt x="1304544" y="219456"/>
                </a:cubicBezTo>
                <a:cubicBezTo>
                  <a:pt x="1400448" y="315360"/>
                  <a:pt x="1277829" y="160576"/>
                  <a:pt x="1377696" y="280416"/>
                </a:cubicBezTo>
                <a:cubicBezTo>
                  <a:pt x="1428496" y="341376"/>
                  <a:pt x="1371600" y="296672"/>
                  <a:pt x="1438656" y="341376"/>
                </a:cubicBezTo>
                <a:cubicBezTo>
                  <a:pt x="1442720" y="353568"/>
                  <a:pt x="1444607" y="366718"/>
                  <a:pt x="1450848" y="377952"/>
                </a:cubicBezTo>
                <a:cubicBezTo>
                  <a:pt x="1465080" y="403570"/>
                  <a:pt x="1490349" y="423302"/>
                  <a:pt x="1499616" y="451104"/>
                </a:cubicBezTo>
                <a:lnTo>
                  <a:pt x="1536192" y="560832"/>
                </a:lnTo>
                <a:lnTo>
                  <a:pt x="1548384" y="597408"/>
                </a:lnTo>
                <a:cubicBezTo>
                  <a:pt x="1552448" y="609600"/>
                  <a:pt x="1558463" y="621307"/>
                  <a:pt x="1560576" y="633984"/>
                </a:cubicBezTo>
                <a:cubicBezTo>
                  <a:pt x="1576175" y="727576"/>
                  <a:pt x="1567920" y="682896"/>
                  <a:pt x="1584960" y="768096"/>
                </a:cubicBezTo>
                <a:cubicBezTo>
                  <a:pt x="1580896" y="918464"/>
                  <a:pt x="1580097" y="1068956"/>
                  <a:pt x="1572768" y="1219200"/>
                </a:cubicBezTo>
                <a:cubicBezTo>
                  <a:pt x="1572346" y="1227857"/>
                  <a:pt x="1554457" y="1292397"/>
                  <a:pt x="1548384" y="1304544"/>
                </a:cubicBezTo>
                <a:cubicBezTo>
                  <a:pt x="1530060" y="1341191"/>
                  <a:pt x="1475082" y="1398116"/>
                  <a:pt x="1450848" y="1414272"/>
                </a:cubicBezTo>
                <a:cubicBezTo>
                  <a:pt x="1426464" y="1430528"/>
                  <a:pt x="1405498" y="1453773"/>
                  <a:pt x="1377696" y="1463040"/>
                </a:cubicBezTo>
                <a:cubicBezTo>
                  <a:pt x="1353312" y="1471168"/>
                  <a:pt x="1325930" y="1473167"/>
                  <a:pt x="1304544" y="1487424"/>
                </a:cubicBezTo>
                <a:cubicBezTo>
                  <a:pt x="1292352" y="1495552"/>
                  <a:pt x="1281358" y="1505857"/>
                  <a:pt x="1267968" y="1511808"/>
                </a:cubicBezTo>
                <a:cubicBezTo>
                  <a:pt x="1244480" y="1522247"/>
                  <a:pt x="1219200" y="1528064"/>
                  <a:pt x="1194816" y="1536192"/>
                </a:cubicBezTo>
                <a:lnTo>
                  <a:pt x="1121664" y="1560576"/>
                </a:lnTo>
                <a:lnTo>
                  <a:pt x="1011936" y="1597152"/>
                </a:lnTo>
                <a:lnTo>
                  <a:pt x="975360" y="1609344"/>
                </a:lnTo>
                <a:cubicBezTo>
                  <a:pt x="842642" y="1603814"/>
                  <a:pt x="732301" y="1611253"/>
                  <a:pt x="609600" y="1584960"/>
                </a:cubicBezTo>
                <a:cubicBezTo>
                  <a:pt x="576831" y="1577938"/>
                  <a:pt x="543857" y="1571174"/>
                  <a:pt x="512064" y="1560576"/>
                </a:cubicBezTo>
                <a:cubicBezTo>
                  <a:pt x="499872" y="1556512"/>
                  <a:pt x="486983" y="1554131"/>
                  <a:pt x="475488" y="1548384"/>
                </a:cubicBezTo>
                <a:cubicBezTo>
                  <a:pt x="462382" y="1541831"/>
                  <a:pt x="452018" y="1530553"/>
                  <a:pt x="438912" y="1524000"/>
                </a:cubicBezTo>
                <a:cubicBezTo>
                  <a:pt x="377587" y="1493337"/>
                  <a:pt x="406067" y="1539923"/>
                  <a:pt x="329184" y="1463040"/>
                </a:cubicBezTo>
                <a:cubicBezTo>
                  <a:pt x="222327" y="1356183"/>
                  <a:pt x="353094" y="1491733"/>
                  <a:pt x="268224" y="1389888"/>
                </a:cubicBezTo>
                <a:cubicBezTo>
                  <a:pt x="233159" y="1347810"/>
                  <a:pt x="203423" y="1341789"/>
                  <a:pt x="182880" y="1280160"/>
                </a:cubicBezTo>
                <a:cubicBezTo>
                  <a:pt x="178816" y="1267968"/>
                  <a:pt x="176929" y="1254818"/>
                  <a:pt x="170688" y="1243584"/>
                </a:cubicBezTo>
                <a:cubicBezTo>
                  <a:pt x="156456" y="1217966"/>
                  <a:pt x="138176" y="1194816"/>
                  <a:pt x="121920" y="1170432"/>
                </a:cubicBezTo>
                <a:cubicBezTo>
                  <a:pt x="113792" y="1158240"/>
                  <a:pt x="102170" y="1147757"/>
                  <a:pt x="97536" y="1133856"/>
                </a:cubicBezTo>
                <a:cubicBezTo>
                  <a:pt x="34628" y="945131"/>
                  <a:pt x="106730" y="1140052"/>
                  <a:pt x="48768" y="1024128"/>
                </a:cubicBezTo>
                <a:cubicBezTo>
                  <a:pt x="39024" y="1004640"/>
                  <a:pt x="29592" y="957014"/>
                  <a:pt x="24384" y="938784"/>
                </a:cubicBezTo>
                <a:cubicBezTo>
                  <a:pt x="20853" y="926427"/>
                  <a:pt x="16256" y="914400"/>
                  <a:pt x="12192" y="902208"/>
                </a:cubicBezTo>
                <a:cubicBezTo>
                  <a:pt x="8128" y="873760"/>
                  <a:pt x="0" y="845601"/>
                  <a:pt x="0" y="816864"/>
                </a:cubicBezTo>
                <a:cubicBezTo>
                  <a:pt x="0" y="767927"/>
                  <a:pt x="4147" y="718831"/>
                  <a:pt x="12192" y="670560"/>
                </a:cubicBezTo>
                <a:cubicBezTo>
                  <a:pt x="20125" y="622963"/>
                  <a:pt x="51642" y="557958"/>
                  <a:pt x="85344" y="524256"/>
                </a:cubicBezTo>
                <a:cubicBezTo>
                  <a:pt x="97536" y="512064"/>
                  <a:pt x="110882" y="500926"/>
                  <a:pt x="121920" y="487680"/>
                </a:cubicBezTo>
                <a:cubicBezTo>
                  <a:pt x="131301" y="476423"/>
                  <a:pt x="135943" y="461465"/>
                  <a:pt x="146304" y="451104"/>
                </a:cubicBezTo>
                <a:cubicBezTo>
                  <a:pt x="156665" y="440743"/>
                  <a:pt x="171623" y="436101"/>
                  <a:pt x="182880" y="426720"/>
                </a:cubicBezTo>
                <a:cubicBezTo>
                  <a:pt x="196126" y="415682"/>
                  <a:pt x="205846" y="400730"/>
                  <a:pt x="219456" y="390144"/>
                </a:cubicBezTo>
                <a:lnTo>
                  <a:pt x="329184" y="316992"/>
                </a:lnTo>
                <a:lnTo>
                  <a:pt x="365760" y="292608"/>
                </a:lnTo>
                <a:lnTo>
                  <a:pt x="402336" y="268224"/>
                </a:lnTo>
                <a:cubicBezTo>
                  <a:pt x="410464" y="256032"/>
                  <a:pt x="415278" y="240802"/>
                  <a:pt x="426720" y="231648"/>
                </a:cubicBezTo>
                <a:cubicBezTo>
                  <a:pt x="485833" y="184358"/>
                  <a:pt x="448887" y="262682"/>
                  <a:pt x="475488" y="182880"/>
                </a:cubicBezTo>
                <a:cubicBezTo>
                  <a:pt x="487680" y="186944"/>
                  <a:pt x="511148" y="182253"/>
                  <a:pt x="512064" y="195072"/>
                </a:cubicBezTo>
                <a:cubicBezTo>
                  <a:pt x="528949" y="431468"/>
                  <a:pt x="477214" y="670669"/>
                  <a:pt x="512064" y="426720"/>
                </a:cubicBezTo>
                <a:cubicBezTo>
                  <a:pt x="515560" y="402248"/>
                  <a:pt x="520192" y="377952"/>
                  <a:pt x="524256" y="353568"/>
                </a:cubicBezTo>
                <a:cubicBezTo>
                  <a:pt x="520192" y="300736"/>
                  <a:pt x="532937" y="243776"/>
                  <a:pt x="512064" y="195072"/>
                </a:cubicBezTo>
                <a:cubicBezTo>
                  <a:pt x="503901" y="176025"/>
                  <a:pt x="471208" y="187906"/>
                  <a:pt x="451104" y="182880"/>
                </a:cubicBezTo>
                <a:cubicBezTo>
                  <a:pt x="438636" y="179763"/>
                  <a:pt x="427205" y="172801"/>
                  <a:pt x="414528" y="170688"/>
                </a:cubicBezTo>
                <a:cubicBezTo>
                  <a:pt x="378228" y="164638"/>
                  <a:pt x="341317" y="163061"/>
                  <a:pt x="304800" y="158496"/>
                </a:cubicBezTo>
                <a:cubicBezTo>
                  <a:pt x="184275" y="143430"/>
                  <a:pt x="258846" y="146304"/>
                  <a:pt x="158496" y="146304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C5C5915F-9247-43BC-A737-5B46EADF1F03}"/>
              </a:ext>
            </a:extLst>
          </p:cNvPr>
          <p:cNvSpPr/>
          <p:nvPr/>
        </p:nvSpPr>
        <p:spPr>
          <a:xfrm>
            <a:off x="9870222" y="1857894"/>
            <a:ext cx="1393371" cy="1344097"/>
          </a:xfrm>
          <a:custGeom>
            <a:avLst/>
            <a:gdLst>
              <a:gd name="connsiteX0" fmla="*/ 963168 w 1584960"/>
              <a:gd name="connsiteY0" fmla="*/ 0 h 1609344"/>
              <a:gd name="connsiteX1" fmla="*/ 1024128 w 1584960"/>
              <a:gd name="connsiteY1" fmla="*/ 24384 h 1609344"/>
              <a:gd name="connsiteX2" fmla="*/ 1060704 w 1584960"/>
              <a:gd name="connsiteY2" fmla="*/ 36576 h 1609344"/>
              <a:gd name="connsiteX3" fmla="*/ 1170432 w 1584960"/>
              <a:gd name="connsiteY3" fmla="*/ 109728 h 1609344"/>
              <a:gd name="connsiteX4" fmla="*/ 1243584 w 1584960"/>
              <a:gd name="connsiteY4" fmla="*/ 158496 h 1609344"/>
              <a:gd name="connsiteX5" fmla="*/ 1280160 w 1584960"/>
              <a:gd name="connsiteY5" fmla="*/ 182880 h 1609344"/>
              <a:gd name="connsiteX6" fmla="*/ 1304544 w 1584960"/>
              <a:gd name="connsiteY6" fmla="*/ 219456 h 1609344"/>
              <a:gd name="connsiteX7" fmla="*/ 1377696 w 1584960"/>
              <a:gd name="connsiteY7" fmla="*/ 280416 h 1609344"/>
              <a:gd name="connsiteX8" fmla="*/ 1438656 w 1584960"/>
              <a:gd name="connsiteY8" fmla="*/ 341376 h 1609344"/>
              <a:gd name="connsiteX9" fmla="*/ 1450848 w 1584960"/>
              <a:gd name="connsiteY9" fmla="*/ 377952 h 1609344"/>
              <a:gd name="connsiteX10" fmla="*/ 1499616 w 1584960"/>
              <a:gd name="connsiteY10" fmla="*/ 451104 h 1609344"/>
              <a:gd name="connsiteX11" fmla="*/ 1536192 w 1584960"/>
              <a:gd name="connsiteY11" fmla="*/ 560832 h 1609344"/>
              <a:gd name="connsiteX12" fmla="*/ 1548384 w 1584960"/>
              <a:gd name="connsiteY12" fmla="*/ 597408 h 1609344"/>
              <a:gd name="connsiteX13" fmla="*/ 1560576 w 1584960"/>
              <a:gd name="connsiteY13" fmla="*/ 633984 h 1609344"/>
              <a:gd name="connsiteX14" fmla="*/ 1584960 w 1584960"/>
              <a:gd name="connsiteY14" fmla="*/ 768096 h 1609344"/>
              <a:gd name="connsiteX15" fmla="*/ 1572768 w 1584960"/>
              <a:gd name="connsiteY15" fmla="*/ 1219200 h 1609344"/>
              <a:gd name="connsiteX16" fmla="*/ 1548384 w 1584960"/>
              <a:gd name="connsiteY16" fmla="*/ 1304544 h 1609344"/>
              <a:gd name="connsiteX17" fmla="*/ 1450848 w 1584960"/>
              <a:gd name="connsiteY17" fmla="*/ 1414272 h 1609344"/>
              <a:gd name="connsiteX18" fmla="*/ 1377696 w 1584960"/>
              <a:gd name="connsiteY18" fmla="*/ 1463040 h 1609344"/>
              <a:gd name="connsiteX19" fmla="*/ 1304544 w 1584960"/>
              <a:gd name="connsiteY19" fmla="*/ 1487424 h 1609344"/>
              <a:gd name="connsiteX20" fmla="*/ 1267968 w 1584960"/>
              <a:gd name="connsiteY20" fmla="*/ 1511808 h 1609344"/>
              <a:gd name="connsiteX21" fmla="*/ 1194816 w 1584960"/>
              <a:gd name="connsiteY21" fmla="*/ 1536192 h 1609344"/>
              <a:gd name="connsiteX22" fmla="*/ 1121664 w 1584960"/>
              <a:gd name="connsiteY22" fmla="*/ 1560576 h 1609344"/>
              <a:gd name="connsiteX23" fmla="*/ 1011936 w 1584960"/>
              <a:gd name="connsiteY23" fmla="*/ 1597152 h 1609344"/>
              <a:gd name="connsiteX24" fmla="*/ 975360 w 1584960"/>
              <a:gd name="connsiteY24" fmla="*/ 1609344 h 1609344"/>
              <a:gd name="connsiteX25" fmla="*/ 609600 w 1584960"/>
              <a:gd name="connsiteY25" fmla="*/ 1584960 h 1609344"/>
              <a:gd name="connsiteX26" fmla="*/ 512064 w 1584960"/>
              <a:gd name="connsiteY26" fmla="*/ 1560576 h 1609344"/>
              <a:gd name="connsiteX27" fmla="*/ 475488 w 1584960"/>
              <a:gd name="connsiteY27" fmla="*/ 1548384 h 1609344"/>
              <a:gd name="connsiteX28" fmla="*/ 438912 w 1584960"/>
              <a:gd name="connsiteY28" fmla="*/ 1524000 h 1609344"/>
              <a:gd name="connsiteX29" fmla="*/ 329184 w 1584960"/>
              <a:gd name="connsiteY29" fmla="*/ 1463040 h 1609344"/>
              <a:gd name="connsiteX30" fmla="*/ 268224 w 1584960"/>
              <a:gd name="connsiteY30" fmla="*/ 1389888 h 1609344"/>
              <a:gd name="connsiteX31" fmla="*/ 182880 w 1584960"/>
              <a:gd name="connsiteY31" fmla="*/ 1280160 h 1609344"/>
              <a:gd name="connsiteX32" fmla="*/ 170688 w 1584960"/>
              <a:gd name="connsiteY32" fmla="*/ 1243584 h 1609344"/>
              <a:gd name="connsiteX33" fmla="*/ 121920 w 1584960"/>
              <a:gd name="connsiteY33" fmla="*/ 1170432 h 1609344"/>
              <a:gd name="connsiteX34" fmla="*/ 97536 w 1584960"/>
              <a:gd name="connsiteY34" fmla="*/ 1133856 h 1609344"/>
              <a:gd name="connsiteX35" fmla="*/ 48768 w 1584960"/>
              <a:gd name="connsiteY35" fmla="*/ 1024128 h 1609344"/>
              <a:gd name="connsiteX36" fmla="*/ 24384 w 1584960"/>
              <a:gd name="connsiteY36" fmla="*/ 938784 h 1609344"/>
              <a:gd name="connsiteX37" fmla="*/ 12192 w 1584960"/>
              <a:gd name="connsiteY37" fmla="*/ 902208 h 1609344"/>
              <a:gd name="connsiteX38" fmla="*/ 0 w 1584960"/>
              <a:gd name="connsiteY38" fmla="*/ 816864 h 1609344"/>
              <a:gd name="connsiteX39" fmla="*/ 12192 w 1584960"/>
              <a:gd name="connsiteY39" fmla="*/ 670560 h 1609344"/>
              <a:gd name="connsiteX40" fmla="*/ 85344 w 1584960"/>
              <a:gd name="connsiteY40" fmla="*/ 524256 h 1609344"/>
              <a:gd name="connsiteX41" fmla="*/ 121920 w 1584960"/>
              <a:gd name="connsiteY41" fmla="*/ 487680 h 1609344"/>
              <a:gd name="connsiteX42" fmla="*/ 146304 w 1584960"/>
              <a:gd name="connsiteY42" fmla="*/ 451104 h 1609344"/>
              <a:gd name="connsiteX43" fmla="*/ 182880 w 1584960"/>
              <a:gd name="connsiteY43" fmla="*/ 426720 h 1609344"/>
              <a:gd name="connsiteX44" fmla="*/ 219456 w 1584960"/>
              <a:gd name="connsiteY44" fmla="*/ 390144 h 1609344"/>
              <a:gd name="connsiteX45" fmla="*/ 329184 w 1584960"/>
              <a:gd name="connsiteY45" fmla="*/ 316992 h 1609344"/>
              <a:gd name="connsiteX46" fmla="*/ 365760 w 1584960"/>
              <a:gd name="connsiteY46" fmla="*/ 292608 h 1609344"/>
              <a:gd name="connsiteX47" fmla="*/ 402336 w 1584960"/>
              <a:gd name="connsiteY47" fmla="*/ 268224 h 1609344"/>
              <a:gd name="connsiteX48" fmla="*/ 426720 w 1584960"/>
              <a:gd name="connsiteY48" fmla="*/ 231648 h 1609344"/>
              <a:gd name="connsiteX49" fmla="*/ 475488 w 1584960"/>
              <a:gd name="connsiteY49" fmla="*/ 182880 h 1609344"/>
              <a:gd name="connsiteX50" fmla="*/ 512064 w 1584960"/>
              <a:gd name="connsiteY50" fmla="*/ 195072 h 1609344"/>
              <a:gd name="connsiteX51" fmla="*/ 512064 w 1584960"/>
              <a:gd name="connsiteY51" fmla="*/ 426720 h 1609344"/>
              <a:gd name="connsiteX52" fmla="*/ 524256 w 1584960"/>
              <a:gd name="connsiteY52" fmla="*/ 353568 h 1609344"/>
              <a:gd name="connsiteX53" fmla="*/ 512064 w 1584960"/>
              <a:gd name="connsiteY53" fmla="*/ 195072 h 1609344"/>
              <a:gd name="connsiteX54" fmla="*/ 451104 w 1584960"/>
              <a:gd name="connsiteY54" fmla="*/ 182880 h 1609344"/>
              <a:gd name="connsiteX55" fmla="*/ 414528 w 1584960"/>
              <a:gd name="connsiteY55" fmla="*/ 170688 h 1609344"/>
              <a:gd name="connsiteX56" fmla="*/ 304800 w 1584960"/>
              <a:gd name="connsiteY56" fmla="*/ 158496 h 1609344"/>
              <a:gd name="connsiteX57" fmla="*/ 158496 w 1584960"/>
              <a:gd name="connsiteY57" fmla="*/ 146304 h 160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584960" h="1609344">
                <a:moveTo>
                  <a:pt x="963168" y="0"/>
                </a:moveTo>
                <a:cubicBezTo>
                  <a:pt x="983488" y="8128"/>
                  <a:pt x="1003636" y="16700"/>
                  <a:pt x="1024128" y="24384"/>
                </a:cubicBezTo>
                <a:cubicBezTo>
                  <a:pt x="1036161" y="28896"/>
                  <a:pt x="1049470" y="30335"/>
                  <a:pt x="1060704" y="36576"/>
                </a:cubicBezTo>
                <a:lnTo>
                  <a:pt x="1170432" y="109728"/>
                </a:lnTo>
                <a:lnTo>
                  <a:pt x="1243584" y="158496"/>
                </a:lnTo>
                <a:lnTo>
                  <a:pt x="1280160" y="182880"/>
                </a:lnTo>
                <a:cubicBezTo>
                  <a:pt x="1288288" y="195072"/>
                  <a:pt x="1294183" y="209095"/>
                  <a:pt x="1304544" y="219456"/>
                </a:cubicBezTo>
                <a:cubicBezTo>
                  <a:pt x="1400448" y="315360"/>
                  <a:pt x="1277829" y="160576"/>
                  <a:pt x="1377696" y="280416"/>
                </a:cubicBezTo>
                <a:cubicBezTo>
                  <a:pt x="1428496" y="341376"/>
                  <a:pt x="1371600" y="296672"/>
                  <a:pt x="1438656" y="341376"/>
                </a:cubicBezTo>
                <a:cubicBezTo>
                  <a:pt x="1442720" y="353568"/>
                  <a:pt x="1444607" y="366718"/>
                  <a:pt x="1450848" y="377952"/>
                </a:cubicBezTo>
                <a:cubicBezTo>
                  <a:pt x="1465080" y="403570"/>
                  <a:pt x="1490349" y="423302"/>
                  <a:pt x="1499616" y="451104"/>
                </a:cubicBezTo>
                <a:lnTo>
                  <a:pt x="1536192" y="560832"/>
                </a:lnTo>
                <a:lnTo>
                  <a:pt x="1548384" y="597408"/>
                </a:lnTo>
                <a:cubicBezTo>
                  <a:pt x="1552448" y="609600"/>
                  <a:pt x="1558463" y="621307"/>
                  <a:pt x="1560576" y="633984"/>
                </a:cubicBezTo>
                <a:cubicBezTo>
                  <a:pt x="1576175" y="727576"/>
                  <a:pt x="1567920" y="682896"/>
                  <a:pt x="1584960" y="768096"/>
                </a:cubicBezTo>
                <a:cubicBezTo>
                  <a:pt x="1580896" y="918464"/>
                  <a:pt x="1580097" y="1068956"/>
                  <a:pt x="1572768" y="1219200"/>
                </a:cubicBezTo>
                <a:cubicBezTo>
                  <a:pt x="1572346" y="1227857"/>
                  <a:pt x="1554457" y="1292397"/>
                  <a:pt x="1548384" y="1304544"/>
                </a:cubicBezTo>
                <a:cubicBezTo>
                  <a:pt x="1530060" y="1341191"/>
                  <a:pt x="1475082" y="1398116"/>
                  <a:pt x="1450848" y="1414272"/>
                </a:cubicBezTo>
                <a:cubicBezTo>
                  <a:pt x="1426464" y="1430528"/>
                  <a:pt x="1405498" y="1453773"/>
                  <a:pt x="1377696" y="1463040"/>
                </a:cubicBezTo>
                <a:cubicBezTo>
                  <a:pt x="1353312" y="1471168"/>
                  <a:pt x="1325930" y="1473167"/>
                  <a:pt x="1304544" y="1487424"/>
                </a:cubicBezTo>
                <a:cubicBezTo>
                  <a:pt x="1292352" y="1495552"/>
                  <a:pt x="1281358" y="1505857"/>
                  <a:pt x="1267968" y="1511808"/>
                </a:cubicBezTo>
                <a:cubicBezTo>
                  <a:pt x="1244480" y="1522247"/>
                  <a:pt x="1219200" y="1528064"/>
                  <a:pt x="1194816" y="1536192"/>
                </a:cubicBezTo>
                <a:lnTo>
                  <a:pt x="1121664" y="1560576"/>
                </a:lnTo>
                <a:lnTo>
                  <a:pt x="1011936" y="1597152"/>
                </a:lnTo>
                <a:lnTo>
                  <a:pt x="975360" y="1609344"/>
                </a:lnTo>
                <a:cubicBezTo>
                  <a:pt x="842642" y="1603814"/>
                  <a:pt x="732301" y="1611253"/>
                  <a:pt x="609600" y="1584960"/>
                </a:cubicBezTo>
                <a:cubicBezTo>
                  <a:pt x="576831" y="1577938"/>
                  <a:pt x="543857" y="1571174"/>
                  <a:pt x="512064" y="1560576"/>
                </a:cubicBezTo>
                <a:cubicBezTo>
                  <a:pt x="499872" y="1556512"/>
                  <a:pt x="486983" y="1554131"/>
                  <a:pt x="475488" y="1548384"/>
                </a:cubicBezTo>
                <a:cubicBezTo>
                  <a:pt x="462382" y="1541831"/>
                  <a:pt x="452018" y="1530553"/>
                  <a:pt x="438912" y="1524000"/>
                </a:cubicBezTo>
                <a:cubicBezTo>
                  <a:pt x="377587" y="1493337"/>
                  <a:pt x="406067" y="1539923"/>
                  <a:pt x="329184" y="1463040"/>
                </a:cubicBezTo>
                <a:cubicBezTo>
                  <a:pt x="222327" y="1356183"/>
                  <a:pt x="353094" y="1491733"/>
                  <a:pt x="268224" y="1389888"/>
                </a:cubicBezTo>
                <a:cubicBezTo>
                  <a:pt x="233159" y="1347810"/>
                  <a:pt x="203423" y="1341789"/>
                  <a:pt x="182880" y="1280160"/>
                </a:cubicBezTo>
                <a:cubicBezTo>
                  <a:pt x="178816" y="1267968"/>
                  <a:pt x="176929" y="1254818"/>
                  <a:pt x="170688" y="1243584"/>
                </a:cubicBezTo>
                <a:cubicBezTo>
                  <a:pt x="156456" y="1217966"/>
                  <a:pt x="138176" y="1194816"/>
                  <a:pt x="121920" y="1170432"/>
                </a:cubicBezTo>
                <a:cubicBezTo>
                  <a:pt x="113792" y="1158240"/>
                  <a:pt x="102170" y="1147757"/>
                  <a:pt x="97536" y="1133856"/>
                </a:cubicBezTo>
                <a:cubicBezTo>
                  <a:pt x="34628" y="945131"/>
                  <a:pt x="106730" y="1140052"/>
                  <a:pt x="48768" y="1024128"/>
                </a:cubicBezTo>
                <a:cubicBezTo>
                  <a:pt x="39024" y="1004640"/>
                  <a:pt x="29592" y="957014"/>
                  <a:pt x="24384" y="938784"/>
                </a:cubicBezTo>
                <a:cubicBezTo>
                  <a:pt x="20853" y="926427"/>
                  <a:pt x="16256" y="914400"/>
                  <a:pt x="12192" y="902208"/>
                </a:cubicBezTo>
                <a:cubicBezTo>
                  <a:pt x="8128" y="873760"/>
                  <a:pt x="0" y="845601"/>
                  <a:pt x="0" y="816864"/>
                </a:cubicBezTo>
                <a:cubicBezTo>
                  <a:pt x="0" y="767927"/>
                  <a:pt x="4147" y="718831"/>
                  <a:pt x="12192" y="670560"/>
                </a:cubicBezTo>
                <a:cubicBezTo>
                  <a:pt x="20125" y="622963"/>
                  <a:pt x="51642" y="557958"/>
                  <a:pt x="85344" y="524256"/>
                </a:cubicBezTo>
                <a:cubicBezTo>
                  <a:pt x="97536" y="512064"/>
                  <a:pt x="110882" y="500926"/>
                  <a:pt x="121920" y="487680"/>
                </a:cubicBezTo>
                <a:cubicBezTo>
                  <a:pt x="131301" y="476423"/>
                  <a:pt x="135943" y="461465"/>
                  <a:pt x="146304" y="451104"/>
                </a:cubicBezTo>
                <a:cubicBezTo>
                  <a:pt x="156665" y="440743"/>
                  <a:pt x="171623" y="436101"/>
                  <a:pt x="182880" y="426720"/>
                </a:cubicBezTo>
                <a:cubicBezTo>
                  <a:pt x="196126" y="415682"/>
                  <a:pt x="205846" y="400730"/>
                  <a:pt x="219456" y="390144"/>
                </a:cubicBezTo>
                <a:lnTo>
                  <a:pt x="329184" y="316992"/>
                </a:lnTo>
                <a:lnTo>
                  <a:pt x="365760" y="292608"/>
                </a:lnTo>
                <a:lnTo>
                  <a:pt x="402336" y="268224"/>
                </a:lnTo>
                <a:cubicBezTo>
                  <a:pt x="410464" y="256032"/>
                  <a:pt x="415278" y="240802"/>
                  <a:pt x="426720" y="231648"/>
                </a:cubicBezTo>
                <a:cubicBezTo>
                  <a:pt x="485833" y="184358"/>
                  <a:pt x="448887" y="262682"/>
                  <a:pt x="475488" y="182880"/>
                </a:cubicBezTo>
                <a:cubicBezTo>
                  <a:pt x="487680" y="186944"/>
                  <a:pt x="511148" y="182253"/>
                  <a:pt x="512064" y="195072"/>
                </a:cubicBezTo>
                <a:cubicBezTo>
                  <a:pt x="528949" y="431468"/>
                  <a:pt x="477214" y="670669"/>
                  <a:pt x="512064" y="426720"/>
                </a:cubicBezTo>
                <a:cubicBezTo>
                  <a:pt x="515560" y="402248"/>
                  <a:pt x="520192" y="377952"/>
                  <a:pt x="524256" y="353568"/>
                </a:cubicBezTo>
                <a:cubicBezTo>
                  <a:pt x="520192" y="300736"/>
                  <a:pt x="532937" y="243776"/>
                  <a:pt x="512064" y="195072"/>
                </a:cubicBezTo>
                <a:cubicBezTo>
                  <a:pt x="503901" y="176025"/>
                  <a:pt x="471208" y="187906"/>
                  <a:pt x="451104" y="182880"/>
                </a:cubicBezTo>
                <a:cubicBezTo>
                  <a:pt x="438636" y="179763"/>
                  <a:pt x="427205" y="172801"/>
                  <a:pt x="414528" y="170688"/>
                </a:cubicBezTo>
                <a:cubicBezTo>
                  <a:pt x="378228" y="164638"/>
                  <a:pt x="341317" y="163061"/>
                  <a:pt x="304800" y="158496"/>
                </a:cubicBezTo>
                <a:cubicBezTo>
                  <a:pt x="184275" y="143430"/>
                  <a:pt x="258846" y="146304"/>
                  <a:pt x="158496" y="146304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6251" t="12995" r="37531"/>
          <a:stretch/>
        </p:blipFill>
        <p:spPr>
          <a:xfrm>
            <a:off x="4407365" y="1705470"/>
            <a:ext cx="2812114" cy="24015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60886B-6D8E-4EA3-ADEC-E4D95AF5022E}"/>
              </a:ext>
            </a:extLst>
          </p:cNvPr>
          <p:cNvSpPr txBox="1"/>
          <p:nvPr/>
        </p:nvSpPr>
        <p:spPr>
          <a:xfrm>
            <a:off x="159026" y="145090"/>
            <a:ext cx="1187394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Q6: </a:t>
            </a:r>
            <a:r>
              <a:rPr lang="en-US" sz="3600" dirty="0"/>
              <a:t>Which direction </a:t>
            </a:r>
            <a:r>
              <a:rPr lang="en-US" sz="3600" b="1" dirty="0"/>
              <a:t>pattern</a:t>
            </a:r>
            <a:r>
              <a:rPr lang="en-US" sz="3600" dirty="0"/>
              <a:t> do the Ocean Currents flow (TURN) in the </a:t>
            </a:r>
            <a:r>
              <a:rPr lang="en-US" sz="3600" b="1" dirty="0"/>
              <a:t>SOUTHERN HEMISPHERE</a:t>
            </a:r>
            <a:r>
              <a:rPr lang="en-US" sz="3600" dirty="0"/>
              <a:t>?</a:t>
            </a:r>
          </a:p>
          <a:p>
            <a:endParaRPr lang="en-US" sz="800" dirty="0"/>
          </a:p>
          <a:p>
            <a:pPr algn="ctr"/>
            <a:r>
              <a:rPr lang="en-US" sz="3600" b="1" dirty="0"/>
              <a:t>CLOCKWISE		COUNTERCLOCKWISE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C430BA-640A-D258-4631-75282D1685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763" b="14937"/>
          <a:stretch/>
        </p:blipFill>
        <p:spPr>
          <a:xfrm>
            <a:off x="896679" y="4107034"/>
            <a:ext cx="10398642" cy="27573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C18787E-14AB-51E5-E3B8-DD3C5C8910D4}"/>
                  </a:ext>
                </a:extLst>
              </p14:cNvPr>
              <p14:cNvContentPartPr/>
              <p14:nvPr/>
            </p14:nvContentPartPr>
            <p14:xfrm>
              <a:off x="4701968" y="4220071"/>
              <a:ext cx="1975680" cy="1554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C18787E-14AB-51E5-E3B8-DD3C5C8910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47968" y="4112431"/>
                <a:ext cx="2083320" cy="176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893EE1D-07E5-0C9E-8B5B-45525C7ACFB3}"/>
                  </a:ext>
                </a:extLst>
              </p14:cNvPr>
              <p14:cNvContentPartPr/>
              <p14:nvPr/>
            </p14:nvContentPartPr>
            <p14:xfrm>
              <a:off x="1104488" y="4539031"/>
              <a:ext cx="3042720" cy="1276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893EE1D-07E5-0C9E-8B5B-45525C7ACFB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0488" y="4431391"/>
                <a:ext cx="3150360" cy="149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411B04C-3D0F-E75B-FFDB-F64E3191D61C}"/>
                  </a:ext>
                </a:extLst>
              </p14:cNvPr>
              <p14:cNvContentPartPr/>
              <p14:nvPr/>
            </p14:nvContentPartPr>
            <p14:xfrm>
              <a:off x="7037288" y="4336711"/>
              <a:ext cx="2185560" cy="1447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411B04C-3D0F-E75B-FFDB-F64E3191D61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83648" y="4229071"/>
                <a:ext cx="2293200" cy="16635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Freeform 7">
            <a:extLst>
              <a:ext uri="{FF2B5EF4-FFF2-40B4-BE49-F238E27FC236}">
                <a16:creationId xmlns:a16="http://schemas.microsoft.com/office/drawing/2014/main" id="{2DF1F325-0AE5-3803-4DBF-AF15A15C9AC2}"/>
              </a:ext>
            </a:extLst>
          </p:cNvPr>
          <p:cNvSpPr/>
          <p:nvPr/>
        </p:nvSpPr>
        <p:spPr>
          <a:xfrm flipH="1">
            <a:off x="4682481" y="4304129"/>
            <a:ext cx="1964380" cy="1507948"/>
          </a:xfrm>
          <a:custGeom>
            <a:avLst/>
            <a:gdLst>
              <a:gd name="connsiteX0" fmla="*/ 963168 w 1584960"/>
              <a:gd name="connsiteY0" fmla="*/ 0 h 1609344"/>
              <a:gd name="connsiteX1" fmla="*/ 1024128 w 1584960"/>
              <a:gd name="connsiteY1" fmla="*/ 24384 h 1609344"/>
              <a:gd name="connsiteX2" fmla="*/ 1060704 w 1584960"/>
              <a:gd name="connsiteY2" fmla="*/ 36576 h 1609344"/>
              <a:gd name="connsiteX3" fmla="*/ 1170432 w 1584960"/>
              <a:gd name="connsiteY3" fmla="*/ 109728 h 1609344"/>
              <a:gd name="connsiteX4" fmla="*/ 1243584 w 1584960"/>
              <a:gd name="connsiteY4" fmla="*/ 158496 h 1609344"/>
              <a:gd name="connsiteX5" fmla="*/ 1280160 w 1584960"/>
              <a:gd name="connsiteY5" fmla="*/ 182880 h 1609344"/>
              <a:gd name="connsiteX6" fmla="*/ 1304544 w 1584960"/>
              <a:gd name="connsiteY6" fmla="*/ 219456 h 1609344"/>
              <a:gd name="connsiteX7" fmla="*/ 1377696 w 1584960"/>
              <a:gd name="connsiteY7" fmla="*/ 280416 h 1609344"/>
              <a:gd name="connsiteX8" fmla="*/ 1438656 w 1584960"/>
              <a:gd name="connsiteY8" fmla="*/ 341376 h 1609344"/>
              <a:gd name="connsiteX9" fmla="*/ 1450848 w 1584960"/>
              <a:gd name="connsiteY9" fmla="*/ 377952 h 1609344"/>
              <a:gd name="connsiteX10" fmla="*/ 1499616 w 1584960"/>
              <a:gd name="connsiteY10" fmla="*/ 451104 h 1609344"/>
              <a:gd name="connsiteX11" fmla="*/ 1536192 w 1584960"/>
              <a:gd name="connsiteY11" fmla="*/ 560832 h 1609344"/>
              <a:gd name="connsiteX12" fmla="*/ 1548384 w 1584960"/>
              <a:gd name="connsiteY12" fmla="*/ 597408 h 1609344"/>
              <a:gd name="connsiteX13" fmla="*/ 1560576 w 1584960"/>
              <a:gd name="connsiteY13" fmla="*/ 633984 h 1609344"/>
              <a:gd name="connsiteX14" fmla="*/ 1584960 w 1584960"/>
              <a:gd name="connsiteY14" fmla="*/ 768096 h 1609344"/>
              <a:gd name="connsiteX15" fmla="*/ 1572768 w 1584960"/>
              <a:gd name="connsiteY15" fmla="*/ 1219200 h 1609344"/>
              <a:gd name="connsiteX16" fmla="*/ 1548384 w 1584960"/>
              <a:gd name="connsiteY16" fmla="*/ 1304544 h 1609344"/>
              <a:gd name="connsiteX17" fmla="*/ 1450848 w 1584960"/>
              <a:gd name="connsiteY17" fmla="*/ 1414272 h 1609344"/>
              <a:gd name="connsiteX18" fmla="*/ 1377696 w 1584960"/>
              <a:gd name="connsiteY18" fmla="*/ 1463040 h 1609344"/>
              <a:gd name="connsiteX19" fmla="*/ 1304544 w 1584960"/>
              <a:gd name="connsiteY19" fmla="*/ 1487424 h 1609344"/>
              <a:gd name="connsiteX20" fmla="*/ 1267968 w 1584960"/>
              <a:gd name="connsiteY20" fmla="*/ 1511808 h 1609344"/>
              <a:gd name="connsiteX21" fmla="*/ 1194816 w 1584960"/>
              <a:gd name="connsiteY21" fmla="*/ 1536192 h 1609344"/>
              <a:gd name="connsiteX22" fmla="*/ 1121664 w 1584960"/>
              <a:gd name="connsiteY22" fmla="*/ 1560576 h 1609344"/>
              <a:gd name="connsiteX23" fmla="*/ 1011936 w 1584960"/>
              <a:gd name="connsiteY23" fmla="*/ 1597152 h 1609344"/>
              <a:gd name="connsiteX24" fmla="*/ 975360 w 1584960"/>
              <a:gd name="connsiteY24" fmla="*/ 1609344 h 1609344"/>
              <a:gd name="connsiteX25" fmla="*/ 609600 w 1584960"/>
              <a:gd name="connsiteY25" fmla="*/ 1584960 h 1609344"/>
              <a:gd name="connsiteX26" fmla="*/ 512064 w 1584960"/>
              <a:gd name="connsiteY26" fmla="*/ 1560576 h 1609344"/>
              <a:gd name="connsiteX27" fmla="*/ 475488 w 1584960"/>
              <a:gd name="connsiteY27" fmla="*/ 1548384 h 1609344"/>
              <a:gd name="connsiteX28" fmla="*/ 438912 w 1584960"/>
              <a:gd name="connsiteY28" fmla="*/ 1524000 h 1609344"/>
              <a:gd name="connsiteX29" fmla="*/ 329184 w 1584960"/>
              <a:gd name="connsiteY29" fmla="*/ 1463040 h 1609344"/>
              <a:gd name="connsiteX30" fmla="*/ 268224 w 1584960"/>
              <a:gd name="connsiteY30" fmla="*/ 1389888 h 1609344"/>
              <a:gd name="connsiteX31" fmla="*/ 182880 w 1584960"/>
              <a:gd name="connsiteY31" fmla="*/ 1280160 h 1609344"/>
              <a:gd name="connsiteX32" fmla="*/ 170688 w 1584960"/>
              <a:gd name="connsiteY32" fmla="*/ 1243584 h 1609344"/>
              <a:gd name="connsiteX33" fmla="*/ 121920 w 1584960"/>
              <a:gd name="connsiteY33" fmla="*/ 1170432 h 1609344"/>
              <a:gd name="connsiteX34" fmla="*/ 97536 w 1584960"/>
              <a:gd name="connsiteY34" fmla="*/ 1133856 h 1609344"/>
              <a:gd name="connsiteX35" fmla="*/ 48768 w 1584960"/>
              <a:gd name="connsiteY35" fmla="*/ 1024128 h 1609344"/>
              <a:gd name="connsiteX36" fmla="*/ 24384 w 1584960"/>
              <a:gd name="connsiteY36" fmla="*/ 938784 h 1609344"/>
              <a:gd name="connsiteX37" fmla="*/ 12192 w 1584960"/>
              <a:gd name="connsiteY37" fmla="*/ 902208 h 1609344"/>
              <a:gd name="connsiteX38" fmla="*/ 0 w 1584960"/>
              <a:gd name="connsiteY38" fmla="*/ 816864 h 1609344"/>
              <a:gd name="connsiteX39" fmla="*/ 12192 w 1584960"/>
              <a:gd name="connsiteY39" fmla="*/ 670560 h 1609344"/>
              <a:gd name="connsiteX40" fmla="*/ 85344 w 1584960"/>
              <a:gd name="connsiteY40" fmla="*/ 524256 h 1609344"/>
              <a:gd name="connsiteX41" fmla="*/ 121920 w 1584960"/>
              <a:gd name="connsiteY41" fmla="*/ 487680 h 1609344"/>
              <a:gd name="connsiteX42" fmla="*/ 146304 w 1584960"/>
              <a:gd name="connsiteY42" fmla="*/ 451104 h 1609344"/>
              <a:gd name="connsiteX43" fmla="*/ 182880 w 1584960"/>
              <a:gd name="connsiteY43" fmla="*/ 426720 h 1609344"/>
              <a:gd name="connsiteX44" fmla="*/ 219456 w 1584960"/>
              <a:gd name="connsiteY44" fmla="*/ 390144 h 1609344"/>
              <a:gd name="connsiteX45" fmla="*/ 329184 w 1584960"/>
              <a:gd name="connsiteY45" fmla="*/ 316992 h 1609344"/>
              <a:gd name="connsiteX46" fmla="*/ 365760 w 1584960"/>
              <a:gd name="connsiteY46" fmla="*/ 292608 h 1609344"/>
              <a:gd name="connsiteX47" fmla="*/ 402336 w 1584960"/>
              <a:gd name="connsiteY47" fmla="*/ 268224 h 1609344"/>
              <a:gd name="connsiteX48" fmla="*/ 426720 w 1584960"/>
              <a:gd name="connsiteY48" fmla="*/ 231648 h 1609344"/>
              <a:gd name="connsiteX49" fmla="*/ 475488 w 1584960"/>
              <a:gd name="connsiteY49" fmla="*/ 182880 h 1609344"/>
              <a:gd name="connsiteX50" fmla="*/ 512064 w 1584960"/>
              <a:gd name="connsiteY50" fmla="*/ 195072 h 1609344"/>
              <a:gd name="connsiteX51" fmla="*/ 512064 w 1584960"/>
              <a:gd name="connsiteY51" fmla="*/ 426720 h 1609344"/>
              <a:gd name="connsiteX52" fmla="*/ 524256 w 1584960"/>
              <a:gd name="connsiteY52" fmla="*/ 353568 h 1609344"/>
              <a:gd name="connsiteX53" fmla="*/ 512064 w 1584960"/>
              <a:gd name="connsiteY53" fmla="*/ 195072 h 1609344"/>
              <a:gd name="connsiteX54" fmla="*/ 451104 w 1584960"/>
              <a:gd name="connsiteY54" fmla="*/ 182880 h 1609344"/>
              <a:gd name="connsiteX55" fmla="*/ 414528 w 1584960"/>
              <a:gd name="connsiteY55" fmla="*/ 170688 h 1609344"/>
              <a:gd name="connsiteX56" fmla="*/ 304800 w 1584960"/>
              <a:gd name="connsiteY56" fmla="*/ 158496 h 1609344"/>
              <a:gd name="connsiteX57" fmla="*/ 158496 w 1584960"/>
              <a:gd name="connsiteY57" fmla="*/ 146304 h 160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584960" h="1609344">
                <a:moveTo>
                  <a:pt x="963168" y="0"/>
                </a:moveTo>
                <a:cubicBezTo>
                  <a:pt x="983488" y="8128"/>
                  <a:pt x="1003636" y="16700"/>
                  <a:pt x="1024128" y="24384"/>
                </a:cubicBezTo>
                <a:cubicBezTo>
                  <a:pt x="1036161" y="28896"/>
                  <a:pt x="1049470" y="30335"/>
                  <a:pt x="1060704" y="36576"/>
                </a:cubicBezTo>
                <a:lnTo>
                  <a:pt x="1170432" y="109728"/>
                </a:lnTo>
                <a:lnTo>
                  <a:pt x="1243584" y="158496"/>
                </a:lnTo>
                <a:lnTo>
                  <a:pt x="1280160" y="182880"/>
                </a:lnTo>
                <a:cubicBezTo>
                  <a:pt x="1288288" y="195072"/>
                  <a:pt x="1294183" y="209095"/>
                  <a:pt x="1304544" y="219456"/>
                </a:cubicBezTo>
                <a:cubicBezTo>
                  <a:pt x="1400448" y="315360"/>
                  <a:pt x="1277829" y="160576"/>
                  <a:pt x="1377696" y="280416"/>
                </a:cubicBezTo>
                <a:cubicBezTo>
                  <a:pt x="1428496" y="341376"/>
                  <a:pt x="1371600" y="296672"/>
                  <a:pt x="1438656" y="341376"/>
                </a:cubicBezTo>
                <a:cubicBezTo>
                  <a:pt x="1442720" y="353568"/>
                  <a:pt x="1444607" y="366718"/>
                  <a:pt x="1450848" y="377952"/>
                </a:cubicBezTo>
                <a:cubicBezTo>
                  <a:pt x="1465080" y="403570"/>
                  <a:pt x="1490349" y="423302"/>
                  <a:pt x="1499616" y="451104"/>
                </a:cubicBezTo>
                <a:lnTo>
                  <a:pt x="1536192" y="560832"/>
                </a:lnTo>
                <a:lnTo>
                  <a:pt x="1548384" y="597408"/>
                </a:lnTo>
                <a:cubicBezTo>
                  <a:pt x="1552448" y="609600"/>
                  <a:pt x="1558463" y="621307"/>
                  <a:pt x="1560576" y="633984"/>
                </a:cubicBezTo>
                <a:cubicBezTo>
                  <a:pt x="1576175" y="727576"/>
                  <a:pt x="1567920" y="682896"/>
                  <a:pt x="1584960" y="768096"/>
                </a:cubicBezTo>
                <a:cubicBezTo>
                  <a:pt x="1580896" y="918464"/>
                  <a:pt x="1580097" y="1068956"/>
                  <a:pt x="1572768" y="1219200"/>
                </a:cubicBezTo>
                <a:cubicBezTo>
                  <a:pt x="1572346" y="1227857"/>
                  <a:pt x="1554457" y="1292397"/>
                  <a:pt x="1548384" y="1304544"/>
                </a:cubicBezTo>
                <a:cubicBezTo>
                  <a:pt x="1530060" y="1341191"/>
                  <a:pt x="1475082" y="1398116"/>
                  <a:pt x="1450848" y="1414272"/>
                </a:cubicBezTo>
                <a:cubicBezTo>
                  <a:pt x="1426464" y="1430528"/>
                  <a:pt x="1405498" y="1453773"/>
                  <a:pt x="1377696" y="1463040"/>
                </a:cubicBezTo>
                <a:cubicBezTo>
                  <a:pt x="1353312" y="1471168"/>
                  <a:pt x="1325930" y="1473167"/>
                  <a:pt x="1304544" y="1487424"/>
                </a:cubicBezTo>
                <a:cubicBezTo>
                  <a:pt x="1292352" y="1495552"/>
                  <a:pt x="1281358" y="1505857"/>
                  <a:pt x="1267968" y="1511808"/>
                </a:cubicBezTo>
                <a:cubicBezTo>
                  <a:pt x="1244480" y="1522247"/>
                  <a:pt x="1219200" y="1528064"/>
                  <a:pt x="1194816" y="1536192"/>
                </a:cubicBezTo>
                <a:lnTo>
                  <a:pt x="1121664" y="1560576"/>
                </a:lnTo>
                <a:lnTo>
                  <a:pt x="1011936" y="1597152"/>
                </a:lnTo>
                <a:lnTo>
                  <a:pt x="975360" y="1609344"/>
                </a:lnTo>
                <a:cubicBezTo>
                  <a:pt x="842642" y="1603814"/>
                  <a:pt x="732301" y="1611253"/>
                  <a:pt x="609600" y="1584960"/>
                </a:cubicBezTo>
                <a:cubicBezTo>
                  <a:pt x="576831" y="1577938"/>
                  <a:pt x="543857" y="1571174"/>
                  <a:pt x="512064" y="1560576"/>
                </a:cubicBezTo>
                <a:cubicBezTo>
                  <a:pt x="499872" y="1556512"/>
                  <a:pt x="486983" y="1554131"/>
                  <a:pt x="475488" y="1548384"/>
                </a:cubicBezTo>
                <a:cubicBezTo>
                  <a:pt x="462382" y="1541831"/>
                  <a:pt x="452018" y="1530553"/>
                  <a:pt x="438912" y="1524000"/>
                </a:cubicBezTo>
                <a:cubicBezTo>
                  <a:pt x="377587" y="1493337"/>
                  <a:pt x="406067" y="1539923"/>
                  <a:pt x="329184" y="1463040"/>
                </a:cubicBezTo>
                <a:cubicBezTo>
                  <a:pt x="222327" y="1356183"/>
                  <a:pt x="353094" y="1491733"/>
                  <a:pt x="268224" y="1389888"/>
                </a:cubicBezTo>
                <a:cubicBezTo>
                  <a:pt x="233159" y="1347810"/>
                  <a:pt x="203423" y="1341789"/>
                  <a:pt x="182880" y="1280160"/>
                </a:cubicBezTo>
                <a:cubicBezTo>
                  <a:pt x="178816" y="1267968"/>
                  <a:pt x="176929" y="1254818"/>
                  <a:pt x="170688" y="1243584"/>
                </a:cubicBezTo>
                <a:cubicBezTo>
                  <a:pt x="156456" y="1217966"/>
                  <a:pt x="138176" y="1194816"/>
                  <a:pt x="121920" y="1170432"/>
                </a:cubicBezTo>
                <a:cubicBezTo>
                  <a:pt x="113792" y="1158240"/>
                  <a:pt x="102170" y="1147757"/>
                  <a:pt x="97536" y="1133856"/>
                </a:cubicBezTo>
                <a:cubicBezTo>
                  <a:pt x="34628" y="945131"/>
                  <a:pt x="106730" y="1140052"/>
                  <a:pt x="48768" y="1024128"/>
                </a:cubicBezTo>
                <a:cubicBezTo>
                  <a:pt x="39024" y="1004640"/>
                  <a:pt x="29592" y="957014"/>
                  <a:pt x="24384" y="938784"/>
                </a:cubicBezTo>
                <a:cubicBezTo>
                  <a:pt x="20853" y="926427"/>
                  <a:pt x="16256" y="914400"/>
                  <a:pt x="12192" y="902208"/>
                </a:cubicBezTo>
                <a:cubicBezTo>
                  <a:pt x="8128" y="873760"/>
                  <a:pt x="0" y="845601"/>
                  <a:pt x="0" y="816864"/>
                </a:cubicBezTo>
                <a:cubicBezTo>
                  <a:pt x="0" y="767927"/>
                  <a:pt x="4147" y="718831"/>
                  <a:pt x="12192" y="670560"/>
                </a:cubicBezTo>
                <a:cubicBezTo>
                  <a:pt x="20125" y="622963"/>
                  <a:pt x="51642" y="557958"/>
                  <a:pt x="85344" y="524256"/>
                </a:cubicBezTo>
                <a:cubicBezTo>
                  <a:pt x="97536" y="512064"/>
                  <a:pt x="110882" y="500926"/>
                  <a:pt x="121920" y="487680"/>
                </a:cubicBezTo>
                <a:cubicBezTo>
                  <a:pt x="131301" y="476423"/>
                  <a:pt x="135943" y="461465"/>
                  <a:pt x="146304" y="451104"/>
                </a:cubicBezTo>
                <a:cubicBezTo>
                  <a:pt x="156665" y="440743"/>
                  <a:pt x="171623" y="436101"/>
                  <a:pt x="182880" y="426720"/>
                </a:cubicBezTo>
                <a:cubicBezTo>
                  <a:pt x="196126" y="415682"/>
                  <a:pt x="205846" y="400730"/>
                  <a:pt x="219456" y="390144"/>
                </a:cubicBezTo>
                <a:lnTo>
                  <a:pt x="329184" y="316992"/>
                </a:lnTo>
                <a:lnTo>
                  <a:pt x="365760" y="292608"/>
                </a:lnTo>
                <a:lnTo>
                  <a:pt x="402336" y="268224"/>
                </a:lnTo>
                <a:cubicBezTo>
                  <a:pt x="410464" y="256032"/>
                  <a:pt x="415278" y="240802"/>
                  <a:pt x="426720" y="231648"/>
                </a:cubicBezTo>
                <a:cubicBezTo>
                  <a:pt x="485833" y="184358"/>
                  <a:pt x="448887" y="262682"/>
                  <a:pt x="475488" y="182880"/>
                </a:cubicBezTo>
                <a:cubicBezTo>
                  <a:pt x="487680" y="186944"/>
                  <a:pt x="511148" y="182253"/>
                  <a:pt x="512064" y="195072"/>
                </a:cubicBezTo>
                <a:cubicBezTo>
                  <a:pt x="528949" y="431468"/>
                  <a:pt x="477214" y="670669"/>
                  <a:pt x="512064" y="426720"/>
                </a:cubicBezTo>
                <a:cubicBezTo>
                  <a:pt x="515560" y="402248"/>
                  <a:pt x="520192" y="377952"/>
                  <a:pt x="524256" y="353568"/>
                </a:cubicBezTo>
                <a:cubicBezTo>
                  <a:pt x="520192" y="300736"/>
                  <a:pt x="532937" y="243776"/>
                  <a:pt x="512064" y="195072"/>
                </a:cubicBezTo>
                <a:cubicBezTo>
                  <a:pt x="503901" y="176025"/>
                  <a:pt x="471208" y="187906"/>
                  <a:pt x="451104" y="182880"/>
                </a:cubicBezTo>
                <a:cubicBezTo>
                  <a:pt x="438636" y="179763"/>
                  <a:pt x="427205" y="172801"/>
                  <a:pt x="414528" y="170688"/>
                </a:cubicBezTo>
                <a:cubicBezTo>
                  <a:pt x="378228" y="164638"/>
                  <a:pt x="341317" y="163061"/>
                  <a:pt x="304800" y="158496"/>
                </a:cubicBezTo>
                <a:cubicBezTo>
                  <a:pt x="184275" y="143430"/>
                  <a:pt x="258846" y="146304"/>
                  <a:pt x="158496" y="146304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63D59138-D7C7-7F12-3F4C-7320AF0700EC}"/>
              </a:ext>
            </a:extLst>
          </p:cNvPr>
          <p:cNvSpPr/>
          <p:nvPr/>
        </p:nvSpPr>
        <p:spPr>
          <a:xfrm flipH="1">
            <a:off x="1643658" y="4336711"/>
            <a:ext cx="1964380" cy="1507948"/>
          </a:xfrm>
          <a:custGeom>
            <a:avLst/>
            <a:gdLst>
              <a:gd name="connsiteX0" fmla="*/ 963168 w 1584960"/>
              <a:gd name="connsiteY0" fmla="*/ 0 h 1609344"/>
              <a:gd name="connsiteX1" fmla="*/ 1024128 w 1584960"/>
              <a:gd name="connsiteY1" fmla="*/ 24384 h 1609344"/>
              <a:gd name="connsiteX2" fmla="*/ 1060704 w 1584960"/>
              <a:gd name="connsiteY2" fmla="*/ 36576 h 1609344"/>
              <a:gd name="connsiteX3" fmla="*/ 1170432 w 1584960"/>
              <a:gd name="connsiteY3" fmla="*/ 109728 h 1609344"/>
              <a:gd name="connsiteX4" fmla="*/ 1243584 w 1584960"/>
              <a:gd name="connsiteY4" fmla="*/ 158496 h 1609344"/>
              <a:gd name="connsiteX5" fmla="*/ 1280160 w 1584960"/>
              <a:gd name="connsiteY5" fmla="*/ 182880 h 1609344"/>
              <a:gd name="connsiteX6" fmla="*/ 1304544 w 1584960"/>
              <a:gd name="connsiteY6" fmla="*/ 219456 h 1609344"/>
              <a:gd name="connsiteX7" fmla="*/ 1377696 w 1584960"/>
              <a:gd name="connsiteY7" fmla="*/ 280416 h 1609344"/>
              <a:gd name="connsiteX8" fmla="*/ 1438656 w 1584960"/>
              <a:gd name="connsiteY8" fmla="*/ 341376 h 1609344"/>
              <a:gd name="connsiteX9" fmla="*/ 1450848 w 1584960"/>
              <a:gd name="connsiteY9" fmla="*/ 377952 h 1609344"/>
              <a:gd name="connsiteX10" fmla="*/ 1499616 w 1584960"/>
              <a:gd name="connsiteY10" fmla="*/ 451104 h 1609344"/>
              <a:gd name="connsiteX11" fmla="*/ 1536192 w 1584960"/>
              <a:gd name="connsiteY11" fmla="*/ 560832 h 1609344"/>
              <a:gd name="connsiteX12" fmla="*/ 1548384 w 1584960"/>
              <a:gd name="connsiteY12" fmla="*/ 597408 h 1609344"/>
              <a:gd name="connsiteX13" fmla="*/ 1560576 w 1584960"/>
              <a:gd name="connsiteY13" fmla="*/ 633984 h 1609344"/>
              <a:gd name="connsiteX14" fmla="*/ 1584960 w 1584960"/>
              <a:gd name="connsiteY14" fmla="*/ 768096 h 1609344"/>
              <a:gd name="connsiteX15" fmla="*/ 1572768 w 1584960"/>
              <a:gd name="connsiteY15" fmla="*/ 1219200 h 1609344"/>
              <a:gd name="connsiteX16" fmla="*/ 1548384 w 1584960"/>
              <a:gd name="connsiteY16" fmla="*/ 1304544 h 1609344"/>
              <a:gd name="connsiteX17" fmla="*/ 1450848 w 1584960"/>
              <a:gd name="connsiteY17" fmla="*/ 1414272 h 1609344"/>
              <a:gd name="connsiteX18" fmla="*/ 1377696 w 1584960"/>
              <a:gd name="connsiteY18" fmla="*/ 1463040 h 1609344"/>
              <a:gd name="connsiteX19" fmla="*/ 1304544 w 1584960"/>
              <a:gd name="connsiteY19" fmla="*/ 1487424 h 1609344"/>
              <a:gd name="connsiteX20" fmla="*/ 1267968 w 1584960"/>
              <a:gd name="connsiteY20" fmla="*/ 1511808 h 1609344"/>
              <a:gd name="connsiteX21" fmla="*/ 1194816 w 1584960"/>
              <a:gd name="connsiteY21" fmla="*/ 1536192 h 1609344"/>
              <a:gd name="connsiteX22" fmla="*/ 1121664 w 1584960"/>
              <a:gd name="connsiteY22" fmla="*/ 1560576 h 1609344"/>
              <a:gd name="connsiteX23" fmla="*/ 1011936 w 1584960"/>
              <a:gd name="connsiteY23" fmla="*/ 1597152 h 1609344"/>
              <a:gd name="connsiteX24" fmla="*/ 975360 w 1584960"/>
              <a:gd name="connsiteY24" fmla="*/ 1609344 h 1609344"/>
              <a:gd name="connsiteX25" fmla="*/ 609600 w 1584960"/>
              <a:gd name="connsiteY25" fmla="*/ 1584960 h 1609344"/>
              <a:gd name="connsiteX26" fmla="*/ 512064 w 1584960"/>
              <a:gd name="connsiteY26" fmla="*/ 1560576 h 1609344"/>
              <a:gd name="connsiteX27" fmla="*/ 475488 w 1584960"/>
              <a:gd name="connsiteY27" fmla="*/ 1548384 h 1609344"/>
              <a:gd name="connsiteX28" fmla="*/ 438912 w 1584960"/>
              <a:gd name="connsiteY28" fmla="*/ 1524000 h 1609344"/>
              <a:gd name="connsiteX29" fmla="*/ 329184 w 1584960"/>
              <a:gd name="connsiteY29" fmla="*/ 1463040 h 1609344"/>
              <a:gd name="connsiteX30" fmla="*/ 268224 w 1584960"/>
              <a:gd name="connsiteY30" fmla="*/ 1389888 h 1609344"/>
              <a:gd name="connsiteX31" fmla="*/ 182880 w 1584960"/>
              <a:gd name="connsiteY31" fmla="*/ 1280160 h 1609344"/>
              <a:gd name="connsiteX32" fmla="*/ 170688 w 1584960"/>
              <a:gd name="connsiteY32" fmla="*/ 1243584 h 1609344"/>
              <a:gd name="connsiteX33" fmla="*/ 121920 w 1584960"/>
              <a:gd name="connsiteY33" fmla="*/ 1170432 h 1609344"/>
              <a:gd name="connsiteX34" fmla="*/ 97536 w 1584960"/>
              <a:gd name="connsiteY34" fmla="*/ 1133856 h 1609344"/>
              <a:gd name="connsiteX35" fmla="*/ 48768 w 1584960"/>
              <a:gd name="connsiteY35" fmla="*/ 1024128 h 1609344"/>
              <a:gd name="connsiteX36" fmla="*/ 24384 w 1584960"/>
              <a:gd name="connsiteY36" fmla="*/ 938784 h 1609344"/>
              <a:gd name="connsiteX37" fmla="*/ 12192 w 1584960"/>
              <a:gd name="connsiteY37" fmla="*/ 902208 h 1609344"/>
              <a:gd name="connsiteX38" fmla="*/ 0 w 1584960"/>
              <a:gd name="connsiteY38" fmla="*/ 816864 h 1609344"/>
              <a:gd name="connsiteX39" fmla="*/ 12192 w 1584960"/>
              <a:gd name="connsiteY39" fmla="*/ 670560 h 1609344"/>
              <a:gd name="connsiteX40" fmla="*/ 85344 w 1584960"/>
              <a:gd name="connsiteY40" fmla="*/ 524256 h 1609344"/>
              <a:gd name="connsiteX41" fmla="*/ 121920 w 1584960"/>
              <a:gd name="connsiteY41" fmla="*/ 487680 h 1609344"/>
              <a:gd name="connsiteX42" fmla="*/ 146304 w 1584960"/>
              <a:gd name="connsiteY42" fmla="*/ 451104 h 1609344"/>
              <a:gd name="connsiteX43" fmla="*/ 182880 w 1584960"/>
              <a:gd name="connsiteY43" fmla="*/ 426720 h 1609344"/>
              <a:gd name="connsiteX44" fmla="*/ 219456 w 1584960"/>
              <a:gd name="connsiteY44" fmla="*/ 390144 h 1609344"/>
              <a:gd name="connsiteX45" fmla="*/ 329184 w 1584960"/>
              <a:gd name="connsiteY45" fmla="*/ 316992 h 1609344"/>
              <a:gd name="connsiteX46" fmla="*/ 365760 w 1584960"/>
              <a:gd name="connsiteY46" fmla="*/ 292608 h 1609344"/>
              <a:gd name="connsiteX47" fmla="*/ 402336 w 1584960"/>
              <a:gd name="connsiteY47" fmla="*/ 268224 h 1609344"/>
              <a:gd name="connsiteX48" fmla="*/ 426720 w 1584960"/>
              <a:gd name="connsiteY48" fmla="*/ 231648 h 1609344"/>
              <a:gd name="connsiteX49" fmla="*/ 475488 w 1584960"/>
              <a:gd name="connsiteY49" fmla="*/ 182880 h 1609344"/>
              <a:gd name="connsiteX50" fmla="*/ 512064 w 1584960"/>
              <a:gd name="connsiteY50" fmla="*/ 195072 h 1609344"/>
              <a:gd name="connsiteX51" fmla="*/ 512064 w 1584960"/>
              <a:gd name="connsiteY51" fmla="*/ 426720 h 1609344"/>
              <a:gd name="connsiteX52" fmla="*/ 524256 w 1584960"/>
              <a:gd name="connsiteY52" fmla="*/ 353568 h 1609344"/>
              <a:gd name="connsiteX53" fmla="*/ 512064 w 1584960"/>
              <a:gd name="connsiteY53" fmla="*/ 195072 h 1609344"/>
              <a:gd name="connsiteX54" fmla="*/ 451104 w 1584960"/>
              <a:gd name="connsiteY54" fmla="*/ 182880 h 1609344"/>
              <a:gd name="connsiteX55" fmla="*/ 414528 w 1584960"/>
              <a:gd name="connsiteY55" fmla="*/ 170688 h 1609344"/>
              <a:gd name="connsiteX56" fmla="*/ 304800 w 1584960"/>
              <a:gd name="connsiteY56" fmla="*/ 158496 h 1609344"/>
              <a:gd name="connsiteX57" fmla="*/ 158496 w 1584960"/>
              <a:gd name="connsiteY57" fmla="*/ 146304 h 160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584960" h="1609344">
                <a:moveTo>
                  <a:pt x="963168" y="0"/>
                </a:moveTo>
                <a:cubicBezTo>
                  <a:pt x="983488" y="8128"/>
                  <a:pt x="1003636" y="16700"/>
                  <a:pt x="1024128" y="24384"/>
                </a:cubicBezTo>
                <a:cubicBezTo>
                  <a:pt x="1036161" y="28896"/>
                  <a:pt x="1049470" y="30335"/>
                  <a:pt x="1060704" y="36576"/>
                </a:cubicBezTo>
                <a:lnTo>
                  <a:pt x="1170432" y="109728"/>
                </a:lnTo>
                <a:lnTo>
                  <a:pt x="1243584" y="158496"/>
                </a:lnTo>
                <a:lnTo>
                  <a:pt x="1280160" y="182880"/>
                </a:lnTo>
                <a:cubicBezTo>
                  <a:pt x="1288288" y="195072"/>
                  <a:pt x="1294183" y="209095"/>
                  <a:pt x="1304544" y="219456"/>
                </a:cubicBezTo>
                <a:cubicBezTo>
                  <a:pt x="1400448" y="315360"/>
                  <a:pt x="1277829" y="160576"/>
                  <a:pt x="1377696" y="280416"/>
                </a:cubicBezTo>
                <a:cubicBezTo>
                  <a:pt x="1428496" y="341376"/>
                  <a:pt x="1371600" y="296672"/>
                  <a:pt x="1438656" y="341376"/>
                </a:cubicBezTo>
                <a:cubicBezTo>
                  <a:pt x="1442720" y="353568"/>
                  <a:pt x="1444607" y="366718"/>
                  <a:pt x="1450848" y="377952"/>
                </a:cubicBezTo>
                <a:cubicBezTo>
                  <a:pt x="1465080" y="403570"/>
                  <a:pt x="1490349" y="423302"/>
                  <a:pt x="1499616" y="451104"/>
                </a:cubicBezTo>
                <a:lnTo>
                  <a:pt x="1536192" y="560832"/>
                </a:lnTo>
                <a:lnTo>
                  <a:pt x="1548384" y="597408"/>
                </a:lnTo>
                <a:cubicBezTo>
                  <a:pt x="1552448" y="609600"/>
                  <a:pt x="1558463" y="621307"/>
                  <a:pt x="1560576" y="633984"/>
                </a:cubicBezTo>
                <a:cubicBezTo>
                  <a:pt x="1576175" y="727576"/>
                  <a:pt x="1567920" y="682896"/>
                  <a:pt x="1584960" y="768096"/>
                </a:cubicBezTo>
                <a:cubicBezTo>
                  <a:pt x="1580896" y="918464"/>
                  <a:pt x="1580097" y="1068956"/>
                  <a:pt x="1572768" y="1219200"/>
                </a:cubicBezTo>
                <a:cubicBezTo>
                  <a:pt x="1572346" y="1227857"/>
                  <a:pt x="1554457" y="1292397"/>
                  <a:pt x="1548384" y="1304544"/>
                </a:cubicBezTo>
                <a:cubicBezTo>
                  <a:pt x="1530060" y="1341191"/>
                  <a:pt x="1475082" y="1398116"/>
                  <a:pt x="1450848" y="1414272"/>
                </a:cubicBezTo>
                <a:cubicBezTo>
                  <a:pt x="1426464" y="1430528"/>
                  <a:pt x="1405498" y="1453773"/>
                  <a:pt x="1377696" y="1463040"/>
                </a:cubicBezTo>
                <a:cubicBezTo>
                  <a:pt x="1353312" y="1471168"/>
                  <a:pt x="1325930" y="1473167"/>
                  <a:pt x="1304544" y="1487424"/>
                </a:cubicBezTo>
                <a:cubicBezTo>
                  <a:pt x="1292352" y="1495552"/>
                  <a:pt x="1281358" y="1505857"/>
                  <a:pt x="1267968" y="1511808"/>
                </a:cubicBezTo>
                <a:cubicBezTo>
                  <a:pt x="1244480" y="1522247"/>
                  <a:pt x="1219200" y="1528064"/>
                  <a:pt x="1194816" y="1536192"/>
                </a:cubicBezTo>
                <a:lnTo>
                  <a:pt x="1121664" y="1560576"/>
                </a:lnTo>
                <a:lnTo>
                  <a:pt x="1011936" y="1597152"/>
                </a:lnTo>
                <a:lnTo>
                  <a:pt x="975360" y="1609344"/>
                </a:lnTo>
                <a:cubicBezTo>
                  <a:pt x="842642" y="1603814"/>
                  <a:pt x="732301" y="1611253"/>
                  <a:pt x="609600" y="1584960"/>
                </a:cubicBezTo>
                <a:cubicBezTo>
                  <a:pt x="576831" y="1577938"/>
                  <a:pt x="543857" y="1571174"/>
                  <a:pt x="512064" y="1560576"/>
                </a:cubicBezTo>
                <a:cubicBezTo>
                  <a:pt x="499872" y="1556512"/>
                  <a:pt x="486983" y="1554131"/>
                  <a:pt x="475488" y="1548384"/>
                </a:cubicBezTo>
                <a:cubicBezTo>
                  <a:pt x="462382" y="1541831"/>
                  <a:pt x="452018" y="1530553"/>
                  <a:pt x="438912" y="1524000"/>
                </a:cubicBezTo>
                <a:cubicBezTo>
                  <a:pt x="377587" y="1493337"/>
                  <a:pt x="406067" y="1539923"/>
                  <a:pt x="329184" y="1463040"/>
                </a:cubicBezTo>
                <a:cubicBezTo>
                  <a:pt x="222327" y="1356183"/>
                  <a:pt x="353094" y="1491733"/>
                  <a:pt x="268224" y="1389888"/>
                </a:cubicBezTo>
                <a:cubicBezTo>
                  <a:pt x="233159" y="1347810"/>
                  <a:pt x="203423" y="1341789"/>
                  <a:pt x="182880" y="1280160"/>
                </a:cubicBezTo>
                <a:cubicBezTo>
                  <a:pt x="178816" y="1267968"/>
                  <a:pt x="176929" y="1254818"/>
                  <a:pt x="170688" y="1243584"/>
                </a:cubicBezTo>
                <a:cubicBezTo>
                  <a:pt x="156456" y="1217966"/>
                  <a:pt x="138176" y="1194816"/>
                  <a:pt x="121920" y="1170432"/>
                </a:cubicBezTo>
                <a:cubicBezTo>
                  <a:pt x="113792" y="1158240"/>
                  <a:pt x="102170" y="1147757"/>
                  <a:pt x="97536" y="1133856"/>
                </a:cubicBezTo>
                <a:cubicBezTo>
                  <a:pt x="34628" y="945131"/>
                  <a:pt x="106730" y="1140052"/>
                  <a:pt x="48768" y="1024128"/>
                </a:cubicBezTo>
                <a:cubicBezTo>
                  <a:pt x="39024" y="1004640"/>
                  <a:pt x="29592" y="957014"/>
                  <a:pt x="24384" y="938784"/>
                </a:cubicBezTo>
                <a:cubicBezTo>
                  <a:pt x="20853" y="926427"/>
                  <a:pt x="16256" y="914400"/>
                  <a:pt x="12192" y="902208"/>
                </a:cubicBezTo>
                <a:cubicBezTo>
                  <a:pt x="8128" y="873760"/>
                  <a:pt x="0" y="845601"/>
                  <a:pt x="0" y="816864"/>
                </a:cubicBezTo>
                <a:cubicBezTo>
                  <a:pt x="0" y="767927"/>
                  <a:pt x="4147" y="718831"/>
                  <a:pt x="12192" y="670560"/>
                </a:cubicBezTo>
                <a:cubicBezTo>
                  <a:pt x="20125" y="622963"/>
                  <a:pt x="51642" y="557958"/>
                  <a:pt x="85344" y="524256"/>
                </a:cubicBezTo>
                <a:cubicBezTo>
                  <a:pt x="97536" y="512064"/>
                  <a:pt x="110882" y="500926"/>
                  <a:pt x="121920" y="487680"/>
                </a:cubicBezTo>
                <a:cubicBezTo>
                  <a:pt x="131301" y="476423"/>
                  <a:pt x="135943" y="461465"/>
                  <a:pt x="146304" y="451104"/>
                </a:cubicBezTo>
                <a:cubicBezTo>
                  <a:pt x="156665" y="440743"/>
                  <a:pt x="171623" y="436101"/>
                  <a:pt x="182880" y="426720"/>
                </a:cubicBezTo>
                <a:cubicBezTo>
                  <a:pt x="196126" y="415682"/>
                  <a:pt x="205846" y="400730"/>
                  <a:pt x="219456" y="390144"/>
                </a:cubicBezTo>
                <a:lnTo>
                  <a:pt x="329184" y="316992"/>
                </a:lnTo>
                <a:lnTo>
                  <a:pt x="365760" y="292608"/>
                </a:lnTo>
                <a:lnTo>
                  <a:pt x="402336" y="268224"/>
                </a:lnTo>
                <a:cubicBezTo>
                  <a:pt x="410464" y="256032"/>
                  <a:pt x="415278" y="240802"/>
                  <a:pt x="426720" y="231648"/>
                </a:cubicBezTo>
                <a:cubicBezTo>
                  <a:pt x="485833" y="184358"/>
                  <a:pt x="448887" y="262682"/>
                  <a:pt x="475488" y="182880"/>
                </a:cubicBezTo>
                <a:cubicBezTo>
                  <a:pt x="487680" y="186944"/>
                  <a:pt x="511148" y="182253"/>
                  <a:pt x="512064" y="195072"/>
                </a:cubicBezTo>
                <a:cubicBezTo>
                  <a:pt x="528949" y="431468"/>
                  <a:pt x="477214" y="670669"/>
                  <a:pt x="512064" y="426720"/>
                </a:cubicBezTo>
                <a:cubicBezTo>
                  <a:pt x="515560" y="402248"/>
                  <a:pt x="520192" y="377952"/>
                  <a:pt x="524256" y="353568"/>
                </a:cubicBezTo>
                <a:cubicBezTo>
                  <a:pt x="520192" y="300736"/>
                  <a:pt x="532937" y="243776"/>
                  <a:pt x="512064" y="195072"/>
                </a:cubicBezTo>
                <a:cubicBezTo>
                  <a:pt x="503901" y="176025"/>
                  <a:pt x="471208" y="187906"/>
                  <a:pt x="451104" y="182880"/>
                </a:cubicBezTo>
                <a:cubicBezTo>
                  <a:pt x="438636" y="179763"/>
                  <a:pt x="427205" y="172801"/>
                  <a:pt x="414528" y="170688"/>
                </a:cubicBezTo>
                <a:cubicBezTo>
                  <a:pt x="378228" y="164638"/>
                  <a:pt x="341317" y="163061"/>
                  <a:pt x="304800" y="158496"/>
                </a:cubicBezTo>
                <a:cubicBezTo>
                  <a:pt x="184275" y="143430"/>
                  <a:pt x="258846" y="146304"/>
                  <a:pt x="158496" y="146304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8CFEFCE4-EE77-2AA8-CEDA-BB4DD7E65BD1}"/>
              </a:ext>
            </a:extLst>
          </p:cNvPr>
          <p:cNvSpPr/>
          <p:nvPr/>
        </p:nvSpPr>
        <p:spPr>
          <a:xfrm flipH="1">
            <a:off x="7219479" y="4304129"/>
            <a:ext cx="1964380" cy="1507948"/>
          </a:xfrm>
          <a:custGeom>
            <a:avLst/>
            <a:gdLst>
              <a:gd name="connsiteX0" fmla="*/ 963168 w 1584960"/>
              <a:gd name="connsiteY0" fmla="*/ 0 h 1609344"/>
              <a:gd name="connsiteX1" fmla="*/ 1024128 w 1584960"/>
              <a:gd name="connsiteY1" fmla="*/ 24384 h 1609344"/>
              <a:gd name="connsiteX2" fmla="*/ 1060704 w 1584960"/>
              <a:gd name="connsiteY2" fmla="*/ 36576 h 1609344"/>
              <a:gd name="connsiteX3" fmla="*/ 1170432 w 1584960"/>
              <a:gd name="connsiteY3" fmla="*/ 109728 h 1609344"/>
              <a:gd name="connsiteX4" fmla="*/ 1243584 w 1584960"/>
              <a:gd name="connsiteY4" fmla="*/ 158496 h 1609344"/>
              <a:gd name="connsiteX5" fmla="*/ 1280160 w 1584960"/>
              <a:gd name="connsiteY5" fmla="*/ 182880 h 1609344"/>
              <a:gd name="connsiteX6" fmla="*/ 1304544 w 1584960"/>
              <a:gd name="connsiteY6" fmla="*/ 219456 h 1609344"/>
              <a:gd name="connsiteX7" fmla="*/ 1377696 w 1584960"/>
              <a:gd name="connsiteY7" fmla="*/ 280416 h 1609344"/>
              <a:gd name="connsiteX8" fmla="*/ 1438656 w 1584960"/>
              <a:gd name="connsiteY8" fmla="*/ 341376 h 1609344"/>
              <a:gd name="connsiteX9" fmla="*/ 1450848 w 1584960"/>
              <a:gd name="connsiteY9" fmla="*/ 377952 h 1609344"/>
              <a:gd name="connsiteX10" fmla="*/ 1499616 w 1584960"/>
              <a:gd name="connsiteY10" fmla="*/ 451104 h 1609344"/>
              <a:gd name="connsiteX11" fmla="*/ 1536192 w 1584960"/>
              <a:gd name="connsiteY11" fmla="*/ 560832 h 1609344"/>
              <a:gd name="connsiteX12" fmla="*/ 1548384 w 1584960"/>
              <a:gd name="connsiteY12" fmla="*/ 597408 h 1609344"/>
              <a:gd name="connsiteX13" fmla="*/ 1560576 w 1584960"/>
              <a:gd name="connsiteY13" fmla="*/ 633984 h 1609344"/>
              <a:gd name="connsiteX14" fmla="*/ 1584960 w 1584960"/>
              <a:gd name="connsiteY14" fmla="*/ 768096 h 1609344"/>
              <a:gd name="connsiteX15" fmla="*/ 1572768 w 1584960"/>
              <a:gd name="connsiteY15" fmla="*/ 1219200 h 1609344"/>
              <a:gd name="connsiteX16" fmla="*/ 1548384 w 1584960"/>
              <a:gd name="connsiteY16" fmla="*/ 1304544 h 1609344"/>
              <a:gd name="connsiteX17" fmla="*/ 1450848 w 1584960"/>
              <a:gd name="connsiteY17" fmla="*/ 1414272 h 1609344"/>
              <a:gd name="connsiteX18" fmla="*/ 1377696 w 1584960"/>
              <a:gd name="connsiteY18" fmla="*/ 1463040 h 1609344"/>
              <a:gd name="connsiteX19" fmla="*/ 1304544 w 1584960"/>
              <a:gd name="connsiteY19" fmla="*/ 1487424 h 1609344"/>
              <a:gd name="connsiteX20" fmla="*/ 1267968 w 1584960"/>
              <a:gd name="connsiteY20" fmla="*/ 1511808 h 1609344"/>
              <a:gd name="connsiteX21" fmla="*/ 1194816 w 1584960"/>
              <a:gd name="connsiteY21" fmla="*/ 1536192 h 1609344"/>
              <a:gd name="connsiteX22" fmla="*/ 1121664 w 1584960"/>
              <a:gd name="connsiteY22" fmla="*/ 1560576 h 1609344"/>
              <a:gd name="connsiteX23" fmla="*/ 1011936 w 1584960"/>
              <a:gd name="connsiteY23" fmla="*/ 1597152 h 1609344"/>
              <a:gd name="connsiteX24" fmla="*/ 975360 w 1584960"/>
              <a:gd name="connsiteY24" fmla="*/ 1609344 h 1609344"/>
              <a:gd name="connsiteX25" fmla="*/ 609600 w 1584960"/>
              <a:gd name="connsiteY25" fmla="*/ 1584960 h 1609344"/>
              <a:gd name="connsiteX26" fmla="*/ 512064 w 1584960"/>
              <a:gd name="connsiteY26" fmla="*/ 1560576 h 1609344"/>
              <a:gd name="connsiteX27" fmla="*/ 475488 w 1584960"/>
              <a:gd name="connsiteY27" fmla="*/ 1548384 h 1609344"/>
              <a:gd name="connsiteX28" fmla="*/ 438912 w 1584960"/>
              <a:gd name="connsiteY28" fmla="*/ 1524000 h 1609344"/>
              <a:gd name="connsiteX29" fmla="*/ 329184 w 1584960"/>
              <a:gd name="connsiteY29" fmla="*/ 1463040 h 1609344"/>
              <a:gd name="connsiteX30" fmla="*/ 268224 w 1584960"/>
              <a:gd name="connsiteY30" fmla="*/ 1389888 h 1609344"/>
              <a:gd name="connsiteX31" fmla="*/ 182880 w 1584960"/>
              <a:gd name="connsiteY31" fmla="*/ 1280160 h 1609344"/>
              <a:gd name="connsiteX32" fmla="*/ 170688 w 1584960"/>
              <a:gd name="connsiteY32" fmla="*/ 1243584 h 1609344"/>
              <a:gd name="connsiteX33" fmla="*/ 121920 w 1584960"/>
              <a:gd name="connsiteY33" fmla="*/ 1170432 h 1609344"/>
              <a:gd name="connsiteX34" fmla="*/ 97536 w 1584960"/>
              <a:gd name="connsiteY34" fmla="*/ 1133856 h 1609344"/>
              <a:gd name="connsiteX35" fmla="*/ 48768 w 1584960"/>
              <a:gd name="connsiteY35" fmla="*/ 1024128 h 1609344"/>
              <a:gd name="connsiteX36" fmla="*/ 24384 w 1584960"/>
              <a:gd name="connsiteY36" fmla="*/ 938784 h 1609344"/>
              <a:gd name="connsiteX37" fmla="*/ 12192 w 1584960"/>
              <a:gd name="connsiteY37" fmla="*/ 902208 h 1609344"/>
              <a:gd name="connsiteX38" fmla="*/ 0 w 1584960"/>
              <a:gd name="connsiteY38" fmla="*/ 816864 h 1609344"/>
              <a:gd name="connsiteX39" fmla="*/ 12192 w 1584960"/>
              <a:gd name="connsiteY39" fmla="*/ 670560 h 1609344"/>
              <a:gd name="connsiteX40" fmla="*/ 85344 w 1584960"/>
              <a:gd name="connsiteY40" fmla="*/ 524256 h 1609344"/>
              <a:gd name="connsiteX41" fmla="*/ 121920 w 1584960"/>
              <a:gd name="connsiteY41" fmla="*/ 487680 h 1609344"/>
              <a:gd name="connsiteX42" fmla="*/ 146304 w 1584960"/>
              <a:gd name="connsiteY42" fmla="*/ 451104 h 1609344"/>
              <a:gd name="connsiteX43" fmla="*/ 182880 w 1584960"/>
              <a:gd name="connsiteY43" fmla="*/ 426720 h 1609344"/>
              <a:gd name="connsiteX44" fmla="*/ 219456 w 1584960"/>
              <a:gd name="connsiteY44" fmla="*/ 390144 h 1609344"/>
              <a:gd name="connsiteX45" fmla="*/ 329184 w 1584960"/>
              <a:gd name="connsiteY45" fmla="*/ 316992 h 1609344"/>
              <a:gd name="connsiteX46" fmla="*/ 365760 w 1584960"/>
              <a:gd name="connsiteY46" fmla="*/ 292608 h 1609344"/>
              <a:gd name="connsiteX47" fmla="*/ 402336 w 1584960"/>
              <a:gd name="connsiteY47" fmla="*/ 268224 h 1609344"/>
              <a:gd name="connsiteX48" fmla="*/ 426720 w 1584960"/>
              <a:gd name="connsiteY48" fmla="*/ 231648 h 1609344"/>
              <a:gd name="connsiteX49" fmla="*/ 475488 w 1584960"/>
              <a:gd name="connsiteY49" fmla="*/ 182880 h 1609344"/>
              <a:gd name="connsiteX50" fmla="*/ 512064 w 1584960"/>
              <a:gd name="connsiteY50" fmla="*/ 195072 h 1609344"/>
              <a:gd name="connsiteX51" fmla="*/ 512064 w 1584960"/>
              <a:gd name="connsiteY51" fmla="*/ 426720 h 1609344"/>
              <a:gd name="connsiteX52" fmla="*/ 524256 w 1584960"/>
              <a:gd name="connsiteY52" fmla="*/ 353568 h 1609344"/>
              <a:gd name="connsiteX53" fmla="*/ 512064 w 1584960"/>
              <a:gd name="connsiteY53" fmla="*/ 195072 h 1609344"/>
              <a:gd name="connsiteX54" fmla="*/ 451104 w 1584960"/>
              <a:gd name="connsiteY54" fmla="*/ 182880 h 1609344"/>
              <a:gd name="connsiteX55" fmla="*/ 414528 w 1584960"/>
              <a:gd name="connsiteY55" fmla="*/ 170688 h 1609344"/>
              <a:gd name="connsiteX56" fmla="*/ 304800 w 1584960"/>
              <a:gd name="connsiteY56" fmla="*/ 158496 h 1609344"/>
              <a:gd name="connsiteX57" fmla="*/ 158496 w 1584960"/>
              <a:gd name="connsiteY57" fmla="*/ 146304 h 160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584960" h="1609344">
                <a:moveTo>
                  <a:pt x="963168" y="0"/>
                </a:moveTo>
                <a:cubicBezTo>
                  <a:pt x="983488" y="8128"/>
                  <a:pt x="1003636" y="16700"/>
                  <a:pt x="1024128" y="24384"/>
                </a:cubicBezTo>
                <a:cubicBezTo>
                  <a:pt x="1036161" y="28896"/>
                  <a:pt x="1049470" y="30335"/>
                  <a:pt x="1060704" y="36576"/>
                </a:cubicBezTo>
                <a:lnTo>
                  <a:pt x="1170432" y="109728"/>
                </a:lnTo>
                <a:lnTo>
                  <a:pt x="1243584" y="158496"/>
                </a:lnTo>
                <a:lnTo>
                  <a:pt x="1280160" y="182880"/>
                </a:lnTo>
                <a:cubicBezTo>
                  <a:pt x="1288288" y="195072"/>
                  <a:pt x="1294183" y="209095"/>
                  <a:pt x="1304544" y="219456"/>
                </a:cubicBezTo>
                <a:cubicBezTo>
                  <a:pt x="1400448" y="315360"/>
                  <a:pt x="1277829" y="160576"/>
                  <a:pt x="1377696" y="280416"/>
                </a:cubicBezTo>
                <a:cubicBezTo>
                  <a:pt x="1428496" y="341376"/>
                  <a:pt x="1371600" y="296672"/>
                  <a:pt x="1438656" y="341376"/>
                </a:cubicBezTo>
                <a:cubicBezTo>
                  <a:pt x="1442720" y="353568"/>
                  <a:pt x="1444607" y="366718"/>
                  <a:pt x="1450848" y="377952"/>
                </a:cubicBezTo>
                <a:cubicBezTo>
                  <a:pt x="1465080" y="403570"/>
                  <a:pt x="1490349" y="423302"/>
                  <a:pt x="1499616" y="451104"/>
                </a:cubicBezTo>
                <a:lnTo>
                  <a:pt x="1536192" y="560832"/>
                </a:lnTo>
                <a:lnTo>
                  <a:pt x="1548384" y="597408"/>
                </a:lnTo>
                <a:cubicBezTo>
                  <a:pt x="1552448" y="609600"/>
                  <a:pt x="1558463" y="621307"/>
                  <a:pt x="1560576" y="633984"/>
                </a:cubicBezTo>
                <a:cubicBezTo>
                  <a:pt x="1576175" y="727576"/>
                  <a:pt x="1567920" y="682896"/>
                  <a:pt x="1584960" y="768096"/>
                </a:cubicBezTo>
                <a:cubicBezTo>
                  <a:pt x="1580896" y="918464"/>
                  <a:pt x="1580097" y="1068956"/>
                  <a:pt x="1572768" y="1219200"/>
                </a:cubicBezTo>
                <a:cubicBezTo>
                  <a:pt x="1572346" y="1227857"/>
                  <a:pt x="1554457" y="1292397"/>
                  <a:pt x="1548384" y="1304544"/>
                </a:cubicBezTo>
                <a:cubicBezTo>
                  <a:pt x="1530060" y="1341191"/>
                  <a:pt x="1475082" y="1398116"/>
                  <a:pt x="1450848" y="1414272"/>
                </a:cubicBezTo>
                <a:cubicBezTo>
                  <a:pt x="1426464" y="1430528"/>
                  <a:pt x="1405498" y="1453773"/>
                  <a:pt x="1377696" y="1463040"/>
                </a:cubicBezTo>
                <a:cubicBezTo>
                  <a:pt x="1353312" y="1471168"/>
                  <a:pt x="1325930" y="1473167"/>
                  <a:pt x="1304544" y="1487424"/>
                </a:cubicBezTo>
                <a:cubicBezTo>
                  <a:pt x="1292352" y="1495552"/>
                  <a:pt x="1281358" y="1505857"/>
                  <a:pt x="1267968" y="1511808"/>
                </a:cubicBezTo>
                <a:cubicBezTo>
                  <a:pt x="1244480" y="1522247"/>
                  <a:pt x="1219200" y="1528064"/>
                  <a:pt x="1194816" y="1536192"/>
                </a:cubicBezTo>
                <a:lnTo>
                  <a:pt x="1121664" y="1560576"/>
                </a:lnTo>
                <a:lnTo>
                  <a:pt x="1011936" y="1597152"/>
                </a:lnTo>
                <a:lnTo>
                  <a:pt x="975360" y="1609344"/>
                </a:lnTo>
                <a:cubicBezTo>
                  <a:pt x="842642" y="1603814"/>
                  <a:pt x="732301" y="1611253"/>
                  <a:pt x="609600" y="1584960"/>
                </a:cubicBezTo>
                <a:cubicBezTo>
                  <a:pt x="576831" y="1577938"/>
                  <a:pt x="543857" y="1571174"/>
                  <a:pt x="512064" y="1560576"/>
                </a:cubicBezTo>
                <a:cubicBezTo>
                  <a:pt x="499872" y="1556512"/>
                  <a:pt x="486983" y="1554131"/>
                  <a:pt x="475488" y="1548384"/>
                </a:cubicBezTo>
                <a:cubicBezTo>
                  <a:pt x="462382" y="1541831"/>
                  <a:pt x="452018" y="1530553"/>
                  <a:pt x="438912" y="1524000"/>
                </a:cubicBezTo>
                <a:cubicBezTo>
                  <a:pt x="377587" y="1493337"/>
                  <a:pt x="406067" y="1539923"/>
                  <a:pt x="329184" y="1463040"/>
                </a:cubicBezTo>
                <a:cubicBezTo>
                  <a:pt x="222327" y="1356183"/>
                  <a:pt x="353094" y="1491733"/>
                  <a:pt x="268224" y="1389888"/>
                </a:cubicBezTo>
                <a:cubicBezTo>
                  <a:pt x="233159" y="1347810"/>
                  <a:pt x="203423" y="1341789"/>
                  <a:pt x="182880" y="1280160"/>
                </a:cubicBezTo>
                <a:cubicBezTo>
                  <a:pt x="178816" y="1267968"/>
                  <a:pt x="176929" y="1254818"/>
                  <a:pt x="170688" y="1243584"/>
                </a:cubicBezTo>
                <a:cubicBezTo>
                  <a:pt x="156456" y="1217966"/>
                  <a:pt x="138176" y="1194816"/>
                  <a:pt x="121920" y="1170432"/>
                </a:cubicBezTo>
                <a:cubicBezTo>
                  <a:pt x="113792" y="1158240"/>
                  <a:pt x="102170" y="1147757"/>
                  <a:pt x="97536" y="1133856"/>
                </a:cubicBezTo>
                <a:cubicBezTo>
                  <a:pt x="34628" y="945131"/>
                  <a:pt x="106730" y="1140052"/>
                  <a:pt x="48768" y="1024128"/>
                </a:cubicBezTo>
                <a:cubicBezTo>
                  <a:pt x="39024" y="1004640"/>
                  <a:pt x="29592" y="957014"/>
                  <a:pt x="24384" y="938784"/>
                </a:cubicBezTo>
                <a:cubicBezTo>
                  <a:pt x="20853" y="926427"/>
                  <a:pt x="16256" y="914400"/>
                  <a:pt x="12192" y="902208"/>
                </a:cubicBezTo>
                <a:cubicBezTo>
                  <a:pt x="8128" y="873760"/>
                  <a:pt x="0" y="845601"/>
                  <a:pt x="0" y="816864"/>
                </a:cubicBezTo>
                <a:cubicBezTo>
                  <a:pt x="0" y="767927"/>
                  <a:pt x="4147" y="718831"/>
                  <a:pt x="12192" y="670560"/>
                </a:cubicBezTo>
                <a:cubicBezTo>
                  <a:pt x="20125" y="622963"/>
                  <a:pt x="51642" y="557958"/>
                  <a:pt x="85344" y="524256"/>
                </a:cubicBezTo>
                <a:cubicBezTo>
                  <a:pt x="97536" y="512064"/>
                  <a:pt x="110882" y="500926"/>
                  <a:pt x="121920" y="487680"/>
                </a:cubicBezTo>
                <a:cubicBezTo>
                  <a:pt x="131301" y="476423"/>
                  <a:pt x="135943" y="461465"/>
                  <a:pt x="146304" y="451104"/>
                </a:cubicBezTo>
                <a:cubicBezTo>
                  <a:pt x="156665" y="440743"/>
                  <a:pt x="171623" y="436101"/>
                  <a:pt x="182880" y="426720"/>
                </a:cubicBezTo>
                <a:cubicBezTo>
                  <a:pt x="196126" y="415682"/>
                  <a:pt x="205846" y="400730"/>
                  <a:pt x="219456" y="390144"/>
                </a:cubicBezTo>
                <a:lnTo>
                  <a:pt x="329184" y="316992"/>
                </a:lnTo>
                <a:lnTo>
                  <a:pt x="365760" y="292608"/>
                </a:lnTo>
                <a:lnTo>
                  <a:pt x="402336" y="268224"/>
                </a:lnTo>
                <a:cubicBezTo>
                  <a:pt x="410464" y="256032"/>
                  <a:pt x="415278" y="240802"/>
                  <a:pt x="426720" y="231648"/>
                </a:cubicBezTo>
                <a:cubicBezTo>
                  <a:pt x="485833" y="184358"/>
                  <a:pt x="448887" y="262682"/>
                  <a:pt x="475488" y="182880"/>
                </a:cubicBezTo>
                <a:cubicBezTo>
                  <a:pt x="487680" y="186944"/>
                  <a:pt x="511148" y="182253"/>
                  <a:pt x="512064" y="195072"/>
                </a:cubicBezTo>
                <a:cubicBezTo>
                  <a:pt x="528949" y="431468"/>
                  <a:pt x="477214" y="670669"/>
                  <a:pt x="512064" y="426720"/>
                </a:cubicBezTo>
                <a:cubicBezTo>
                  <a:pt x="515560" y="402248"/>
                  <a:pt x="520192" y="377952"/>
                  <a:pt x="524256" y="353568"/>
                </a:cubicBezTo>
                <a:cubicBezTo>
                  <a:pt x="520192" y="300736"/>
                  <a:pt x="532937" y="243776"/>
                  <a:pt x="512064" y="195072"/>
                </a:cubicBezTo>
                <a:cubicBezTo>
                  <a:pt x="503901" y="176025"/>
                  <a:pt x="471208" y="187906"/>
                  <a:pt x="451104" y="182880"/>
                </a:cubicBezTo>
                <a:cubicBezTo>
                  <a:pt x="438636" y="179763"/>
                  <a:pt x="427205" y="172801"/>
                  <a:pt x="414528" y="170688"/>
                </a:cubicBezTo>
                <a:cubicBezTo>
                  <a:pt x="378228" y="164638"/>
                  <a:pt x="341317" y="163061"/>
                  <a:pt x="304800" y="158496"/>
                </a:cubicBezTo>
                <a:cubicBezTo>
                  <a:pt x="184275" y="143430"/>
                  <a:pt x="258846" y="146304"/>
                  <a:pt x="158496" y="146304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D8EAC1CD-22A8-5B13-4852-4D824FDC4CB0}"/>
              </a:ext>
            </a:extLst>
          </p:cNvPr>
          <p:cNvSpPr/>
          <p:nvPr/>
        </p:nvSpPr>
        <p:spPr>
          <a:xfrm flipH="1">
            <a:off x="4831232" y="2219622"/>
            <a:ext cx="1964380" cy="1507948"/>
          </a:xfrm>
          <a:custGeom>
            <a:avLst/>
            <a:gdLst>
              <a:gd name="connsiteX0" fmla="*/ 963168 w 1584960"/>
              <a:gd name="connsiteY0" fmla="*/ 0 h 1609344"/>
              <a:gd name="connsiteX1" fmla="*/ 1024128 w 1584960"/>
              <a:gd name="connsiteY1" fmla="*/ 24384 h 1609344"/>
              <a:gd name="connsiteX2" fmla="*/ 1060704 w 1584960"/>
              <a:gd name="connsiteY2" fmla="*/ 36576 h 1609344"/>
              <a:gd name="connsiteX3" fmla="*/ 1170432 w 1584960"/>
              <a:gd name="connsiteY3" fmla="*/ 109728 h 1609344"/>
              <a:gd name="connsiteX4" fmla="*/ 1243584 w 1584960"/>
              <a:gd name="connsiteY4" fmla="*/ 158496 h 1609344"/>
              <a:gd name="connsiteX5" fmla="*/ 1280160 w 1584960"/>
              <a:gd name="connsiteY5" fmla="*/ 182880 h 1609344"/>
              <a:gd name="connsiteX6" fmla="*/ 1304544 w 1584960"/>
              <a:gd name="connsiteY6" fmla="*/ 219456 h 1609344"/>
              <a:gd name="connsiteX7" fmla="*/ 1377696 w 1584960"/>
              <a:gd name="connsiteY7" fmla="*/ 280416 h 1609344"/>
              <a:gd name="connsiteX8" fmla="*/ 1438656 w 1584960"/>
              <a:gd name="connsiteY8" fmla="*/ 341376 h 1609344"/>
              <a:gd name="connsiteX9" fmla="*/ 1450848 w 1584960"/>
              <a:gd name="connsiteY9" fmla="*/ 377952 h 1609344"/>
              <a:gd name="connsiteX10" fmla="*/ 1499616 w 1584960"/>
              <a:gd name="connsiteY10" fmla="*/ 451104 h 1609344"/>
              <a:gd name="connsiteX11" fmla="*/ 1536192 w 1584960"/>
              <a:gd name="connsiteY11" fmla="*/ 560832 h 1609344"/>
              <a:gd name="connsiteX12" fmla="*/ 1548384 w 1584960"/>
              <a:gd name="connsiteY12" fmla="*/ 597408 h 1609344"/>
              <a:gd name="connsiteX13" fmla="*/ 1560576 w 1584960"/>
              <a:gd name="connsiteY13" fmla="*/ 633984 h 1609344"/>
              <a:gd name="connsiteX14" fmla="*/ 1584960 w 1584960"/>
              <a:gd name="connsiteY14" fmla="*/ 768096 h 1609344"/>
              <a:gd name="connsiteX15" fmla="*/ 1572768 w 1584960"/>
              <a:gd name="connsiteY15" fmla="*/ 1219200 h 1609344"/>
              <a:gd name="connsiteX16" fmla="*/ 1548384 w 1584960"/>
              <a:gd name="connsiteY16" fmla="*/ 1304544 h 1609344"/>
              <a:gd name="connsiteX17" fmla="*/ 1450848 w 1584960"/>
              <a:gd name="connsiteY17" fmla="*/ 1414272 h 1609344"/>
              <a:gd name="connsiteX18" fmla="*/ 1377696 w 1584960"/>
              <a:gd name="connsiteY18" fmla="*/ 1463040 h 1609344"/>
              <a:gd name="connsiteX19" fmla="*/ 1304544 w 1584960"/>
              <a:gd name="connsiteY19" fmla="*/ 1487424 h 1609344"/>
              <a:gd name="connsiteX20" fmla="*/ 1267968 w 1584960"/>
              <a:gd name="connsiteY20" fmla="*/ 1511808 h 1609344"/>
              <a:gd name="connsiteX21" fmla="*/ 1194816 w 1584960"/>
              <a:gd name="connsiteY21" fmla="*/ 1536192 h 1609344"/>
              <a:gd name="connsiteX22" fmla="*/ 1121664 w 1584960"/>
              <a:gd name="connsiteY22" fmla="*/ 1560576 h 1609344"/>
              <a:gd name="connsiteX23" fmla="*/ 1011936 w 1584960"/>
              <a:gd name="connsiteY23" fmla="*/ 1597152 h 1609344"/>
              <a:gd name="connsiteX24" fmla="*/ 975360 w 1584960"/>
              <a:gd name="connsiteY24" fmla="*/ 1609344 h 1609344"/>
              <a:gd name="connsiteX25" fmla="*/ 609600 w 1584960"/>
              <a:gd name="connsiteY25" fmla="*/ 1584960 h 1609344"/>
              <a:gd name="connsiteX26" fmla="*/ 512064 w 1584960"/>
              <a:gd name="connsiteY26" fmla="*/ 1560576 h 1609344"/>
              <a:gd name="connsiteX27" fmla="*/ 475488 w 1584960"/>
              <a:gd name="connsiteY27" fmla="*/ 1548384 h 1609344"/>
              <a:gd name="connsiteX28" fmla="*/ 438912 w 1584960"/>
              <a:gd name="connsiteY28" fmla="*/ 1524000 h 1609344"/>
              <a:gd name="connsiteX29" fmla="*/ 329184 w 1584960"/>
              <a:gd name="connsiteY29" fmla="*/ 1463040 h 1609344"/>
              <a:gd name="connsiteX30" fmla="*/ 268224 w 1584960"/>
              <a:gd name="connsiteY30" fmla="*/ 1389888 h 1609344"/>
              <a:gd name="connsiteX31" fmla="*/ 182880 w 1584960"/>
              <a:gd name="connsiteY31" fmla="*/ 1280160 h 1609344"/>
              <a:gd name="connsiteX32" fmla="*/ 170688 w 1584960"/>
              <a:gd name="connsiteY32" fmla="*/ 1243584 h 1609344"/>
              <a:gd name="connsiteX33" fmla="*/ 121920 w 1584960"/>
              <a:gd name="connsiteY33" fmla="*/ 1170432 h 1609344"/>
              <a:gd name="connsiteX34" fmla="*/ 97536 w 1584960"/>
              <a:gd name="connsiteY34" fmla="*/ 1133856 h 1609344"/>
              <a:gd name="connsiteX35" fmla="*/ 48768 w 1584960"/>
              <a:gd name="connsiteY35" fmla="*/ 1024128 h 1609344"/>
              <a:gd name="connsiteX36" fmla="*/ 24384 w 1584960"/>
              <a:gd name="connsiteY36" fmla="*/ 938784 h 1609344"/>
              <a:gd name="connsiteX37" fmla="*/ 12192 w 1584960"/>
              <a:gd name="connsiteY37" fmla="*/ 902208 h 1609344"/>
              <a:gd name="connsiteX38" fmla="*/ 0 w 1584960"/>
              <a:gd name="connsiteY38" fmla="*/ 816864 h 1609344"/>
              <a:gd name="connsiteX39" fmla="*/ 12192 w 1584960"/>
              <a:gd name="connsiteY39" fmla="*/ 670560 h 1609344"/>
              <a:gd name="connsiteX40" fmla="*/ 85344 w 1584960"/>
              <a:gd name="connsiteY40" fmla="*/ 524256 h 1609344"/>
              <a:gd name="connsiteX41" fmla="*/ 121920 w 1584960"/>
              <a:gd name="connsiteY41" fmla="*/ 487680 h 1609344"/>
              <a:gd name="connsiteX42" fmla="*/ 146304 w 1584960"/>
              <a:gd name="connsiteY42" fmla="*/ 451104 h 1609344"/>
              <a:gd name="connsiteX43" fmla="*/ 182880 w 1584960"/>
              <a:gd name="connsiteY43" fmla="*/ 426720 h 1609344"/>
              <a:gd name="connsiteX44" fmla="*/ 219456 w 1584960"/>
              <a:gd name="connsiteY44" fmla="*/ 390144 h 1609344"/>
              <a:gd name="connsiteX45" fmla="*/ 329184 w 1584960"/>
              <a:gd name="connsiteY45" fmla="*/ 316992 h 1609344"/>
              <a:gd name="connsiteX46" fmla="*/ 365760 w 1584960"/>
              <a:gd name="connsiteY46" fmla="*/ 292608 h 1609344"/>
              <a:gd name="connsiteX47" fmla="*/ 402336 w 1584960"/>
              <a:gd name="connsiteY47" fmla="*/ 268224 h 1609344"/>
              <a:gd name="connsiteX48" fmla="*/ 426720 w 1584960"/>
              <a:gd name="connsiteY48" fmla="*/ 231648 h 1609344"/>
              <a:gd name="connsiteX49" fmla="*/ 475488 w 1584960"/>
              <a:gd name="connsiteY49" fmla="*/ 182880 h 1609344"/>
              <a:gd name="connsiteX50" fmla="*/ 512064 w 1584960"/>
              <a:gd name="connsiteY50" fmla="*/ 195072 h 1609344"/>
              <a:gd name="connsiteX51" fmla="*/ 512064 w 1584960"/>
              <a:gd name="connsiteY51" fmla="*/ 426720 h 1609344"/>
              <a:gd name="connsiteX52" fmla="*/ 524256 w 1584960"/>
              <a:gd name="connsiteY52" fmla="*/ 353568 h 1609344"/>
              <a:gd name="connsiteX53" fmla="*/ 512064 w 1584960"/>
              <a:gd name="connsiteY53" fmla="*/ 195072 h 1609344"/>
              <a:gd name="connsiteX54" fmla="*/ 451104 w 1584960"/>
              <a:gd name="connsiteY54" fmla="*/ 182880 h 1609344"/>
              <a:gd name="connsiteX55" fmla="*/ 414528 w 1584960"/>
              <a:gd name="connsiteY55" fmla="*/ 170688 h 1609344"/>
              <a:gd name="connsiteX56" fmla="*/ 304800 w 1584960"/>
              <a:gd name="connsiteY56" fmla="*/ 158496 h 1609344"/>
              <a:gd name="connsiteX57" fmla="*/ 158496 w 1584960"/>
              <a:gd name="connsiteY57" fmla="*/ 146304 h 160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584960" h="1609344">
                <a:moveTo>
                  <a:pt x="963168" y="0"/>
                </a:moveTo>
                <a:cubicBezTo>
                  <a:pt x="983488" y="8128"/>
                  <a:pt x="1003636" y="16700"/>
                  <a:pt x="1024128" y="24384"/>
                </a:cubicBezTo>
                <a:cubicBezTo>
                  <a:pt x="1036161" y="28896"/>
                  <a:pt x="1049470" y="30335"/>
                  <a:pt x="1060704" y="36576"/>
                </a:cubicBezTo>
                <a:lnTo>
                  <a:pt x="1170432" y="109728"/>
                </a:lnTo>
                <a:lnTo>
                  <a:pt x="1243584" y="158496"/>
                </a:lnTo>
                <a:lnTo>
                  <a:pt x="1280160" y="182880"/>
                </a:lnTo>
                <a:cubicBezTo>
                  <a:pt x="1288288" y="195072"/>
                  <a:pt x="1294183" y="209095"/>
                  <a:pt x="1304544" y="219456"/>
                </a:cubicBezTo>
                <a:cubicBezTo>
                  <a:pt x="1400448" y="315360"/>
                  <a:pt x="1277829" y="160576"/>
                  <a:pt x="1377696" y="280416"/>
                </a:cubicBezTo>
                <a:cubicBezTo>
                  <a:pt x="1428496" y="341376"/>
                  <a:pt x="1371600" y="296672"/>
                  <a:pt x="1438656" y="341376"/>
                </a:cubicBezTo>
                <a:cubicBezTo>
                  <a:pt x="1442720" y="353568"/>
                  <a:pt x="1444607" y="366718"/>
                  <a:pt x="1450848" y="377952"/>
                </a:cubicBezTo>
                <a:cubicBezTo>
                  <a:pt x="1465080" y="403570"/>
                  <a:pt x="1490349" y="423302"/>
                  <a:pt x="1499616" y="451104"/>
                </a:cubicBezTo>
                <a:lnTo>
                  <a:pt x="1536192" y="560832"/>
                </a:lnTo>
                <a:lnTo>
                  <a:pt x="1548384" y="597408"/>
                </a:lnTo>
                <a:cubicBezTo>
                  <a:pt x="1552448" y="609600"/>
                  <a:pt x="1558463" y="621307"/>
                  <a:pt x="1560576" y="633984"/>
                </a:cubicBezTo>
                <a:cubicBezTo>
                  <a:pt x="1576175" y="727576"/>
                  <a:pt x="1567920" y="682896"/>
                  <a:pt x="1584960" y="768096"/>
                </a:cubicBezTo>
                <a:cubicBezTo>
                  <a:pt x="1580896" y="918464"/>
                  <a:pt x="1580097" y="1068956"/>
                  <a:pt x="1572768" y="1219200"/>
                </a:cubicBezTo>
                <a:cubicBezTo>
                  <a:pt x="1572346" y="1227857"/>
                  <a:pt x="1554457" y="1292397"/>
                  <a:pt x="1548384" y="1304544"/>
                </a:cubicBezTo>
                <a:cubicBezTo>
                  <a:pt x="1530060" y="1341191"/>
                  <a:pt x="1475082" y="1398116"/>
                  <a:pt x="1450848" y="1414272"/>
                </a:cubicBezTo>
                <a:cubicBezTo>
                  <a:pt x="1426464" y="1430528"/>
                  <a:pt x="1405498" y="1453773"/>
                  <a:pt x="1377696" y="1463040"/>
                </a:cubicBezTo>
                <a:cubicBezTo>
                  <a:pt x="1353312" y="1471168"/>
                  <a:pt x="1325930" y="1473167"/>
                  <a:pt x="1304544" y="1487424"/>
                </a:cubicBezTo>
                <a:cubicBezTo>
                  <a:pt x="1292352" y="1495552"/>
                  <a:pt x="1281358" y="1505857"/>
                  <a:pt x="1267968" y="1511808"/>
                </a:cubicBezTo>
                <a:cubicBezTo>
                  <a:pt x="1244480" y="1522247"/>
                  <a:pt x="1219200" y="1528064"/>
                  <a:pt x="1194816" y="1536192"/>
                </a:cubicBezTo>
                <a:lnTo>
                  <a:pt x="1121664" y="1560576"/>
                </a:lnTo>
                <a:lnTo>
                  <a:pt x="1011936" y="1597152"/>
                </a:lnTo>
                <a:lnTo>
                  <a:pt x="975360" y="1609344"/>
                </a:lnTo>
                <a:cubicBezTo>
                  <a:pt x="842642" y="1603814"/>
                  <a:pt x="732301" y="1611253"/>
                  <a:pt x="609600" y="1584960"/>
                </a:cubicBezTo>
                <a:cubicBezTo>
                  <a:pt x="576831" y="1577938"/>
                  <a:pt x="543857" y="1571174"/>
                  <a:pt x="512064" y="1560576"/>
                </a:cubicBezTo>
                <a:cubicBezTo>
                  <a:pt x="499872" y="1556512"/>
                  <a:pt x="486983" y="1554131"/>
                  <a:pt x="475488" y="1548384"/>
                </a:cubicBezTo>
                <a:cubicBezTo>
                  <a:pt x="462382" y="1541831"/>
                  <a:pt x="452018" y="1530553"/>
                  <a:pt x="438912" y="1524000"/>
                </a:cubicBezTo>
                <a:cubicBezTo>
                  <a:pt x="377587" y="1493337"/>
                  <a:pt x="406067" y="1539923"/>
                  <a:pt x="329184" y="1463040"/>
                </a:cubicBezTo>
                <a:cubicBezTo>
                  <a:pt x="222327" y="1356183"/>
                  <a:pt x="353094" y="1491733"/>
                  <a:pt x="268224" y="1389888"/>
                </a:cubicBezTo>
                <a:cubicBezTo>
                  <a:pt x="233159" y="1347810"/>
                  <a:pt x="203423" y="1341789"/>
                  <a:pt x="182880" y="1280160"/>
                </a:cubicBezTo>
                <a:cubicBezTo>
                  <a:pt x="178816" y="1267968"/>
                  <a:pt x="176929" y="1254818"/>
                  <a:pt x="170688" y="1243584"/>
                </a:cubicBezTo>
                <a:cubicBezTo>
                  <a:pt x="156456" y="1217966"/>
                  <a:pt x="138176" y="1194816"/>
                  <a:pt x="121920" y="1170432"/>
                </a:cubicBezTo>
                <a:cubicBezTo>
                  <a:pt x="113792" y="1158240"/>
                  <a:pt x="102170" y="1147757"/>
                  <a:pt x="97536" y="1133856"/>
                </a:cubicBezTo>
                <a:cubicBezTo>
                  <a:pt x="34628" y="945131"/>
                  <a:pt x="106730" y="1140052"/>
                  <a:pt x="48768" y="1024128"/>
                </a:cubicBezTo>
                <a:cubicBezTo>
                  <a:pt x="39024" y="1004640"/>
                  <a:pt x="29592" y="957014"/>
                  <a:pt x="24384" y="938784"/>
                </a:cubicBezTo>
                <a:cubicBezTo>
                  <a:pt x="20853" y="926427"/>
                  <a:pt x="16256" y="914400"/>
                  <a:pt x="12192" y="902208"/>
                </a:cubicBezTo>
                <a:cubicBezTo>
                  <a:pt x="8128" y="873760"/>
                  <a:pt x="0" y="845601"/>
                  <a:pt x="0" y="816864"/>
                </a:cubicBezTo>
                <a:cubicBezTo>
                  <a:pt x="0" y="767927"/>
                  <a:pt x="4147" y="718831"/>
                  <a:pt x="12192" y="670560"/>
                </a:cubicBezTo>
                <a:cubicBezTo>
                  <a:pt x="20125" y="622963"/>
                  <a:pt x="51642" y="557958"/>
                  <a:pt x="85344" y="524256"/>
                </a:cubicBezTo>
                <a:cubicBezTo>
                  <a:pt x="97536" y="512064"/>
                  <a:pt x="110882" y="500926"/>
                  <a:pt x="121920" y="487680"/>
                </a:cubicBezTo>
                <a:cubicBezTo>
                  <a:pt x="131301" y="476423"/>
                  <a:pt x="135943" y="461465"/>
                  <a:pt x="146304" y="451104"/>
                </a:cubicBezTo>
                <a:cubicBezTo>
                  <a:pt x="156665" y="440743"/>
                  <a:pt x="171623" y="436101"/>
                  <a:pt x="182880" y="426720"/>
                </a:cubicBezTo>
                <a:cubicBezTo>
                  <a:pt x="196126" y="415682"/>
                  <a:pt x="205846" y="400730"/>
                  <a:pt x="219456" y="390144"/>
                </a:cubicBezTo>
                <a:lnTo>
                  <a:pt x="329184" y="316992"/>
                </a:lnTo>
                <a:lnTo>
                  <a:pt x="365760" y="292608"/>
                </a:lnTo>
                <a:lnTo>
                  <a:pt x="402336" y="268224"/>
                </a:lnTo>
                <a:cubicBezTo>
                  <a:pt x="410464" y="256032"/>
                  <a:pt x="415278" y="240802"/>
                  <a:pt x="426720" y="231648"/>
                </a:cubicBezTo>
                <a:cubicBezTo>
                  <a:pt x="485833" y="184358"/>
                  <a:pt x="448887" y="262682"/>
                  <a:pt x="475488" y="182880"/>
                </a:cubicBezTo>
                <a:cubicBezTo>
                  <a:pt x="487680" y="186944"/>
                  <a:pt x="511148" y="182253"/>
                  <a:pt x="512064" y="195072"/>
                </a:cubicBezTo>
                <a:cubicBezTo>
                  <a:pt x="528949" y="431468"/>
                  <a:pt x="477214" y="670669"/>
                  <a:pt x="512064" y="426720"/>
                </a:cubicBezTo>
                <a:cubicBezTo>
                  <a:pt x="515560" y="402248"/>
                  <a:pt x="520192" y="377952"/>
                  <a:pt x="524256" y="353568"/>
                </a:cubicBezTo>
                <a:cubicBezTo>
                  <a:pt x="520192" y="300736"/>
                  <a:pt x="532937" y="243776"/>
                  <a:pt x="512064" y="195072"/>
                </a:cubicBezTo>
                <a:cubicBezTo>
                  <a:pt x="503901" y="176025"/>
                  <a:pt x="471208" y="187906"/>
                  <a:pt x="451104" y="182880"/>
                </a:cubicBezTo>
                <a:cubicBezTo>
                  <a:pt x="438636" y="179763"/>
                  <a:pt x="427205" y="172801"/>
                  <a:pt x="414528" y="170688"/>
                </a:cubicBezTo>
                <a:cubicBezTo>
                  <a:pt x="378228" y="164638"/>
                  <a:pt x="341317" y="163061"/>
                  <a:pt x="304800" y="158496"/>
                </a:cubicBezTo>
                <a:cubicBezTo>
                  <a:pt x="184275" y="143430"/>
                  <a:pt x="258846" y="146304"/>
                  <a:pt x="158496" y="146304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07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0228DE-41BC-4D48-A3E6-2796F70C3F49}"/>
              </a:ext>
            </a:extLst>
          </p:cNvPr>
          <p:cNvSpPr txBox="1"/>
          <p:nvPr/>
        </p:nvSpPr>
        <p:spPr>
          <a:xfrm>
            <a:off x="0" y="4734342"/>
            <a:ext cx="121919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PART 2: IDENTIFICATION of </a:t>
            </a:r>
          </a:p>
          <a:p>
            <a:pPr algn="ctr"/>
            <a:r>
              <a:rPr lang="en-US" sz="6600" b="1" dirty="0"/>
              <a:t>OCEAN CURRENTS</a:t>
            </a:r>
          </a:p>
        </p:txBody>
      </p:sp>
      <p:pic>
        <p:nvPicPr>
          <p:cNvPr id="10242" name="Picture 2" descr="Image in Disney Poster's collection by J'me on We Heart It">
            <a:extLst>
              <a:ext uri="{FF2B5EF4-FFF2-40B4-BE49-F238E27FC236}">
                <a16:creationId xmlns:a16="http://schemas.microsoft.com/office/drawing/2014/main" id="{D6EE1BA7-E890-4BAA-9A87-2F58D97EB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071" y="0"/>
            <a:ext cx="7877855" cy="478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2626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BEB496-A386-4139-BFA9-A27FAD946A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1" t="56196" r="2243" b="21197"/>
          <a:stretch/>
        </p:blipFill>
        <p:spPr>
          <a:xfrm>
            <a:off x="27806" y="554886"/>
            <a:ext cx="12136388" cy="15503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AF1B37-7912-49EE-A9A4-00B43C4D0C8C}"/>
              </a:ext>
            </a:extLst>
          </p:cNvPr>
          <p:cNvSpPr txBox="1"/>
          <p:nvPr/>
        </p:nvSpPr>
        <p:spPr>
          <a:xfrm>
            <a:off x="3351524" y="662607"/>
            <a:ext cx="2365248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B0F0"/>
                </a:solidFill>
              </a:rPr>
              <a:t>COOL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209C39-4544-4FD0-8EF5-8BF226F031A9}"/>
              </a:ext>
            </a:extLst>
          </p:cNvPr>
          <p:cNvSpPr txBox="1"/>
          <p:nvPr/>
        </p:nvSpPr>
        <p:spPr>
          <a:xfrm>
            <a:off x="9318161" y="651832"/>
            <a:ext cx="2365248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B0F0"/>
                </a:solidFill>
              </a:rPr>
              <a:t>COOL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7EDB45-D7EE-4088-9878-05D2157F96EA}"/>
              </a:ext>
            </a:extLst>
          </p:cNvPr>
          <p:cNvSpPr txBox="1"/>
          <p:nvPr/>
        </p:nvSpPr>
        <p:spPr>
          <a:xfrm>
            <a:off x="3351524" y="1537815"/>
            <a:ext cx="2365248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</a:rPr>
              <a:t>COOL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62B71E-23C0-4FF4-AF19-49F04EEC0C32}"/>
              </a:ext>
            </a:extLst>
          </p:cNvPr>
          <p:cNvSpPr txBox="1"/>
          <p:nvPr/>
        </p:nvSpPr>
        <p:spPr>
          <a:xfrm>
            <a:off x="9318161" y="1544079"/>
            <a:ext cx="2365248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</a:rPr>
              <a:t>COOL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AEF1A-1084-EDE9-232F-65557F44888D}"/>
              </a:ext>
            </a:extLst>
          </p:cNvPr>
          <p:cNvSpPr txBox="1"/>
          <p:nvPr/>
        </p:nvSpPr>
        <p:spPr>
          <a:xfrm>
            <a:off x="27806" y="31666"/>
            <a:ext cx="12164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Q7: </a:t>
            </a:r>
            <a:r>
              <a:rPr lang="en-US" sz="2800" dirty="0"/>
              <a:t>Name the ocean current’s </a:t>
            </a:r>
            <a:r>
              <a:rPr lang="en-US" sz="2800" b="1" dirty="0"/>
              <a:t>main </a:t>
            </a:r>
            <a:r>
              <a:rPr lang="en-US" sz="2800" b="1" u="sng" dirty="0"/>
              <a:t>TEMPERATURE TYPE </a:t>
            </a:r>
            <a:r>
              <a:rPr lang="en-US" sz="2800" dirty="0"/>
              <a:t>on the </a:t>
            </a:r>
            <a:r>
              <a:rPr lang="en-US" sz="2800" b="1" u="sng" dirty="0"/>
              <a:t>WEST COAST </a:t>
            </a:r>
            <a:r>
              <a:rPr lang="en-US" sz="2800" dirty="0"/>
              <a:t>of…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5FDF63-EDB5-7051-1A4D-178A1647FC51}"/>
              </a:ext>
            </a:extLst>
          </p:cNvPr>
          <p:cNvSpPr txBox="1"/>
          <p:nvPr/>
        </p:nvSpPr>
        <p:spPr>
          <a:xfrm>
            <a:off x="-20718" y="2166497"/>
            <a:ext cx="12164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Q8: In summary, the main TEMPERATURE TYPE of all WEST COASTS is _________</a:t>
            </a:r>
            <a:endParaRPr lang="en-US" sz="2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5A754A8-B0B3-153B-3E96-DBDADA41C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1" y="2673768"/>
            <a:ext cx="3145884" cy="41525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C38F92E-359B-7E0B-F53C-BD8704DCA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026" y="2657935"/>
            <a:ext cx="2567135" cy="41842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A963CF-F80A-B503-9050-0692DC83B6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8812" y="3184749"/>
            <a:ext cx="2665382" cy="223315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B06834B-E4C9-1F59-0340-5D38E2182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1524" y="2689717"/>
            <a:ext cx="3114338" cy="4152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D758EA5-38E6-F811-6498-62FB7A5D8C93}"/>
                  </a:ext>
                </a:extLst>
              </p14:cNvPr>
              <p14:cNvContentPartPr/>
              <p14:nvPr/>
            </p14:nvContentPartPr>
            <p14:xfrm>
              <a:off x="350288" y="3965191"/>
              <a:ext cx="947520" cy="2162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D758EA5-38E6-F811-6498-62FB7A5D8C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6648" y="3857551"/>
                <a:ext cx="1055160" cy="23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67C9B2F-E0B2-EA05-FDF4-01F18FA59E52}"/>
                  </a:ext>
                </a:extLst>
              </p14:cNvPr>
              <p14:cNvContentPartPr/>
              <p14:nvPr/>
            </p14:nvContentPartPr>
            <p14:xfrm>
              <a:off x="3347648" y="4031071"/>
              <a:ext cx="1078920" cy="2284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67C9B2F-E0B2-EA05-FDF4-01F18FA59E5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94008" y="3923071"/>
                <a:ext cx="1186560" cy="250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5234D33-AA52-7A60-054C-CD7458E19492}"/>
                  </a:ext>
                </a:extLst>
              </p14:cNvPr>
              <p14:cNvContentPartPr/>
              <p14:nvPr/>
            </p14:nvContentPartPr>
            <p14:xfrm>
              <a:off x="6746768" y="2997871"/>
              <a:ext cx="335520" cy="10407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5234D33-AA52-7A60-054C-CD7458E1949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92768" y="2889871"/>
                <a:ext cx="443160" cy="12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AD39014-14B6-EE4C-848F-90AC813C572C}"/>
                  </a:ext>
                </a:extLst>
              </p14:cNvPr>
              <p14:cNvContentPartPr/>
              <p14:nvPr/>
            </p14:nvContentPartPr>
            <p14:xfrm>
              <a:off x="7644248" y="5135191"/>
              <a:ext cx="554760" cy="15732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AD39014-14B6-EE4C-848F-90AC813C572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90608" y="5027551"/>
                <a:ext cx="662400" cy="178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2955247-DA43-33AC-9E34-097C7269B2D1}"/>
                  </a:ext>
                </a:extLst>
              </p14:cNvPr>
              <p14:cNvContentPartPr/>
              <p14:nvPr/>
            </p14:nvContentPartPr>
            <p14:xfrm>
              <a:off x="9526328" y="3579991"/>
              <a:ext cx="788760" cy="1948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2955247-DA43-33AC-9E34-097C7269B2D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472328" y="3471991"/>
                <a:ext cx="896400" cy="21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CDE1B5F-08AB-4D75-A64D-F1C9281DE2C9}"/>
                  </a:ext>
                </a:extLst>
              </p14:cNvPr>
              <p14:cNvContentPartPr/>
              <p14:nvPr/>
            </p14:nvContentPartPr>
            <p14:xfrm>
              <a:off x="689048" y="2806711"/>
              <a:ext cx="1102680" cy="38750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CDE1B5F-08AB-4D75-A64D-F1C9281DE2C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5048" y="2699071"/>
                <a:ext cx="1210320" cy="40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2129440-24A8-6B78-28EC-84BA806E2EBE}"/>
                  </a:ext>
                </a:extLst>
              </p14:cNvPr>
              <p14:cNvContentPartPr/>
              <p14:nvPr/>
            </p14:nvContentPartPr>
            <p14:xfrm>
              <a:off x="3646088" y="2860711"/>
              <a:ext cx="1383120" cy="3199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2129440-24A8-6B78-28EC-84BA806E2EB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92088" y="2752711"/>
                <a:ext cx="1490760" cy="341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F57DA8F-8854-EE00-E0D4-3183B72E992A}"/>
                  </a:ext>
                </a:extLst>
              </p14:cNvPr>
              <p14:cNvContentPartPr/>
              <p14:nvPr/>
            </p14:nvContentPartPr>
            <p14:xfrm>
              <a:off x="6994448" y="3114871"/>
              <a:ext cx="1594440" cy="3382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F57DA8F-8854-EE00-E0D4-3183B72E992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40808" y="3006871"/>
                <a:ext cx="1702080" cy="359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EAE3909-A0AB-46A3-F643-493C544C7D8C}"/>
                  </a:ext>
                </a:extLst>
              </p14:cNvPr>
              <p14:cNvContentPartPr/>
              <p14:nvPr/>
            </p14:nvContentPartPr>
            <p14:xfrm>
              <a:off x="10399328" y="3826591"/>
              <a:ext cx="507600" cy="10756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EAE3909-A0AB-46A3-F643-493C544C7D8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345328" y="3718951"/>
                <a:ext cx="615240" cy="1291320"/>
              </a:xfrm>
              <a:prstGeom prst="rect">
                <a:avLst/>
              </a:prstGeom>
            </p:spPr>
          </p:pic>
        </mc:Fallback>
      </mc:AlternateContent>
      <p:pic>
        <p:nvPicPr>
          <p:cNvPr id="38" name="Picture 37">
            <a:extLst>
              <a:ext uri="{FF2B5EF4-FFF2-40B4-BE49-F238E27FC236}">
                <a16:creationId xmlns:a16="http://schemas.microsoft.com/office/drawing/2014/main" id="{4B59CDD7-092B-2459-CB26-D6D31E9B82C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63185" y="5417362"/>
            <a:ext cx="1543129" cy="14605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476C3A8-ECB1-ECCD-4FC0-704EF73DAAD1}"/>
                  </a:ext>
                </a:extLst>
              </p14:cNvPr>
              <p14:cNvContentPartPr/>
              <p14:nvPr/>
            </p14:nvContentPartPr>
            <p14:xfrm>
              <a:off x="10621088" y="6065071"/>
              <a:ext cx="448200" cy="166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476C3A8-ECB1-ECCD-4FC0-704EF73DAAD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567088" y="5957071"/>
                <a:ext cx="555840" cy="382320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9AB85266-794D-481F-BA9E-024BE538720C}"/>
              </a:ext>
            </a:extLst>
          </p:cNvPr>
          <p:cNvSpPr txBox="1"/>
          <p:nvPr/>
        </p:nvSpPr>
        <p:spPr>
          <a:xfrm>
            <a:off x="10376476" y="2124671"/>
            <a:ext cx="17670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B0F0"/>
                </a:solidFill>
              </a:rPr>
              <a:t>COOL</a:t>
            </a:r>
          </a:p>
        </p:txBody>
      </p:sp>
    </p:spTree>
    <p:extLst>
      <p:ext uri="{BB962C8B-B14F-4D97-AF65-F5344CB8AC3E}">
        <p14:creationId xmlns:p14="http://schemas.microsoft.com/office/powerpoint/2010/main" val="282563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3" grpId="0" animBg="1"/>
      <p:bldP spid="16" grpId="0" animBg="1"/>
      <p:bldP spid="4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621" t="15328" r="3409" b="57987"/>
          <a:stretch/>
        </p:blipFill>
        <p:spPr>
          <a:xfrm>
            <a:off x="27806" y="425303"/>
            <a:ext cx="12164194" cy="126191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E68C042-F498-4DEC-BD35-2F4B5E54AE00}"/>
              </a:ext>
            </a:extLst>
          </p:cNvPr>
          <p:cNvSpPr txBox="1"/>
          <p:nvPr/>
        </p:nvSpPr>
        <p:spPr>
          <a:xfrm>
            <a:off x="3331819" y="481004"/>
            <a:ext cx="2365248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WARM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37F100-E964-4301-831D-CD25326DD177}"/>
              </a:ext>
            </a:extLst>
          </p:cNvPr>
          <p:cNvSpPr txBox="1"/>
          <p:nvPr/>
        </p:nvSpPr>
        <p:spPr>
          <a:xfrm>
            <a:off x="9364148" y="488658"/>
            <a:ext cx="2365248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WARM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D6CA8C-AF27-4E80-8065-2C5570EF63F2}"/>
              </a:ext>
            </a:extLst>
          </p:cNvPr>
          <p:cNvSpPr txBox="1"/>
          <p:nvPr/>
        </p:nvSpPr>
        <p:spPr>
          <a:xfrm>
            <a:off x="3331819" y="1202391"/>
            <a:ext cx="2365248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WARM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55EACF-4A3F-4C51-A05B-17D40CD07F53}"/>
              </a:ext>
            </a:extLst>
          </p:cNvPr>
          <p:cNvSpPr txBox="1"/>
          <p:nvPr/>
        </p:nvSpPr>
        <p:spPr>
          <a:xfrm>
            <a:off x="9364148" y="1198344"/>
            <a:ext cx="2365248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WARM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099297-9D3C-4308-B0B7-8CADAB28E5BB}"/>
              </a:ext>
            </a:extLst>
          </p:cNvPr>
          <p:cNvSpPr/>
          <p:nvPr/>
        </p:nvSpPr>
        <p:spPr>
          <a:xfrm>
            <a:off x="531628" y="5771077"/>
            <a:ext cx="2700670" cy="321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31D01-30B1-97B9-4F8F-4A068569DC17}"/>
              </a:ext>
            </a:extLst>
          </p:cNvPr>
          <p:cNvSpPr txBox="1"/>
          <p:nvPr/>
        </p:nvSpPr>
        <p:spPr>
          <a:xfrm>
            <a:off x="27806" y="31666"/>
            <a:ext cx="12164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Q9: </a:t>
            </a:r>
            <a:r>
              <a:rPr lang="en-US" sz="2800" dirty="0"/>
              <a:t>Name the ocean current’s </a:t>
            </a:r>
            <a:r>
              <a:rPr lang="en-US" sz="2800" b="1" dirty="0"/>
              <a:t>main </a:t>
            </a:r>
            <a:r>
              <a:rPr lang="en-US" sz="2800" b="1" u="sng" dirty="0"/>
              <a:t>TEMPERATURE TYPE </a:t>
            </a:r>
            <a:r>
              <a:rPr lang="en-US" sz="2800" dirty="0"/>
              <a:t>on the </a:t>
            </a:r>
            <a:r>
              <a:rPr lang="en-US" sz="2800" b="1" u="sng" dirty="0"/>
              <a:t>EAST COAST </a:t>
            </a:r>
            <a:r>
              <a:rPr lang="en-US" sz="2800" dirty="0"/>
              <a:t>of…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9005C8-58AE-436B-5E2F-1A509E5141AF}"/>
              </a:ext>
            </a:extLst>
          </p:cNvPr>
          <p:cNvGrpSpPr/>
          <p:nvPr/>
        </p:nvGrpSpPr>
        <p:grpSpPr>
          <a:xfrm>
            <a:off x="6251768" y="1944151"/>
            <a:ext cx="5976360" cy="192960"/>
            <a:chOff x="6251768" y="1944151"/>
            <a:chExt cx="597636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9794C89-965F-CCFA-028C-4BC9F4A04585}"/>
                    </a:ext>
                  </a:extLst>
                </p14:cNvPr>
                <p14:cNvContentPartPr/>
                <p14:nvPr/>
              </p14:nvContentPartPr>
              <p14:xfrm>
                <a:off x="6251768" y="1944151"/>
                <a:ext cx="5133960" cy="129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9794C89-965F-CCFA-028C-4BC9F4A0458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89128" y="1881151"/>
                  <a:ext cx="52596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D59492B-9082-F54C-0988-1902734D2CA0}"/>
                    </a:ext>
                  </a:extLst>
                </p14:cNvPr>
                <p14:cNvContentPartPr/>
                <p14:nvPr/>
              </p14:nvContentPartPr>
              <p14:xfrm>
                <a:off x="10206728" y="2094271"/>
                <a:ext cx="2021400" cy="42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D59492B-9082-F54C-0988-1902734D2CA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44088" y="2031271"/>
                  <a:ext cx="2147040" cy="16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40585D3-FCDA-BF63-AD7B-3949AA073A8A}"/>
                  </a:ext>
                </a:extLst>
              </p14:cNvPr>
              <p14:cNvContentPartPr/>
              <p14:nvPr/>
            </p14:nvContentPartPr>
            <p14:xfrm>
              <a:off x="6188048" y="2056111"/>
              <a:ext cx="25200" cy="70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40585D3-FCDA-BF63-AD7B-3949AA073A8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25048" y="1993471"/>
                <a:ext cx="150840" cy="19584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35FFBA5-4E43-4EAA-614C-46F6DC9767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" y="2807190"/>
            <a:ext cx="2604977" cy="40212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FD16D8-EEDC-759C-462A-DF507416275F}"/>
              </a:ext>
            </a:extLst>
          </p:cNvPr>
          <p:cNvSpPr txBox="1"/>
          <p:nvPr/>
        </p:nvSpPr>
        <p:spPr>
          <a:xfrm>
            <a:off x="-26200" y="1819240"/>
            <a:ext cx="12164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Q10: In summary, the main TEMPERATURE TYPE of all EAST COASTS is ________</a:t>
            </a:r>
            <a:endParaRPr lang="en-US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C0578B-7EFE-E18C-DAAE-1F1696B5A6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4531" y="2807190"/>
            <a:ext cx="4050810" cy="40508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626B7AA-330F-65A6-96E4-4A4A9F9071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75796" y="2796165"/>
            <a:ext cx="2516399" cy="40301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1702C8-18D9-651C-D9E5-FA972A291E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5953" y="2761122"/>
            <a:ext cx="2193443" cy="25882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A67EC2A-ED2C-1DD2-CFAA-F6B5B37207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63185" y="5417362"/>
            <a:ext cx="1543129" cy="14605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943BE9A-1AE2-3601-2B06-DCE85D9838E0}"/>
                  </a:ext>
                </a:extLst>
              </p14:cNvPr>
              <p14:cNvContentPartPr/>
              <p14:nvPr/>
            </p14:nvContentPartPr>
            <p14:xfrm>
              <a:off x="11729396" y="6024514"/>
              <a:ext cx="449263" cy="166687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943BE9A-1AE2-3601-2B06-DCE85D9838E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675311" y="5916509"/>
                <a:ext cx="557072" cy="382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5F1787B-114A-D503-5D42-029240594ACF}"/>
                  </a:ext>
                </a:extLst>
              </p14:cNvPr>
              <p14:cNvContentPartPr/>
              <p14:nvPr/>
            </p14:nvContentPartPr>
            <p14:xfrm>
              <a:off x="963860" y="3669820"/>
              <a:ext cx="1336680" cy="2998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5F1787B-114A-D503-5D42-029240594AC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0220" y="3562180"/>
                <a:ext cx="1444320" cy="32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5AC16AE-6719-6D69-D3AC-AEBFD744CF1D}"/>
                  </a:ext>
                </a:extLst>
              </p14:cNvPr>
              <p14:cNvContentPartPr/>
              <p14:nvPr/>
            </p14:nvContentPartPr>
            <p14:xfrm>
              <a:off x="5142020" y="3796540"/>
              <a:ext cx="1563840" cy="2010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5AC16AE-6719-6D69-D3AC-AEBFD744CF1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88380" y="3688900"/>
                <a:ext cx="1671480" cy="22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451BA18-C574-2C48-A346-185E14E36E1A}"/>
                  </a:ext>
                </a:extLst>
              </p14:cNvPr>
              <p14:cNvContentPartPr/>
              <p14:nvPr/>
            </p14:nvContentPartPr>
            <p14:xfrm>
              <a:off x="7546820" y="3555340"/>
              <a:ext cx="1749600" cy="3021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451BA18-C574-2C48-A346-185E14E36E1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492820" y="3447700"/>
                <a:ext cx="1857240" cy="32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AF9BCD3-A724-AD98-DF22-8B5EF1B2A6D0}"/>
                  </a:ext>
                </a:extLst>
              </p14:cNvPr>
              <p14:cNvContentPartPr/>
              <p14:nvPr/>
            </p14:nvContentPartPr>
            <p14:xfrm>
              <a:off x="10539860" y="3174460"/>
              <a:ext cx="879480" cy="1618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AF9BCD3-A724-AD98-DF22-8B5EF1B2A6D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485860" y="3066820"/>
                <a:ext cx="987120" cy="18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E98AA27-EF32-DD45-C143-D2F587AB8730}"/>
                  </a:ext>
                </a:extLst>
              </p14:cNvPr>
              <p14:cNvContentPartPr/>
              <p14:nvPr/>
            </p14:nvContentPartPr>
            <p14:xfrm>
              <a:off x="10831820" y="3314140"/>
              <a:ext cx="903240" cy="2056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E98AA27-EF32-DD45-C143-D2F587AB873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777820" y="3206500"/>
                <a:ext cx="1010880" cy="22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D7E8462-5462-F5F0-1AD8-9EC688C9FB90}"/>
                  </a:ext>
                </a:extLst>
              </p14:cNvPr>
              <p14:cNvContentPartPr/>
              <p14:nvPr/>
            </p14:nvContentPartPr>
            <p14:xfrm>
              <a:off x="7936700" y="4863580"/>
              <a:ext cx="1055160" cy="1885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D7E8462-5462-F5F0-1AD8-9EC688C9FB9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883060" y="4755940"/>
                <a:ext cx="1162800" cy="21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95462F3-A73E-2A1E-1698-682A98C6CEFF}"/>
                  </a:ext>
                </a:extLst>
              </p14:cNvPr>
              <p14:cNvContentPartPr/>
              <p14:nvPr/>
            </p14:nvContentPartPr>
            <p14:xfrm>
              <a:off x="5891900" y="4584220"/>
              <a:ext cx="864360" cy="16610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95462F3-A73E-2A1E-1698-682A98C6CEF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37900" y="4476580"/>
                <a:ext cx="972000" cy="18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BF29402-BF5A-F3D7-42EE-3AD865DC0724}"/>
                  </a:ext>
                </a:extLst>
              </p14:cNvPr>
              <p14:cNvContentPartPr/>
              <p14:nvPr/>
            </p14:nvContentPartPr>
            <p14:xfrm>
              <a:off x="1700420" y="4025500"/>
              <a:ext cx="826920" cy="26650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BF29402-BF5A-F3D7-42EE-3AD865DC072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46780" y="3917860"/>
                <a:ext cx="934560" cy="2880720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8EB34DD7-9987-BB95-2A34-88A235F32421}"/>
              </a:ext>
            </a:extLst>
          </p:cNvPr>
          <p:cNvSpPr txBox="1"/>
          <p:nvPr/>
        </p:nvSpPr>
        <p:spPr>
          <a:xfrm>
            <a:off x="10501446" y="1781932"/>
            <a:ext cx="167506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WARM</a:t>
            </a:r>
          </a:p>
        </p:txBody>
      </p:sp>
    </p:spTree>
    <p:extLst>
      <p:ext uri="{BB962C8B-B14F-4D97-AF65-F5344CB8AC3E}">
        <p14:creationId xmlns:p14="http://schemas.microsoft.com/office/powerpoint/2010/main" val="134731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2" grpId="0" animBg="1"/>
      <p:bldP spid="33" grpId="0" animBg="1"/>
      <p:bldP spid="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34F4F5-A78C-BB02-7F2D-3489F939B3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879"/>
          <a:stretch/>
        </p:blipFill>
        <p:spPr>
          <a:xfrm>
            <a:off x="1581150" y="1709524"/>
            <a:ext cx="9029700" cy="51168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A9D37A-3F6C-21BE-B27A-25EB273D3F21}"/>
              </a:ext>
            </a:extLst>
          </p:cNvPr>
          <p:cNvSpPr txBox="1"/>
          <p:nvPr/>
        </p:nvSpPr>
        <p:spPr>
          <a:xfrm>
            <a:off x="27806" y="31666"/>
            <a:ext cx="1216419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COVER the </a:t>
            </a:r>
            <a:r>
              <a:rPr lang="en-US" sz="2800" b="1" u="sng" dirty="0"/>
              <a:t>SOUTHERN</a:t>
            </a:r>
            <a:r>
              <a:rPr lang="en-US" sz="2800" b="1" dirty="0"/>
              <a:t> hemisphere with this paper</a:t>
            </a:r>
          </a:p>
          <a:p>
            <a:pPr algn="ctr"/>
            <a:r>
              <a:rPr lang="en-US" sz="2800" b="1" dirty="0"/>
              <a:t>CIRCLE your answer</a:t>
            </a:r>
          </a:p>
          <a:p>
            <a:pPr algn="ctr"/>
            <a:r>
              <a:rPr lang="en-US" sz="2800" b="1" dirty="0"/>
              <a:t>Q11: Most</a:t>
            </a:r>
            <a:r>
              <a:rPr lang="en-US" sz="2800" dirty="0"/>
              <a:t> of the </a:t>
            </a:r>
            <a:r>
              <a:rPr lang="en-US" sz="2800" b="1" u="sng" dirty="0"/>
              <a:t>NORTHERN hemisphere</a:t>
            </a:r>
            <a:r>
              <a:rPr lang="en-US" sz="2800" u="sng" dirty="0"/>
              <a:t> is covered in</a:t>
            </a:r>
            <a:r>
              <a:rPr lang="en-US" sz="2800" dirty="0"/>
              <a:t>…</a:t>
            </a:r>
          </a:p>
          <a:p>
            <a:pPr algn="ctr"/>
            <a:r>
              <a:rPr lang="en-US" sz="4000" b="1" dirty="0"/>
              <a:t>LAND 				WATER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1581150" y="4516812"/>
            <a:ext cx="9029700" cy="2309522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2AA4575-6B69-A80B-8891-320DB171EA81}"/>
                  </a:ext>
                </a:extLst>
              </p14:cNvPr>
              <p14:cNvContentPartPr/>
              <p14:nvPr/>
            </p14:nvContentPartPr>
            <p14:xfrm>
              <a:off x="5685620" y="2314060"/>
              <a:ext cx="3753360" cy="2230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2AA4575-6B69-A80B-8891-320DB171EA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1980" y="2206420"/>
                <a:ext cx="3861000" cy="244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192B9B3-5A7C-CA28-6DED-346B80839529}"/>
                  </a:ext>
                </a:extLst>
              </p14:cNvPr>
              <p14:cNvContentPartPr/>
              <p14:nvPr/>
            </p14:nvContentPartPr>
            <p14:xfrm>
              <a:off x="2807060" y="2335660"/>
              <a:ext cx="3081240" cy="2185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192B9B3-5A7C-CA28-6DED-346B808395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53420" y="2228020"/>
                <a:ext cx="3188880" cy="240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D707242-0D20-54CD-16D6-D0BEC5C599B7}"/>
                  </a:ext>
                </a:extLst>
              </p14:cNvPr>
              <p14:cNvContentPartPr/>
              <p14:nvPr/>
            </p14:nvContentPartPr>
            <p14:xfrm>
              <a:off x="6387260" y="2246740"/>
              <a:ext cx="178560" cy="14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D707242-0D20-54CD-16D6-D0BEC5C599B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33620" y="2138740"/>
                <a:ext cx="286200" cy="22968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281AD37C-ABB2-8618-C16A-58755CAEF425}"/>
              </a:ext>
            </a:extLst>
          </p:cNvPr>
          <p:cNvSpPr/>
          <p:nvPr/>
        </p:nvSpPr>
        <p:spPr>
          <a:xfrm>
            <a:off x="2628900" y="1384756"/>
            <a:ext cx="2088310" cy="602736"/>
          </a:xfrm>
          <a:prstGeom prst="ellipse">
            <a:avLst/>
          </a:prstGeom>
          <a:solidFill>
            <a:srgbClr val="92D050">
              <a:alpha val="48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3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34F4F5-A78C-BB02-7F2D-3489F939B3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879"/>
          <a:stretch/>
        </p:blipFill>
        <p:spPr>
          <a:xfrm>
            <a:off x="1581150" y="1709524"/>
            <a:ext cx="9029700" cy="51168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A9D37A-3F6C-21BE-B27A-25EB273D3F21}"/>
              </a:ext>
            </a:extLst>
          </p:cNvPr>
          <p:cNvSpPr txBox="1"/>
          <p:nvPr/>
        </p:nvSpPr>
        <p:spPr>
          <a:xfrm>
            <a:off x="27806" y="31666"/>
            <a:ext cx="1216419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COVER the </a:t>
            </a:r>
            <a:r>
              <a:rPr lang="en-US" sz="2800" b="1" u="sng" dirty="0"/>
              <a:t>NORTHERN</a:t>
            </a:r>
            <a:r>
              <a:rPr lang="en-US" sz="2800" b="1" dirty="0"/>
              <a:t> hemisphere with this paper</a:t>
            </a:r>
          </a:p>
          <a:p>
            <a:pPr algn="ctr"/>
            <a:r>
              <a:rPr lang="en-US" sz="2800" b="1" dirty="0"/>
              <a:t>CIRCLE your answer</a:t>
            </a:r>
          </a:p>
          <a:p>
            <a:pPr algn="ctr"/>
            <a:r>
              <a:rPr lang="en-US" sz="2800" b="1" dirty="0"/>
              <a:t>Q12: Most</a:t>
            </a:r>
            <a:r>
              <a:rPr lang="en-US" sz="2800" dirty="0"/>
              <a:t> of the </a:t>
            </a:r>
            <a:r>
              <a:rPr lang="en-US" sz="2800" b="1" u="sng" dirty="0"/>
              <a:t>SOUTHERN hemisphere</a:t>
            </a:r>
            <a:r>
              <a:rPr lang="en-US" sz="2800" u="sng" dirty="0"/>
              <a:t> is covered in</a:t>
            </a:r>
            <a:r>
              <a:rPr lang="en-US" sz="2800" dirty="0"/>
              <a:t>…</a:t>
            </a:r>
          </a:p>
          <a:p>
            <a:pPr algn="ctr"/>
            <a:r>
              <a:rPr lang="en-US" sz="4000" b="1" dirty="0"/>
              <a:t>LAND 				WATER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1595053" y="2032214"/>
            <a:ext cx="9029700" cy="2309522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1AD37C-ABB2-8618-C16A-58755CAEF425}"/>
              </a:ext>
            </a:extLst>
          </p:cNvPr>
          <p:cNvSpPr/>
          <p:nvPr/>
        </p:nvSpPr>
        <p:spPr>
          <a:xfrm>
            <a:off x="7350670" y="1383316"/>
            <a:ext cx="2088310" cy="602736"/>
          </a:xfrm>
          <a:prstGeom prst="ellipse">
            <a:avLst/>
          </a:prstGeom>
          <a:solidFill>
            <a:srgbClr val="00B0F0">
              <a:alpha val="48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D1F905-6487-C71C-0FF8-0A74535C74CB}"/>
                  </a:ext>
                </a:extLst>
              </p14:cNvPr>
              <p14:cNvContentPartPr/>
              <p14:nvPr/>
            </p14:nvContentPartPr>
            <p14:xfrm>
              <a:off x="1697180" y="4379020"/>
              <a:ext cx="8793000" cy="2176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D1F905-6487-C71C-0FF8-0A74535C74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07540" y="4199380"/>
                <a:ext cx="8972640" cy="253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247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085862" y="412275"/>
            <a:ext cx="4020275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</a:rPr>
              <a:t>SOUTHERN OCEAN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1865" y="1251824"/>
            <a:ext cx="5437779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</a:rPr>
              <a:t>Antarctic Subpolar Current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3E6873-F952-086C-48D7-CF5E38389F0A}"/>
              </a:ext>
            </a:extLst>
          </p:cNvPr>
          <p:cNvSpPr txBox="1"/>
          <p:nvPr/>
        </p:nvSpPr>
        <p:spPr>
          <a:xfrm>
            <a:off x="48658" y="0"/>
            <a:ext cx="121641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Q13: What is the NAME of the </a:t>
            </a:r>
            <a:r>
              <a:rPr lang="en-US" sz="2800" b="1" u="sng" dirty="0"/>
              <a:t>OCEAN</a:t>
            </a:r>
            <a:r>
              <a:rPr lang="en-US" sz="2800" b="1" dirty="0"/>
              <a:t> near the </a:t>
            </a:r>
            <a:r>
              <a:rPr lang="en-US" sz="2800" b="1" u="sng" dirty="0"/>
              <a:t>SOUTH</a:t>
            </a:r>
            <a:r>
              <a:rPr lang="en-US" sz="2800" b="1" dirty="0"/>
              <a:t> pole?</a:t>
            </a:r>
          </a:p>
          <a:p>
            <a:endParaRPr lang="en-US" sz="2800" b="1" dirty="0"/>
          </a:p>
          <a:p>
            <a:r>
              <a:rPr lang="en-US" sz="2800" b="1" dirty="0"/>
              <a:t>Q14. What is the NAME of the OCEAN CURRENT located there?</a:t>
            </a:r>
          </a:p>
          <a:p>
            <a:endParaRPr lang="en-US" sz="2800" b="1" dirty="0"/>
          </a:p>
          <a:p>
            <a:r>
              <a:rPr lang="en-US" sz="2800" b="1" dirty="0"/>
              <a:t>Q15. What is the TEMPERATURE of this ocean current? </a:t>
            </a:r>
            <a:endParaRPr lang="en-US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AE32F2-7839-5B44-98D6-08892603B5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452"/>
          <a:stretch/>
        </p:blipFill>
        <p:spPr>
          <a:xfrm>
            <a:off x="1027628" y="3086318"/>
            <a:ext cx="10136742" cy="37716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C9356D-90AD-7178-30C1-2A5CE6C40AF7}"/>
              </a:ext>
            </a:extLst>
          </p:cNvPr>
          <p:cNvSpPr txBox="1"/>
          <p:nvPr/>
        </p:nvSpPr>
        <p:spPr>
          <a:xfrm>
            <a:off x="3411865" y="2118212"/>
            <a:ext cx="5437779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COLD</a:t>
            </a:r>
            <a:r>
              <a:rPr lang="en-US" sz="4000" b="1" dirty="0">
                <a:solidFill>
                  <a:srgbClr val="00B050"/>
                </a:solidFill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988E637-AF24-8D57-351C-074C5BB17962}"/>
                  </a:ext>
                </a:extLst>
              </p14:cNvPr>
              <p14:cNvContentPartPr/>
              <p14:nvPr/>
            </p14:nvContentPartPr>
            <p14:xfrm>
              <a:off x="4825580" y="5295580"/>
              <a:ext cx="74124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988E637-AF24-8D57-351C-074C5BB179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5580" y="5115940"/>
                <a:ext cx="9208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CA9F2B7-3E1D-DFA3-DF96-D174D01B5D77}"/>
                  </a:ext>
                </a:extLst>
              </p14:cNvPr>
              <p14:cNvContentPartPr/>
              <p14:nvPr/>
            </p14:nvContentPartPr>
            <p14:xfrm>
              <a:off x="5590220" y="5205580"/>
              <a:ext cx="1395000" cy="127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CA9F2B7-3E1D-DFA3-DF96-D174D01B5D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00220" y="5025580"/>
                <a:ext cx="157464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D6AD45B-79F5-3082-F9E9-69E527CD86FB}"/>
                  </a:ext>
                </a:extLst>
              </p14:cNvPr>
              <p14:cNvContentPartPr/>
              <p14:nvPr/>
            </p14:nvContentPartPr>
            <p14:xfrm>
              <a:off x="3342380" y="5231500"/>
              <a:ext cx="1293480" cy="115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D6AD45B-79F5-3082-F9E9-69E527CD86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52740" y="5051860"/>
                <a:ext cx="147312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84EDB35-69EE-6740-FF15-FE10A6BC545B}"/>
                  </a:ext>
                </a:extLst>
              </p14:cNvPr>
              <p14:cNvContentPartPr/>
              <p14:nvPr/>
            </p14:nvContentPartPr>
            <p14:xfrm>
              <a:off x="6819980" y="6590140"/>
              <a:ext cx="2131560" cy="140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84EDB35-69EE-6740-FF15-FE10A6BC545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29980" y="6410500"/>
                <a:ext cx="2311200" cy="37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878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833651" y="947288"/>
            <a:ext cx="2524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EAST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3651" y="1804203"/>
            <a:ext cx="2524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WEST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D7703-98FA-8467-155F-527C8DD19D03}"/>
              </a:ext>
            </a:extLst>
          </p:cNvPr>
          <p:cNvSpPr txBox="1"/>
          <p:nvPr/>
        </p:nvSpPr>
        <p:spPr>
          <a:xfrm>
            <a:off x="73352" y="18028"/>
            <a:ext cx="1211864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Using a </a:t>
            </a:r>
            <a:r>
              <a:rPr lang="en-US" sz="2800" b="1" dirty="0"/>
              <a:t>YELLOW </a:t>
            </a:r>
            <a:r>
              <a:rPr lang="en-US" sz="2800" dirty="0"/>
              <a:t>crayon/highlighter, </a:t>
            </a:r>
            <a:r>
              <a:rPr lang="en-US" sz="2800" b="1" dirty="0"/>
              <a:t>COLOR </a:t>
            </a:r>
            <a:r>
              <a:rPr lang="en-US" sz="2800" dirty="0"/>
              <a:t>the </a:t>
            </a:r>
            <a:r>
              <a:rPr lang="en-US" sz="2800" b="1" dirty="0"/>
              <a:t>ENTIRE ATLANTIC OCEAN.</a:t>
            </a:r>
          </a:p>
          <a:p>
            <a:endParaRPr lang="en-US" sz="800" b="1" dirty="0"/>
          </a:p>
          <a:p>
            <a:r>
              <a:rPr lang="en-US" sz="2800" b="1" dirty="0"/>
              <a:t>Q16:</a:t>
            </a:r>
            <a:r>
              <a:rPr lang="en-US" sz="2800" dirty="0"/>
              <a:t> Which </a:t>
            </a:r>
            <a:r>
              <a:rPr lang="en-US" sz="2800" b="1" dirty="0"/>
              <a:t>SIDE </a:t>
            </a:r>
            <a:r>
              <a:rPr lang="en-US" sz="2800" dirty="0"/>
              <a:t>of the </a:t>
            </a:r>
            <a:r>
              <a:rPr lang="en-US" sz="2800" b="1" dirty="0"/>
              <a:t>ATLANTIC </a:t>
            </a:r>
            <a:r>
              <a:rPr lang="en-US" sz="2800" b="1" u="sng" dirty="0"/>
              <a:t>OCEAN</a:t>
            </a:r>
            <a:r>
              <a:rPr lang="en-US" sz="2800" b="1" dirty="0"/>
              <a:t> </a:t>
            </a:r>
            <a:r>
              <a:rPr lang="en-US" sz="2800" dirty="0"/>
              <a:t>has</a:t>
            </a:r>
            <a:r>
              <a:rPr lang="en-US" sz="2800" b="1" dirty="0"/>
              <a:t> </a:t>
            </a:r>
            <a:r>
              <a:rPr lang="en-US" sz="2800" dirty="0"/>
              <a:t>the most </a:t>
            </a:r>
            <a:r>
              <a:rPr lang="en-US" sz="2800" b="1" u="sng" dirty="0"/>
              <a:t>COLD</a:t>
            </a:r>
            <a:r>
              <a:rPr lang="en-US" sz="2800" b="1" dirty="0"/>
              <a:t> </a:t>
            </a:r>
            <a:r>
              <a:rPr lang="en-US" sz="2800" dirty="0"/>
              <a:t>currents?</a:t>
            </a:r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Q17. </a:t>
            </a:r>
            <a:r>
              <a:rPr lang="en-US" sz="2800" dirty="0"/>
              <a:t>Which </a:t>
            </a:r>
            <a:r>
              <a:rPr lang="en-US" sz="2800" b="1" dirty="0"/>
              <a:t>SIDE </a:t>
            </a:r>
            <a:r>
              <a:rPr lang="en-US" sz="2800" dirty="0"/>
              <a:t>of the </a:t>
            </a:r>
            <a:r>
              <a:rPr lang="en-US" sz="2800" b="1" dirty="0"/>
              <a:t>ATLANTIC </a:t>
            </a:r>
            <a:r>
              <a:rPr lang="en-US" sz="2800" b="1" u="sng" dirty="0"/>
              <a:t>OCEAN</a:t>
            </a:r>
            <a:r>
              <a:rPr lang="en-US" sz="2800" b="1" dirty="0"/>
              <a:t> </a:t>
            </a:r>
            <a:r>
              <a:rPr lang="en-US" sz="2800" dirty="0"/>
              <a:t>has</a:t>
            </a:r>
            <a:r>
              <a:rPr lang="en-US" sz="2800" b="1" dirty="0"/>
              <a:t> </a:t>
            </a:r>
            <a:r>
              <a:rPr lang="en-US" sz="2800" dirty="0"/>
              <a:t>the most </a:t>
            </a:r>
            <a:r>
              <a:rPr lang="en-US" sz="2800" b="1" u="sng" dirty="0"/>
              <a:t>WARM </a:t>
            </a:r>
            <a:r>
              <a:rPr lang="en-US" sz="2800" dirty="0"/>
              <a:t>currents?</a:t>
            </a:r>
          </a:p>
          <a:p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1DD59C-57D9-3976-9F90-68F4583E0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928" y="2498013"/>
            <a:ext cx="3468171" cy="43599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44FE84F-ACF9-4B4F-FB30-7C9670D67553}"/>
                  </a:ext>
                </a:extLst>
              </p14:cNvPr>
              <p14:cNvContentPartPr/>
              <p14:nvPr/>
            </p14:nvContentPartPr>
            <p14:xfrm>
              <a:off x="4558460" y="2622194"/>
              <a:ext cx="3321772" cy="4134986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44FE84F-ACF9-4B4F-FB30-7C9670D675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68819" y="2442553"/>
                <a:ext cx="3501415" cy="4494628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BE5680E5-608B-CCED-2E7E-1E4298065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98013"/>
            <a:ext cx="4417816" cy="18072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E939293-C506-FB0F-38C6-BC6316BF0126}"/>
                  </a:ext>
                </a:extLst>
              </p14:cNvPr>
              <p14:cNvContentPartPr/>
              <p14:nvPr/>
            </p14:nvContentPartPr>
            <p14:xfrm>
              <a:off x="4634420" y="2793580"/>
              <a:ext cx="2105280" cy="3798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E939293-C506-FB0F-38C6-BC6316BF01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44780" y="2613940"/>
                <a:ext cx="2284920" cy="415836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Image result for simple compas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162" y="2495242"/>
            <a:ext cx="3949701" cy="3949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4DF5E36-3EF9-C6F6-70F4-F484E82A604E}"/>
                  </a:ext>
                </a:extLst>
              </p14:cNvPr>
              <p14:cNvContentPartPr/>
              <p14:nvPr/>
            </p14:nvContentPartPr>
            <p14:xfrm>
              <a:off x="6603980" y="2742460"/>
              <a:ext cx="1143720" cy="4211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4DF5E36-3EF9-C6F6-70F4-F484E82A604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13980" y="2562820"/>
                <a:ext cx="1323360" cy="457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346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179925" y="358074"/>
            <a:ext cx="5905501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North Equatorial 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5749" y="1249133"/>
            <a:ext cx="6540501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Gulf Stream &amp; North Atlantic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2531101"/>
            <a:ext cx="12192000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The </a:t>
            </a:r>
            <a:r>
              <a:rPr lang="en-US" sz="4000" b="1" dirty="0">
                <a:solidFill>
                  <a:srgbClr val="0070C0"/>
                </a:solidFill>
              </a:rPr>
              <a:t>California Current </a:t>
            </a:r>
            <a:r>
              <a:rPr lang="en-US" sz="4000" b="1" dirty="0"/>
              <a:t>located there is </a:t>
            </a:r>
            <a:r>
              <a:rPr lang="en-US" sz="4000" b="1" dirty="0">
                <a:solidFill>
                  <a:srgbClr val="0070C0"/>
                </a:solidFill>
              </a:rPr>
              <a:t>COLD </a:t>
            </a:r>
            <a:r>
              <a:rPr lang="en-US" sz="4000" b="1" dirty="0"/>
              <a:t>&amp; hurricanes need </a:t>
            </a:r>
            <a:r>
              <a:rPr lang="en-US" sz="4000" b="1" dirty="0">
                <a:solidFill>
                  <a:srgbClr val="FF0000"/>
                </a:solidFill>
              </a:rPr>
              <a:t>WARM</a:t>
            </a:r>
            <a:r>
              <a:rPr lang="en-US" sz="4000" b="1" dirty="0">
                <a:solidFill>
                  <a:srgbClr val="0070C0"/>
                </a:solidFill>
              </a:rPr>
              <a:t> </a:t>
            </a:r>
            <a:r>
              <a:rPr lang="en-US" sz="4000" b="1" dirty="0"/>
              <a:t>ocean water.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9B9F26-FD82-90E4-DC59-883B4DE79801}"/>
              </a:ext>
            </a:extLst>
          </p:cNvPr>
          <p:cNvSpPr txBox="1"/>
          <p:nvPr/>
        </p:nvSpPr>
        <p:spPr>
          <a:xfrm>
            <a:off x="73352" y="18028"/>
            <a:ext cx="1211864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Q18:</a:t>
            </a:r>
            <a:r>
              <a:rPr lang="en-US" sz="2800" dirty="0"/>
              <a:t> Which </a:t>
            </a:r>
            <a:r>
              <a:rPr lang="en-US" sz="2800" b="1" dirty="0"/>
              <a:t>CURRENT </a:t>
            </a:r>
            <a:r>
              <a:rPr lang="en-US" sz="2800" dirty="0"/>
              <a:t>brings </a:t>
            </a:r>
            <a:r>
              <a:rPr lang="en-US" sz="2800" b="1" i="1" dirty="0"/>
              <a:t>hurricanes</a:t>
            </a:r>
            <a:r>
              <a:rPr lang="en-US" sz="2800" i="1" dirty="0"/>
              <a:t> </a:t>
            </a:r>
            <a:r>
              <a:rPr lang="en-US" sz="2800" dirty="0"/>
              <a:t>from </a:t>
            </a:r>
            <a:r>
              <a:rPr lang="en-US" sz="2800" b="1" dirty="0"/>
              <a:t>N.W. Africa</a:t>
            </a:r>
            <a:r>
              <a:rPr lang="en-US" sz="2800" dirty="0"/>
              <a:t> to </a:t>
            </a:r>
            <a:r>
              <a:rPr lang="en-US" sz="2800" b="1" dirty="0"/>
              <a:t>North America?</a:t>
            </a:r>
          </a:p>
          <a:p>
            <a:endParaRPr lang="en-US" sz="2800" b="1" dirty="0"/>
          </a:p>
          <a:p>
            <a:r>
              <a:rPr lang="en-US" sz="2800" b="1" dirty="0"/>
              <a:t>Q19. </a:t>
            </a:r>
            <a:r>
              <a:rPr lang="en-US" sz="2800" dirty="0"/>
              <a:t>Which </a:t>
            </a:r>
            <a:r>
              <a:rPr lang="en-US" sz="2800" b="1" dirty="0"/>
              <a:t>CURRENTS </a:t>
            </a:r>
            <a:r>
              <a:rPr lang="en-US" sz="2800" dirty="0"/>
              <a:t>bring </a:t>
            </a:r>
            <a:r>
              <a:rPr lang="en-US" sz="2800" b="1" dirty="0"/>
              <a:t>WARM water</a:t>
            </a:r>
            <a:r>
              <a:rPr lang="en-US" sz="2800" dirty="0"/>
              <a:t> from </a:t>
            </a:r>
            <a:r>
              <a:rPr lang="en-US" sz="2800" b="1" dirty="0"/>
              <a:t>USA</a:t>
            </a:r>
            <a:r>
              <a:rPr lang="en-US" sz="2800" dirty="0"/>
              <a:t> to </a:t>
            </a:r>
            <a:r>
              <a:rPr lang="en-US" sz="2800" b="1" dirty="0"/>
              <a:t>Europe?</a:t>
            </a:r>
          </a:p>
          <a:p>
            <a:endParaRPr lang="en-US" sz="2800" dirty="0"/>
          </a:p>
          <a:p>
            <a:r>
              <a:rPr lang="en-US" sz="2800" b="1" dirty="0"/>
              <a:t>Q20. </a:t>
            </a:r>
            <a:r>
              <a:rPr lang="en-US" sz="2800" dirty="0"/>
              <a:t>Why do you think the </a:t>
            </a:r>
            <a:r>
              <a:rPr lang="en-US" sz="2800" b="1" dirty="0"/>
              <a:t>WEST coast</a:t>
            </a:r>
            <a:r>
              <a:rPr lang="en-US" sz="2800" dirty="0"/>
              <a:t> of </a:t>
            </a:r>
            <a:r>
              <a:rPr lang="en-US" sz="2800" b="1" dirty="0"/>
              <a:t>USA </a:t>
            </a:r>
            <a:r>
              <a:rPr lang="en-US" sz="2800" dirty="0"/>
              <a:t>does not typically experience </a:t>
            </a:r>
            <a:r>
              <a:rPr lang="en-US" sz="2800" b="1" dirty="0"/>
              <a:t>hurricanes?</a:t>
            </a:r>
            <a:endParaRPr lang="en-US" sz="2800" dirty="0"/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B1645-A08C-0FF3-5AE2-7CC2CE18D6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59" t="17054" r="40844" b="53274"/>
          <a:stretch/>
        </p:blipFill>
        <p:spPr>
          <a:xfrm>
            <a:off x="2387599" y="3731430"/>
            <a:ext cx="7416800" cy="3114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1F0ECC-124E-22D1-2EA4-F6D9E04A4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424" y="4763344"/>
            <a:ext cx="2142068" cy="876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D3FD49C-F683-3E59-8E97-6DBF5F94D05C}"/>
                  </a:ext>
                </a:extLst>
              </p14:cNvPr>
              <p14:cNvContentPartPr/>
              <p14:nvPr/>
            </p14:nvContentPartPr>
            <p14:xfrm>
              <a:off x="5498420" y="5465140"/>
              <a:ext cx="3988800" cy="842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D3FD49C-F683-3E59-8E97-6DBF5F94D0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8420" y="5285500"/>
                <a:ext cx="4168440" cy="12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66D1082-B393-1A67-D0E0-43047ACD0D87}"/>
                  </a:ext>
                </a:extLst>
              </p14:cNvPr>
              <p14:cNvContentPartPr/>
              <p14:nvPr/>
            </p14:nvContentPartPr>
            <p14:xfrm>
              <a:off x="5244620" y="3846220"/>
              <a:ext cx="3063240" cy="1703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66D1082-B393-1A67-D0E0-43047ACD0D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54620" y="3666220"/>
                <a:ext cx="3242880" cy="20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F41E4AA-181E-B1F9-D2AA-EB5BE594FA36}"/>
                  </a:ext>
                </a:extLst>
              </p14:cNvPr>
              <p14:cNvContentPartPr/>
              <p14:nvPr/>
            </p14:nvContentPartPr>
            <p14:xfrm>
              <a:off x="-1359580" y="-864020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F41E4AA-181E-B1F9-D2AA-EB5BE594FA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1449220" y="-10436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48EB650-3FE8-4644-3D1B-9FB784FEB4D4}"/>
                  </a:ext>
                </a:extLst>
              </p14:cNvPr>
              <p14:cNvContentPartPr/>
              <p14:nvPr/>
            </p14:nvContentPartPr>
            <p14:xfrm>
              <a:off x="2755500" y="4967580"/>
              <a:ext cx="1183320" cy="1141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48EB650-3FE8-4644-3D1B-9FB784FEB4D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65500" y="4787940"/>
                <a:ext cx="1362960" cy="150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435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23F2-7F6A-419C-4D3D-857975D4E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1999" cy="102822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masis MT Pro Medium" panose="02040604050005020304" pitchFamily="18" charset="0"/>
              </a:rPr>
              <a:t>Rare West Coast Hurricane from August 2023.</a:t>
            </a:r>
            <a:br>
              <a:rPr lang="en-US" b="1" dirty="0">
                <a:latin typeface="Amasis MT Pro Medium" panose="02040604050005020304" pitchFamily="18" charset="0"/>
              </a:rPr>
            </a:br>
            <a:r>
              <a:rPr lang="en-US" sz="2000" dirty="0">
                <a:hlinkClick r:id="rId2"/>
              </a:rPr>
              <a:t>Hurricane Hilary could be Southern California’s first tropical storm since 1939 (youtube.com)</a:t>
            </a:r>
            <a:br>
              <a:rPr lang="en-US" sz="2000" dirty="0"/>
            </a:br>
            <a:r>
              <a:rPr lang="en-US" sz="2000" dirty="0"/>
              <a:t>2:20 mins</a:t>
            </a:r>
            <a:endParaRPr lang="en-US" sz="2000" b="1" dirty="0">
              <a:latin typeface="Amasis MT Pro Medium" panose="020406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8AB08-2E14-A4F6-2AB6-08CF26567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84BEBF-CBA5-A751-1C60-6C478A225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6480"/>
            <a:ext cx="12192000" cy="581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19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80EF6E-A196-4889-86C0-C6DC1BE85B57}"/>
              </a:ext>
            </a:extLst>
          </p:cNvPr>
          <p:cNvSpPr txBox="1"/>
          <p:nvPr/>
        </p:nvSpPr>
        <p:spPr>
          <a:xfrm>
            <a:off x="1" y="5750004"/>
            <a:ext cx="12191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PART 3: REGENTS PRACTICE</a:t>
            </a:r>
          </a:p>
        </p:txBody>
      </p:sp>
      <p:pic>
        <p:nvPicPr>
          <p:cNvPr id="1026" name="Picture 2" descr="The Scroll Of Truth Meme - Imgflip">
            <a:extLst>
              <a:ext uri="{FF2B5EF4-FFF2-40B4-BE49-F238E27FC236}">
                <a16:creationId xmlns:a16="http://schemas.microsoft.com/office/drawing/2014/main" id="{58B9320A-08F5-475A-B5B1-B655E64BA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115" y="0"/>
            <a:ext cx="6103770" cy="5891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349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BE3DFF-431D-4E41-912C-8453E3BC0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" y="0"/>
            <a:ext cx="6087447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A2C2BE-7636-4BC6-95D2-F7DCD198742A}"/>
              </a:ext>
            </a:extLst>
          </p:cNvPr>
          <p:cNvSpPr/>
          <p:nvPr/>
        </p:nvSpPr>
        <p:spPr>
          <a:xfrm>
            <a:off x="2390274" y="152400"/>
            <a:ext cx="978568" cy="393032"/>
          </a:xfrm>
          <a:prstGeom prst="roundRect">
            <a:avLst/>
          </a:prstGeom>
          <a:solidFill>
            <a:srgbClr val="C0000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4EE6FF-40DB-465D-8008-3641AA8449E6}"/>
              </a:ext>
            </a:extLst>
          </p:cNvPr>
          <p:cNvSpPr/>
          <p:nvPr/>
        </p:nvSpPr>
        <p:spPr>
          <a:xfrm>
            <a:off x="3890211" y="152400"/>
            <a:ext cx="1860352" cy="393032"/>
          </a:xfrm>
          <a:prstGeom prst="roundRect">
            <a:avLst/>
          </a:prstGeom>
          <a:solidFill>
            <a:srgbClr val="00B0F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A5FF4C-8233-4571-BEE6-D3FBE980AF1A}"/>
              </a:ext>
            </a:extLst>
          </p:cNvPr>
          <p:cNvSpPr/>
          <p:nvPr/>
        </p:nvSpPr>
        <p:spPr>
          <a:xfrm>
            <a:off x="3713747" y="850232"/>
            <a:ext cx="1644315" cy="393032"/>
          </a:xfrm>
          <a:prstGeom prst="roundRect">
            <a:avLst/>
          </a:prstGeom>
          <a:solidFill>
            <a:srgbClr val="00B05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84E6B5-E8F0-4024-80AE-1E09392F410C}"/>
              </a:ext>
            </a:extLst>
          </p:cNvPr>
          <p:cNvSpPr/>
          <p:nvPr/>
        </p:nvSpPr>
        <p:spPr>
          <a:xfrm>
            <a:off x="2390274" y="2630905"/>
            <a:ext cx="978568" cy="393032"/>
          </a:xfrm>
          <a:prstGeom prst="roundRect">
            <a:avLst/>
          </a:prstGeom>
          <a:solidFill>
            <a:srgbClr val="C0000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E92AA0-0D46-4CB8-9D0E-BB1FDB9D55CF}"/>
              </a:ext>
            </a:extLst>
          </p:cNvPr>
          <p:cNvSpPr/>
          <p:nvPr/>
        </p:nvSpPr>
        <p:spPr>
          <a:xfrm>
            <a:off x="3890210" y="2630905"/>
            <a:ext cx="2205789" cy="393032"/>
          </a:xfrm>
          <a:prstGeom prst="roundRect">
            <a:avLst/>
          </a:prstGeom>
          <a:solidFill>
            <a:srgbClr val="00B0F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01A3A0-CD84-4CB9-9233-4D36E05D2F92}"/>
              </a:ext>
            </a:extLst>
          </p:cNvPr>
          <p:cNvSpPr/>
          <p:nvPr/>
        </p:nvSpPr>
        <p:spPr>
          <a:xfrm>
            <a:off x="288757" y="3232484"/>
            <a:ext cx="1644315" cy="393032"/>
          </a:xfrm>
          <a:prstGeom prst="roundRect">
            <a:avLst/>
          </a:prstGeom>
          <a:solidFill>
            <a:srgbClr val="00B05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CE3EF7-AB6A-4E30-9AF2-139DE84E6C8E}"/>
              </a:ext>
            </a:extLst>
          </p:cNvPr>
          <p:cNvSpPr/>
          <p:nvPr/>
        </p:nvSpPr>
        <p:spPr>
          <a:xfrm>
            <a:off x="3152273" y="5109410"/>
            <a:ext cx="2430380" cy="393032"/>
          </a:xfrm>
          <a:prstGeom prst="roundRect">
            <a:avLst/>
          </a:prstGeom>
          <a:solidFill>
            <a:srgbClr val="00B0F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BAE0CD-6A8E-461D-94DC-156C34D22093}"/>
              </a:ext>
            </a:extLst>
          </p:cNvPr>
          <p:cNvCxnSpPr/>
          <p:nvPr/>
        </p:nvCxnSpPr>
        <p:spPr>
          <a:xfrm>
            <a:off x="288757" y="6007768"/>
            <a:ext cx="142774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420D53-9CBC-415C-A3B8-8346B44200CE}"/>
              </a:ext>
            </a:extLst>
          </p:cNvPr>
          <p:cNvCxnSpPr/>
          <p:nvPr/>
        </p:nvCxnSpPr>
        <p:spPr>
          <a:xfrm>
            <a:off x="3741821" y="6007768"/>
            <a:ext cx="1427748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7ED383-E331-4F90-B350-74FC54671316}"/>
              </a:ext>
            </a:extLst>
          </p:cNvPr>
          <p:cNvCxnSpPr>
            <a:cxnSpLocks/>
          </p:cNvCxnSpPr>
          <p:nvPr/>
        </p:nvCxnSpPr>
        <p:spPr>
          <a:xfrm>
            <a:off x="288757" y="6561221"/>
            <a:ext cx="2101517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43537D-DF7C-4840-8A83-43D209EEC690}"/>
              </a:ext>
            </a:extLst>
          </p:cNvPr>
          <p:cNvCxnSpPr>
            <a:cxnSpLocks/>
          </p:cNvCxnSpPr>
          <p:nvPr/>
        </p:nvCxnSpPr>
        <p:spPr>
          <a:xfrm>
            <a:off x="3741821" y="6561221"/>
            <a:ext cx="200874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6ABF46C-B02D-4F9C-9638-EA203F9A8DC7}"/>
              </a:ext>
            </a:extLst>
          </p:cNvPr>
          <p:cNvSpPr/>
          <p:nvPr/>
        </p:nvSpPr>
        <p:spPr>
          <a:xfrm>
            <a:off x="3605197" y="5662862"/>
            <a:ext cx="1752865" cy="393032"/>
          </a:xfrm>
          <a:prstGeom prst="roundRect">
            <a:avLst/>
          </a:prstGeom>
          <a:solidFill>
            <a:srgbClr val="00B0F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DA271A9-0AAD-91AF-E62B-6815EF1B4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951" y="1372363"/>
            <a:ext cx="5679496" cy="373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7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69A721-6690-485E-A477-9425B2684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54115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B5598C-F50F-4183-8CA2-A503D7B7A3DB}"/>
              </a:ext>
            </a:extLst>
          </p:cNvPr>
          <p:cNvSpPr/>
          <p:nvPr/>
        </p:nvSpPr>
        <p:spPr>
          <a:xfrm>
            <a:off x="898358" y="5414211"/>
            <a:ext cx="3689683" cy="393032"/>
          </a:xfrm>
          <a:prstGeom prst="roundRect">
            <a:avLst/>
          </a:prstGeom>
          <a:solidFill>
            <a:srgbClr val="FFFF0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3DEA5C-E17E-4FC3-9043-6F8E5F044EC7}"/>
              </a:ext>
            </a:extLst>
          </p:cNvPr>
          <p:cNvSpPr/>
          <p:nvPr/>
        </p:nvSpPr>
        <p:spPr>
          <a:xfrm>
            <a:off x="152401" y="5690938"/>
            <a:ext cx="745958" cy="393032"/>
          </a:xfrm>
          <a:prstGeom prst="roundRect">
            <a:avLst/>
          </a:prstGeom>
          <a:solidFill>
            <a:srgbClr val="FFFF0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4CDCC0-8935-4467-9F2A-8B048DD9503E}"/>
              </a:ext>
            </a:extLst>
          </p:cNvPr>
          <p:cNvSpPr/>
          <p:nvPr/>
        </p:nvSpPr>
        <p:spPr>
          <a:xfrm>
            <a:off x="312822" y="3035968"/>
            <a:ext cx="376990" cy="393032"/>
          </a:xfrm>
          <a:prstGeom prst="roundRect">
            <a:avLst/>
          </a:prstGeom>
          <a:solidFill>
            <a:srgbClr val="FFFF0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C1FBCC-78DA-4B28-96CE-8261EDA1784B}"/>
              </a:ext>
            </a:extLst>
          </p:cNvPr>
          <p:cNvSpPr/>
          <p:nvPr/>
        </p:nvSpPr>
        <p:spPr>
          <a:xfrm>
            <a:off x="2975810" y="6406816"/>
            <a:ext cx="2045369" cy="393032"/>
          </a:xfrm>
          <a:prstGeom prst="roundRect">
            <a:avLst/>
          </a:prstGeom>
          <a:solidFill>
            <a:srgbClr val="00B0F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01E9B1-4916-AB6B-3359-ABB5C50EF5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531" t="17805" r="63464" b="53274"/>
          <a:stretch/>
        </p:blipFill>
        <p:spPr>
          <a:xfrm>
            <a:off x="6692900" y="1451491"/>
            <a:ext cx="5346699" cy="484401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34B5C2-C26A-43EA-9AF5-2581AF4E4097}"/>
              </a:ext>
            </a:extLst>
          </p:cNvPr>
          <p:cNvSpPr/>
          <p:nvPr/>
        </p:nvSpPr>
        <p:spPr>
          <a:xfrm>
            <a:off x="7363994" y="3035968"/>
            <a:ext cx="376990" cy="393032"/>
          </a:xfrm>
          <a:prstGeom prst="roundRect">
            <a:avLst/>
          </a:prstGeom>
          <a:solidFill>
            <a:srgbClr val="FFFF0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7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41931-00D7-4C8F-B12D-F94F83130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6554115" cy="22298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625764-4384-47E9-B899-27492CF45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3191293"/>
            <a:ext cx="6554117" cy="255178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396E38-BF7B-4ABF-8580-61E3EADECD0B}"/>
              </a:ext>
            </a:extLst>
          </p:cNvPr>
          <p:cNvSpPr/>
          <p:nvPr/>
        </p:nvSpPr>
        <p:spPr>
          <a:xfrm>
            <a:off x="962525" y="368968"/>
            <a:ext cx="1909011" cy="393032"/>
          </a:xfrm>
          <a:prstGeom prst="roundRect">
            <a:avLst/>
          </a:prstGeom>
          <a:solidFill>
            <a:srgbClr val="C0000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3F1BB4-43D5-4415-AA4E-B9265E972C48}"/>
              </a:ext>
            </a:extLst>
          </p:cNvPr>
          <p:cNvSpPr/>
          <p:nvPr/>
        </p:nvSpPr>
        <p:spPr>
          <a:xfrm>
            <a:off x="4050632" y="368968"/>
            <a:ext cx="2045368" cy="393032"/>
          </a:xfrm>
          <a:prstGeom prst="roundRect">
            <a:avLst/>
          </a:prstGeom>
          <a:solidFill>
            <a:srgbClr val="00B0F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6E5CDF-25A4-4B3D-8728-3374F5C59B62}"/>
              </a:ext>
            </a:extLst>
          </p:cNvPr>
          <p:cNvSpPr/>
          <p:nvPr/>
        </p:nvSpPr>
        <p:spPr>
          <a:xfrm>
            <a:off x="272715" y="1006099"/>
            <a:ext cx="2514028" cy="393032"/>
          </a:xfrm>
          <a:prstGeom prst="roundRect">
            <a:avLst/>
          </a:prstGeom>
          <a:solidFill>
            <a:srgbClr val="00B05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F95E81-5FA8-4090-A3F3-6B28CBF1BD5F}"/>
              </a:ext>
            </a:extLst>
          </p:cNvPr>
          <p:cNvSpPr/>
          <p:nvPr/>
        </p:nvSpPr>
        <p:spPr>
          <a:xfrm>
            <a:off x="759022" y="3235952"/>
            <a:ext cx="2184476" cy="393032"/>
          </a:xfrm>
          <a:prstGeom prst="roundRect">
            <a:avLst/>
          </a:prstGeom>
          <a:solidFill>
            <a:srgbClr val="FFFF0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13B1BB-2B1F-4B8D-98A9-363C7A091074}"/>
              </a:ext>
            </a:extLst>
          </p:cNvPr>
          <p:cNvSpPr/>
          <p:nvPr/>
        </p:nvSpPr>
        <p:spPr>
          <a:xfrm>
            <a:off x="4263992" y="3191293"/>
            <a:ext cx="2045368" cy="393032"/>
          </a:xfrm>
          <a:prstGeom prst="roundRect">
            <a:avLst/>
          </a:prstGeom>
          <a:solidFill>
            <a:srgbClr val="00B0F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5EF77A-8A64-4728-9B32-1604C2C864AC}"/>
              </a:ext>
            </a:extLst>
          </p:cNvPr>
          <p:cNvCxnSpPr>
            <a:cxnSpLocks/>
          </p:cNvCxnSpPr>
          <p:nvPr/>
        </p:nvCxnSpPr>
        <p:spPr>
          <a:xfrm>
            <a:off x="837397" y="4091882"/>
            <a:ext cx="210610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009E162-F59F-4733-864B-2B3B1392BF19}"/>
              </a:ext>
            </a:extLst>
          </p:cNvPr>
          <p:cNvCxnSpPr>
            <a:cxnSpLocks/>
          </p:cNvCxnSpPr>
          <p:nvPr/>
        </p:nvCxnSpPr>
        <p:spPr>
          <a:xfrm>
            <a:off x="837397" y="4583916"/>
            <a:ext cx="135716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360912-7952-4E6B-B858-88F99042BDB8}"/>
              </a:ext>
            </a:extLst>
          </p:cNvPr>
          <p:cNvCxnSpPr>
            <a:cxnSpLocks/>
          </p:cNvCxnSpPr>
          <p:nvPr/>
        </p:nvCxnSpPr>
        <p:spPr>
          <a:xfrm>
            <a:off x="2786743" y="4569707"/>
            <a:ext cx="210610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363A88F-8BC8-4879-8D4D-52C607596D86}"/>
              </a:ext>
            </a:extLst>
          </p:cNvPr>
          <p:cNvCxnSpPr>
            <a:cxnSpLocks/>
          </p:cNvCxnSpPr>
          <p:nvPr/>
        </p:nvCxnSpPr>
        <p:spPr>
          <a:xfrm>
            <a:off x="2943498" y="5010636"/>
            <a:ext cx="210610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D55FCD-CF7E-4C72-968E-039DA7E11B67}"/>
              </a:ext>
            </a:extLst>
          </p:cNvPr>
          <p:cNvCxnSpPr>
            <a:cxnSpLocks/>
          </p:cNvCxnSpPr>
          <p:nvPr/>
        </p:nvCxnSpPr>
        <p:spPr>
          <a:xfrm>
            <a:off x="3500847" y="4157655"/>
            <a:ext cx="1837507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9D2A215-D0F2-468A-8BFB-25A9659B497B}"/>
              </a:ext>
            </a:extLst>
          </p:cNvPr>
          <p:cNvCxnSpPr>
            <a:cxnSpLocks/>
          </p:cNvCxnSpPr>
          <p:nvPr/>
        </p:nvCxnSpPr>
        <p:spPr>
          <a:xfrm flipV="1">
            <a:off x="759022" y="5010636"/>
            <a:ext cx="1566167" cy="16729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F90C259-64A3-4A03-A7B4-64B1F4C302B1}"/>
              </a:ext>
            </a:extLst>
          </p:cNvPr>
          <p:cNvCxnSpPr>
            <a:cxnSpLocks/>
          </p:cNvCxnSpPr>
          <p:nvPr/>
        </p:nvCxnSpPr>
        <p:spPr>
          <a:xfrm>
            <a:off x="759022" y="5442170"/>
            <a:ext cx="2184476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15FFD35-376E-478C-8134-7813DD235DB3}"/>
              </a:ext>
            </a:extLst>
          </p:cNvPr>
          <p:cNvCxnSpPr>
            <a:cxnSpLocks/>
          </p:cNvCxnSpPr>
          <p:nvPr/>
        </p:nvCxnSpPr>
        <p:spPr>
          <a:xfrm>
            <a:off x="3609704" y="5424065"/>
            <a:ext cx="2103119" cy="18105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1589B3-7321-4F41-9DC6-A51CAD9FA219}"/>
              </a:ext>
            </a:extLst>
          </p:cNvPr>
          <p:cNvSpPr/>
          <p:nvPr/>
        </p:nvSpPr>
        <p:spPr>
          <a:xfrm>
            <a:off x="149192" y="5115596"/>
            <a:ext cx="5763928" cy="393032"/>
          </a:xfrm>
          <a:prstGeom prst="roundRect">
            <a:avLst/>
          </a:prstGeom>
          <a:solidFill>
            <a:srgbClr val="00B0F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710AC6-D98C-84B4-F4E1-13F3333B4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528" y="1088284"/>
            <a:ext cx="5622338" cy="465478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99B1C6-FE4D-41E7-A183-440A6D845846}"/>
              </a:ext>
            </a:extLst>
          </p:cNvPr>
          <p:cNvSpPr/>
          <p:nvPr/>
        </p:nvSpPr>
        <p:spPr>
          <a:xfrm>
            <a:off x="8597900" y="1968500"/>
            <a:ext cx="1087733" cy="463883"/>
          </a:xfrm>
          <a:prstGeom prst="roundRect">
            <a:avLst/>
          </a:prstGeom>
          <a:solidFill>
            <a:srgbClr val="C0000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9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1" grpId="0" animBg="1"/>
      <p:bldP spid="28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7048EC-DC92-4578-B3F8-CB08648DA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82694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61BD9B-E06D-4248-93DF-5CA4A2B525C9}"/>
              </a:ext>
            </a:extLst>
          </p:cNvPr>
          <p:cNvSpPr/>
          <p:nvPr/>
        </p:nvSpPr>
        <p:spPr>
          <a:xfrm>
            <a:off x="2953582" y="5839814"/>
            <a:ext cx="2985664" cy="393032"/>
          </a:xfrm>
          <a:prstGeom prst="roundRect">
            <a:avLst/>
          </a:prstGeom>
          <a:solidFill>
            <a:srgbClr val="FFFF0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EA0A25-ECC4-489F-993B-95994F2CD91F}"/>
              </a:ext>
            </a:extLst>
          </p:cNvPr>
          <p:cNvSpPr/>
          <p:nvPr/>
        </p:nvSpPr>
        <p:spPr>
          <a:xfrm>
            <a:off x="2953582" y="6464968"/>
            <a:ext cx="1909011" cy="393032"/>
          </a:xfrm>
          <a:prstGeom prst="roundRect">
            <a:avLst/>
          </a:prstGeom>
          <a:solidFill>
            <a:srgbClr val="C0000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D0438E-5153-04FE-5BBF-66A3EED884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339" b="53353"/>
          <a:stretch/>
        </p:blipFill>
        <p:spPr>
          <a:xfrm>
            <a:off x="6096000" y="1791103"/>
            <a:ext cx="5926684" cy="389849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532E61-F155-43F7-AC3F-372CBE976CDB}"/>
              </a:ext>
            </a:extLst>
          </p:cNvPr>
          <p:cNvSpPr/>
          <p:nvPr/>
        </p:nvSpPr>
        <p:spPr>
          <a:xfrm>
            <a:off x="10046788" y="4699000"/>
            <a:ext cx="1599111" cy="419100"/>
          </a:xfrm>
          <a:prstGeom prst="roundRect">
            <a:avLst/>
          </a:prstGeom>
          <a:solidFill>
            <a:srgbClr val="FFFF00">
              <a:alpha val="26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9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hlinkClick r:id="rId2"/>
              </a:rPr>
              <a:t>https://www.youtube.com/watch?v=UuGrBhK2c7U</a:t>
            </a:r>
            <a:br>
              <a:rPr lang="en-US" b="1" dirty="0"/>
            </a:br>
            <a:r>
              <a:rPr lang="en-US" b="1" dirty="0"/>
              <a:t>5:04 min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1020"/>
            <a:ext cx="12192000" cy="551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10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16CC74870BC944B02857AF781BBE06" ma:contentTypeVersion="6" ma:contentTypeDescription="Create a new document." ma:contentTypeScope="" ma:versionID="94fd17610baa95e33031c4149d7bcbcd">
  <xsd:schema xmlns:xsd="http://www.w3.org/2001/XMLSchema" xmlns:xs="http://www.w3.org/2001/XMLSchema" xmlns:p="http://schemas.microsoft.com/office/2006/metadata/properties" xmlns:ns2="56503b0e-fd31-45b9-a56b-0d6c74c4c7e1" xmlns:ns3="9b4b7e20-709a-4cda-b52c-22b9ad2e8640" targetNamespace="http://schemas.microsoft.com/office/2006/metadata/properties" ma:root="true" ma:fieldsID="7cfca25ec38aea5239af917e1061ab0d" ns2:_="" ns3:_="">
    <xsd:import namespace="56503b0e-fd31-45b9-a56b-0d6c74c4c7e1"/>
    <xsd:import namespace="9b4b7e20-709a-4cda-b52c-22b9ad2e86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503b0e-fd31-45b9-a56b-0d6c74c4c7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4b7e20-709a-4cda-b52c-22b9ad2e864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F4B2D27-9E9B-4F95-8A07-CCD6D91180FE}"/>
</file>

<file path=customXml/itemProps2.xml><?xml version="1.0" encoding="utf-8"?>
<ds:datastoreItem xmlns:ds="http://schemas.openxmlformats.org/officeDocument/2006/customXml" ds:itemID="{4170D195-C2E1-496F-9A43-CBB24D1C20A2}"/>
</file>

<file path=customXml/itemProps3.xml><?xml version="1.0" encoding="utf-8"?>
<ds:datastoreItem xmlns:ds="http://schemas.openxmlformats.org/officeDocument/2006/customXml" ds:itemID="{79947DB2-526E-421A-A17E-5D61AF807071}"/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635</Words>
  <Application>Microsoft Office PowerPoint</Application>
  <PresentationFormat>Widescreen</PresentationFormat>
  <Paragraphs>88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Algerian</vt:lpstr>
      <vt:lpstr>Amasis MT Pro Black</vt:lpstr>
      <vt:lpstr>Amasis MT Pro Medium</vt:lpstr>
      <vt:lpstr>Arial</vt:lpstr>
      <vt:lpstr>Calibri</vt:lpstr>
      <vt:lpstr>Calibri Light</vt:lpstr>
      <vt:lpstr>Google Sans</vt:lpstr>
      <vt:lpstr>Office Theme</vt:lpstr>
      <vt:lpstr>CURRENTLY OCEAN CURRENTS!</vt:lpstr>
      <vt:lpstr>PHENOMENA: In 1992, a cargo ship carrying bath toys got caught in a storm. Shipping containers washed overboard, and the waves swept 28,000 rubber ducks and other toys into the North Pacific.  But they didn't stick together -- the ducks have since washed up all over the world.  How did this happen?</vt:lpstr>
      <vt:lpstr>BRAINSTORM</vt:lpstr>
      <vt:lpstr>When Thousands of Rubber Ducks Were Accidentally Dumped into the Ocean (youtube.com) 50 secs        The epic journey of the plastic ducks – YouTube 3 mins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Rare West Coast Hurricane from August 2023. Hurricane Hilary could be Southern California’s first tropical storm since 1939 (youtube.com) 2:20 mins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https://www.youtube.com/watch?v=UuGrBhK2c7U 5:04 min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CURRENTLY OCEAN CURRENTS!</dc:title>
  <dc:creator>Kerri Guzzardo</dc:creator>
  <cp:lastModifiedBy>Kerri Guzzardo</cp:lastModifiedBy>
  <cp:revision>21</cp:revision>
  <dcterms:created xsi:type="dcterms:W3CDTF">2021-04-08T00:16:44Z</dcterms:created>
  <dcterms:modified xsi:type="dcterms:W3CDTF">2024-07-23T17:10:31Z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0x010100AD16CC74870BC944B02857AF781BBE06</vt:lpwstr>
  </property>
</Properties>
</file>