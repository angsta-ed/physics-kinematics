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5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6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42" r:id="rId2"/>
    <p:sldId id="319" r:id="rId3"/>
    <p:sldId id="369" r:id="rId4"/>
    <p:sldId id="370" r:id="rId5"/>
    <p:sldId id="371" r:id="rId6"/>
    <p:sldId id="320" r:id="rId7"/>
    <p:sldId id="313" r:id="rId8"/>
    <p:sldId id="343" r:id="rId9"/>
    <p:sldId id="314" r:id="rId10"/>
    <p:sldId id="344" r:id="rId11"/>
    <p:sldId id="315" r:id="rId12"/>
    <p:sldId id="345" r:id="rId13"/>
    <p:sldId id="332" r:id="rId14"/>
    <p:sldId id="333" r:id="rId15"/>
    <p:sldId id="334" r:id="rId16"/>
    <p:sldId id="346" r:id="rId17"/>
    <p:sldId id="364" r:id="rId18"/>
    <p:sldId id="365" r:id="rId19"/>
    <p:sldId id="366" r:id="rId20"/>
    <p:sldId id="367" r:id="rId21"/>
    <p:sldId id="3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600586-9ECF-49F1-8DB5-C31C341D0BCE}" v="499" dt="2024-08-06T01:20:52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9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ri Guzzardo" userId="302796c4-f288-4f3f-ad03-2b7a977b1a26" providerId="ADAL" clId="{D6600586-9ECF-49F1-8DB5-C31C341D0BCE}"/>
    <pc:docChg chg="undo custSel addSld delSld modSld sldOrd">
      <pc:chgData name="Kerri Guzzardo" userId="302796c4-f288-4f3f-ad03-2b7a977b1a26" providerId="ADAL" clId="{D6600586-9ECF-49F1-8DB5-C31C341D0BCE}" dt="2024-08-06T01:41:22.955" v="1639" actId="47"/>
      <pc:docMkLst>
        <pc:docMk/>
      </pc:docMkLst>
      <pc:sldChg chg="addSp delSp modSp mod">
        <pc:chgData name="Kerri Guzzardo" userId="302796c4-f288-4f3f-ad03-2b7a977b1a26" providerId="ADAL" clId="{D6600586-9ECF-49F1-8DB5-C31C341D0BCE}" dt="2024-08-05T14:18:24.058" v="1243" actId="171"/>
        <pc:sldMkLst>
          <pc:docMk/>
          <pc:sldMk cId="0" sldId="315"/>
        </pc:sldMkLst>
        <pc:picChg chg="add mod">
          <ac:chgData name="Kerri Guzzardo" userId="302796c4-f288-4f3f-ad03-2b7a977b1a26" providerId="ADAL" clId="{D6600586-9ECF-49F1-8DB5-C31C341D0BCE}" dt="2024-08-05T14:18:24.058" v="1243" actId="171"/>
          <ac:picMkLst>
            <pc:docMk/>
            <pc:sldMk cId="0" sldId="315"/>
            <ac:picMk id="4098" creationId="{216794A0-B621-259C-9068-83788AC61054}"/>
          </ac:picMkLst>
        </pc:picChg>
        <pc:picChg chg="del">
          <ac:chgData name="Kerri Guzzardo" userId="302796c4-f288-4f3f-ad03-2b7a977b1a26" providerId="ADAL" clId="{D6600586-9ECF-49F1-8DB5-C31C341D0BCE}" dt="2024-08-05T14:17:48.502" v="1230" actId="478"/>
          <ac:picMkLst>
            <pc:docMk/>
            <pc:sldMk cId="0" sldId="315"/>
            <ac:picMk id="66564" creationId="{00000000-0000-0000-0000-000000000000}"/>
          </ac:picMkLst>
        </pc:picChg>
      </pc:sldChg>
      <pc:sldChg chg="addSp delSp modSp mod">
        <pc:chgData name="Kerri Guzzardo" userId="302796c4-f288-4f3f-ad03-2b7a977b1a26" providerId="ADAL" clId="{D6600586-9ECF-49F1-8DB5-C31C341D0BCE}" dt="2024-08-06T00:47:27.412" v="1488" actId="207"/>
        <pc:sldMkLst>
          <pc:docMk/>
          <pc:sldMk cId="0" sldId="319"/>
        </pc:sldMkLst>
        <pc:spChg chg="mod">
          <ac:chgData name="Kerri Guzzardo" userId="302796c4-f288-4f3f-ad03-2b7a977b1a26" providerId="ADAL" clId="{D6600586-9ECF-49F1-8DB5-C31C341D0BCE}" dt="2024-08-05T13:33:09.583" v="139" actId="27636"/>
          <ac:spMkLst>
            <pc:docMk/>
            <pc:sldMk cId="0" sldId="319"/>
            <ac:spMk id="2" creationId="{00000000-0000-0000-0000-000000000000}"/>
          </ac:spMkLst>
        </pc:spChg>
        <pc:spChg chg="mod">
          <ac:chgData name="Kerri Guzzardo" userId="302796c4-f288-4f3f-ad03-2b7a977b1a26" providerId="ADAL" clId="{D6600586-9ECF-49F1-8DB5-C31C341D0BCE}" dt="2024-08-05T13:51:19.562" v="618" actId="1076"/>
          <ac:spMkLst>
            <pc:docMk/>
            <pc:sldMk cId="0" sldId="319"/>
            <ac:spMk id="3" creationId="{00000000-0000-0000-0000-000000000000}"/>
          </ac:spMkLst>
        </pc:spChg>
        <pc:spChg chg="mod">
          <ac:chgData name="Kerri Guzzardo" userId="302796c4-f288-4f3f-ad03-2b7a977b1a26" providerId="ADAL" clId="{D6600586-9ECF-49F1-8DB5-C31C341D0BCE}" dt="2024-08-06T00:47:27.412" v="1488" actId="207"/>
          <ac:spMkLst>
            <pc:docMk/>
            <pc:sldMk cId="0" sldId="319"/>
            <ac:spMk id="5" creationId="{00000000-0000-0000-0000-000000000000}"/>
          </ac:spMkLst>
        </pc:spChg>
        <pc:picChg chg="add mod">
          <ac:chgData name="Kerri Guzzardo" userId="302796c4-f288-4f3f-ad03-2b7a977b1a26" providerId="ADAL" clId="{D6600586-9ECF-49F1-8DB5-C31C341D0BCE}" dt="2024-08-05T13:51:06.244" v="617" actId="171"/>
          <ac:picMkLst>
            <pc:docMk/>
            <pc:sldMk cId="0" sldId="319"/>
            <ac:picMk id="1026" creationId="{81F26CB6-DD90-C58D-CC87-F0A22DA6FA69}"/>
          </ac:picMkLst>
        </pc:picChg>
        <pc:picChg chg="del">
          <ac:chgData name="Kerri Guzzardo" userId="302796c4-f288-4f3f-ad03-2b7a977b1a26" providerId="ADAL" clId="{D6600586-9ECF-49F1-8DB5-C31C341D0BCE}" dt="2024-08-05T13:50:44.336" v="608" actId="478"/>
          <ac:picMkLst>
            <pc:docMk/>
            <pc:sldMk cId="0" sldId="319"/>
            <ac:picMk id="76802" creationId="{00000000-0000-0000-0000-000000000000}"/>
          </ac:picMkLst>
        </pc:picChg>
      </pc:sldChg>
      <pc:sldChg chg="modSp mod ord">
        <pc:chgData name="Kerri Guzzardo" userId="302796c4-f288-4f3f-ad03-2b7a977b1a26" providerId="ADAL" clId="{D6600586-9ECF-49F1-8DB5-C31C341D0BCE}" dt="2024-08-06T00:49:43.036" v="1509" actId="207"/>
        <pc:sldMkLst>
          <pc:docMk/>
          <pc:sldMk cId="0" sldId="320"/>
        </pc:sldMkLst>
        <pc:spChg chg="mod">
          <ac:chgData name="Kerri Guzzardo" userId="302796c4-f288-4f3f-ad03-2b7a977b1a26" providerId="ADAL" clId="{D6600586-9ECF-49F1-8DB5-C31C341D0BCE}" dt="2024-08-06T00:49:43.036" v="1509" actId="207"/>
          <ac:spMkLst>
            <pc:docMk/>
            <pc:sldMk cId="0" sldId="320"/>
            <ac:spMk id="2" creationId="{00000000-0000-0000-0000-000000000000}"/>
          </ac:spMkLst>
        </pc:spChg>
      </pc:sldChg>
      <pc:sldChg chg="modSp mod">
        <pc:chgData name="Kerri Guzzardo" userId="302796c4-f288-4f3f-ad03-2b7a977b1a26" providerId="ADAL" clId="{D6600586-9ECF-49F1-8DB5-C31C341D0BCE}" dt="2024-08-06T01:19:15.002" v="1615" actId="20577"/>
        <pc:sldMkLst>
          <pc:docMk/>
          <pc:sldMk cId="0" sldId="332"/>
        </pc:sldMkLst>
        <pc:spChg chg="mod">
          <ac:chgData name="Kerri Guzzardo" userId="302796c4-f288-4f3f-ad03-2b7a977b1a26" providerId="ADAL" clId="{D6600586-9ECF-49F1-8DB5-C31C341D0BCE}" dt="2024-08-06T01:19:15.002" v="1615" actId="20577"/>
          <ac:spMkLst>
            <pc:docMk/>
            <pc:sldMk cId="0" sldId="332"/>
            <ac:spMk id="2" creationId="{00000000-0000-0000-0000-000000000000}"/>
          </ac:spMkLst>
        </pc:spChg>
        <pc:spChg chg="mod">
          <ac:chgData name="Kerri Guzzardo" userId="302796c4-f288-4f3f-ad03-2b7a977b1a26" providerId="ADAL" clId="{D6600586-9ECF-49F1-8DB5-C31C341D0BCE}" dt="2024-08-06T00:53:47.512" v="1519" actId="255"/>
          <ac:spMkLst>
            <pc:docMk/>
            <pc:sldMk cId="0" sldId="332"/>
            <ac:spMk id="5" creationId="{00000000-0000-0000-0000-000000000000}"/>
          </ac:spMkLst>
        </pc:spChg>
      </pc:sldChg>
      <pc:sldChg chg="modSp mod">
        <pc:chgData name="Kerri Guzzardo" userId="302796c4-f288-4f3f-ad03-2b7a977b1a26" providerId="ADAL" clId="{D6600586-9ECF-49F1-8DB5-C31C341D0BCE}" dt="2024-08-06T00:54:53.301" v="1528" actId="255"/>
        <pc:sldMkLst>
          <pc:docMk/>
          <pc:sldMk cId="0" sldId="333"/>
        </pc:sldMkLst>
        <pc:spChg chg="mod">
          <ac:chgData name="Kerri Guzzardo" userId="302796c4-f288-4f3f-ad03-2b7a977b1a26" providerId="ADAL" clId="{D6600586-9ECF-49F1-8DB5-C31C341D0BCE}" dt="2024-08-06T00:54:34.247" v="1525" actId="1076"/>
          <ac:spMkLst>
            <pc:docMk/>
            <pc:sldMk cId="0" sldId="333"/>
            <ac:spMk id="2" creationId="{00000000-0000-0000-0000-000000000000}"/>
          </ac:spMkLst>
        </pc:spChg>
        <pc:spChg chg="mod">
          <ac:chgData name="Kerri Guzzardo" userId="302796c4-f288-4f3f-ad03-2b7a977b1a26" providerId="ADAL" clId="{D6600586-9ECF-49F1-8DB5-C31C341D0BCE}" dt="2024-08-06T00:54:53.301" v="1528" actId="255"/>
          <ac:spMkLst>
            <pc:docMk/>
            <pc:sldMk cId="0" sldId="333"/>
            <ac:spMk id="5" creationId="{00000000-0000-0000-0000-000000000000}"/>
          </ac:spMkLst>
        </pc:spChg>
      </pc:sldChg>
      <pc:sldChg chg="modSp mod modAnim">
        <pc:chgData name="Kerri Guzzardo" userId="302796c4-f288-4f3f-ad03-2b7a977b1a26" providerId="ADAL" clId="{D6600586-9ECF-49F1-8DB5-C31C341D0BCE}" dt="2024-08-06T00:55:57.135" v="1547" actId="14100"/>
        <pc:sldMkLst>
          <pc:docMk/>
          <pc:sldMk cId="0" sldId="334"/>
        </pc:sldMkLst>
        <pc:spChg chg="mod">
          <ac:chgData name="Kerri Guzzardo" userId="302796c4-f288-4f3f-ad03-2b7a977b1a26" providerId="ADAL" clId="{D6600586-9ECF-49F1-8DB5-C31C341D0BCE}" dt="2024-08-06T00:55:12.380" v="1530" actId="14100"/>
          <ac:spMkLst>
            <pc:docMk/>
            <pc:sldMk cId="0" sldId="334"/>
            <ac:spMk id="2" creationId="{00000000-0000-0000-0000-000000000000}"/>
          </ac:spMkLst>
        </pc:spChg>
        <pc:spChg chg="mod">
          <ac:chgData name="Kerri Guzzardo" userId="302796c4-f288-4f3f-ad03-2b7a977b1a26" providerId="ADAL" clId="{D6600586-9ECF-49F1-8DB5-C31C341D0BCE}" dt="2024-08-06T00:55:44.563" v="1546" actId="313"/>
          <ac:spMkLst>
            <pc:docMk/>
            <pc:sldMk cId="0" sldId="334"/>
            <ac:spMk id="5" creationId="{00000000-0000-0000-0000-000000000000}"/>
          </ac:spMkLst>
        </pc:spChg>
        <pc:picChg chg="mod">
          <ac:chgData name="Kerri Guzzardo" userId="302796c4-f288-4f3f-ad03-2b7a977b1a26" providerId="ADAL" clId="{D6600586-9ECF-49F1-8DB5-C31C341D0BCE}" dt="2024-08-06T00:55:57.135" v="1547" actId="14100"/>
          <ac:picMkLst>
            <pc:docMk/>
            <pc:sldMk cId="0" sldId="334"/>
            <ac:picMk id="23554" creationId="{00000000-0000-0000-0000-000000000000}"/>
          </ac:picMkLst>
        </pc:picChg>
      </pc:sldChg>
      <pc:sldChg chg="addSp delSp modSp mod modAnim">
        <pc:chgData name="Kerri Guzzardo" userId="302796c4-f288-4f3f-ad03-2b7a977b1a26" providerId="ADAL" clId="{D6600586-9ECF-49F1-8DB5-C31C341D0BCE}" dt="2024-08-06T00:53:17.052" v="1514"/>
        <pc:sldMkLst>
          <pc:docMk/>
          <pc:sldMk cId="3844263149" sldId="345"/>
        </pc:sldMkLst>
        <pc:picChg chg="add mod">
          <ac:chgData name="Kerri Guzzardo" userId="302796c4-f288-4f3f-ad03-2b7a977b1a26" providerId="ADAL" clId="{D6600586-9ECF-49F1-8DB5-C31C341D0BCE}" dt="2024-08-06T00:53:09.874" v="1513" actId="1076"/>
          <ac:picMkLst>
            <pc:docMk/>
            <pc:sldMk cId="3844263149" sldId="345"/>
            <ac:picMk id="8" creationId="{F97BB2A4-7C2E-CB58-C43C-9F2038068B52}"/>
          </ac:picMkLst>
        </pc:picChg>
        <pc:picChg chg="add del">
          <ac:chgData name="Kerri Guzzardo" userId="302796c4-f288-4f3f-ad03-2b7a977b1a26" providerId="ADAL" clId="{D6600586-9ECF-49F1-8DB5-C31C341D0BCE}" dt="2024-08-06T00:51:38.981" v="1511" actId="478"/>
          <ac:picMkLst>
            <pc:docMk/>
            <pc:sldMk cId="3844263149" sldId="345"/>
            <ac:picMk id="1026" creationId="{DD3904CA-F282-6E4F-A25D-6909BA62CE85}"/>
          </ac:picMkLst>
        </pc:picChg>
      </pc:sldChg>
      <pc:sldChg chg="modSp mod">
        <pc:chgData name="Kerri Guzzardo" userId="302796c4-f288-4f3f-ad03-2b7a977b1a26" providerId="ADAL" clId="{D6600586-9ECF-49F1-8DB5-C31C341D0BCE}" dt="2024-08-06T00:56:18.518" v="1548" actId="20577"/>
        <pc:sldMkLst>
          <pc:docMk/>
          <pc:sldMk cId="0" sldId="346"/>
        </pc:sldMkLst>
        <pc:spChg chg="mod">
          <ac:chgData name="Kerri Guzzardo" userId="302796c4-f288-4f3f-ad03-2b7a977b1a26" providerId="ADAL" clId="{D6600586-9ECF-49F1-8DB5-C31C341D0BCE}" dt="2024-08-06T00:56:18.518" v="1548" actId="20577"/>
          <ac:spMkLst>
            <pc:docMk/>
            <pc:sldMk cId="0" sldId="346"/>
            <ac:spMk id="5" creationId="{0BA4F278-9A2E-4B56-BA9B-6EB9710EF22A}"/>
          </ac:spMkLst>
        </pc:spChg>
      </pc:sldChg>
      <pc:sldChg chg="addSp modSp mod modAnim">
        <pc:chgData name="Kerri Guzzardo" userId="302796c4-f288-4f3f-ad03-2b7a977b1a26" providerId="ADAL" clId="{D6600586-9ECF-49F1-8DB5-C31C341D0BCE}" dt="2024-08-05T13:32:24.174" v="94"/>
        <pc:sldMkLst>
          <pc:docMk/>
          <pc:sldMk cId="2044176503" sldId="366"/>
        </pc:sldMkLst>
        <pc:spChg chg="add mod">
          <ac:chgData name="Kerri Guzzardo" userId="302796c4-f288-4f3f-ad03-2b7a977b1a26" providerId="ADAL" clId="{D6600586-9ECF-49F1-8DB5-C31C341D0BCE}" dt="2024-08-05T13:29:55.938" v="38" actId="20577"/>
          <ac:spMkLst>
            <pc:docMk/>
            <pc:sldMk cId="2044176503" sldId="366"/>
            <ac:spMk id="8" creationId="{FB66D860-22CE-6BAA-4F21-285EB486979D}"/>
          </ac:spMkLst>
        </pc:spChg>
        <pc:spChg chg="add mod">
          <ac:chgData name="Kerri Guzzardo" userId="302796c4-f288-4f3f-ad03-2b7a977b1a26" providerId="ADAL" clId="{D6600586-9ECF-49F1-8DB5-C31C341D0BCE}" dt="2024-08-05T13:31:14.695" v="65" actId="1076"/>
          <ac:spMkLst>
            <pc:docMk/>
            <pc:sldMk cId="2044176503" sldId="366"/>
            <ac:spMk id="9" creationId="{289BD1C2-981F-5326-B495-F2D2B768AA09}"/>
          </ac:spMkLst>
        </pc:spChg>
        <pc:spChg chg="add mod">
          <ac:chgData name="Kerri Guzzardo" userId="302796c4-f288-4f3f-ad03-2b7a977b1a26" providerId="ADAL" clId="{D6600586-9ECF-49F1-8DB5-C31C341D0BCE}" dt="2024-08-05T13:31:45.528" v="85" actId="14100"/>
          <ac:spMkLst>
            <pc:docMk/>
            <pc:sldMk cId="2044176503" sldId="366"/>
            <ac:spMk id="10" creationId="{4E893ABA-F258-3FB5-560C-52C8BD4CD27E}"/>
          </ac:spMkLst>
        </pc:spChg>
        <pc:inkChg chg="add">
          <ac:chgData name="Kerri Guzzardo" userId="302796c4-f288-4f3f-ad03-2b7a977b1a26" providerId="ADAL" clId="{D6600586-9ECF-49F1-8DB5-C31C341D0BCE}" dt="2024-08-05T13:28:11.596" v="0" actId="9405"/>
          <ac:inkMkLst>
            <pc:docMk/>
            <pc:sldMk cId="2044176503" sldId="366"/>
            <ac:inkMk id="5" creationId="{08F0EAFB-3B3C-180A-E0A6-E27D86D57E52}"/>
          </ac:inkMkLst>
        </pc:inkChg>
        <pc:inkChg chg="add">
          <ac:chgData name="Kerri Guzzardo" userId="302796c4-f288-4f3f-ad03-2b7a977b1a26" providerId="ADAL" clId="{D6600586-9ECF-49F1-8DB5-C31C341D0BCE}" dt="2024-08-05T13:28:38.324" v="1" actId="9405"/>
          <ac:inkMkLst>
            <pc:docMk/>
            <pc:sldMk cId="2044176503" sldId="366"/>
            <ac:inkMk id="6" creationId="{A5602B95-DBCF-6B39-3CCB-7AA5704950A6}"/>
          </ac:inkMkLst>
        </pc:inkChg>
        <pc:inkChg chg="add">
          <ac:chgData name="Kerri Guzzardo" userId="302796c4-f288-4f3f-ad03-2b7a977b1a26" providerId="ADAL" clId="{D6600586-9ECF-49F1-8DB5-C31C341D0BCE}" dt="2024-08-05T13:28:54.550" v="2" actId="9405"/>
          <ac:inkMkLst>
            <pc:docMk/>
            <pc:sldMk cId="2044176503" sldId="366"/>
            <ac:inkMk id="7" creationId="{3F72CE7A-ACF3-CFF5-BED0-200811D5A488}"/>
          </ac:inkMkLst>
        </pc:inkChg>
      </pc:sldChg>
      <pc:sldChg chg="new del">
        <pc:chgData name="Kerri Guzzardo" userId="302796c4-f288-4f3f-ad03-2b7a977b1a26" providerId="ADAL" clId="{D6600586-9ECF-49F1-8DB5-C31C341D0BCE}" dt="2024-08-05T13:34:47.949" v="141" actId="47"/>
        <pc:sldMkLst>
          <pc:docMk/>
          <pc:sldMk cId="1877121534" sldId="367"/>
        </pc:sldMkLst>
      </pc:sldChg>
      <pc:sldChg chg="addSp delSp modSp mod">
        <pc:chgData name="Kerri Guzzardo" userId="302796c4-f288-4f3f-ad03-2b7a977b1a26" providerId="ADAL" clId="{D6600586-9ECF-49F1-8DB5-C31C341D0BCE}" dt="2024-08-05T13:35:53.698" v="186" actId="14100"/>
        <pc:sldMkLst>
          <pc:docMk/>
          <pc:sldMk cId="4151449836" sldId="367"/>
        </pc:sldMkLst>
        <pc:spChg chg="mod">
          <ac:chgData name="Kerri Guzzardo" userId="302796c4-f288-4f3f-ad03-2b7a977b1a26" providerId="ADAL" clId="{D6600586-9ECF-49F1-8DB5-C31C341D0BCE}" dt="2024-08-05T13:35:26.664" v="180" actId="20577"/>
          <ac:spMkLst>
            <pc:docMk/>
            <pc:sldMk cId="4151449836" sldId="367"/>
            <ac:spMk id="2" creationId="{99F63241-0169-3CBA-26B8-3FAC5E1278EA}"/>
          </ac:spMkLst>
        </pc:spChg>
        <pc:picChg chg="add mod">
          <ac:chgData name="Kerri Guzzardo" userId="302796c4-f288-4f3f-ad03-2b7a977b1a26" providerId="ADAL" clId="{D6600586-9ECF-49F1-8DB5-C31C341D0BCE}" dt="2024-08-05T13:35:53.698" v="186" actId="14100"/>
          <ac:picMkLst>
            <pc:docMk/>
            <pc:sldMk cId="4151449836" sldId="367"/>
            <ac:picMk id="4" creationId="{3E374C25-1FEE-B8B2-7CCC-8C12AD82141A}"/>
          </ac:picMkLst>
        </pc:picChg>
        <pc:picChg chg="del">
          <ac:chgData name="Kerri Guzzardo" userId="302796c4-f288-4f3f-ad03-2b7a977b1a26" providerId="ADAL" clId="{D6600586-9ECF-49F1-8DB5-C31C341D0BCE}" dt="2024-08-05T13:35:01.683" v="152" actId="478"/>
          <ac:picMkLst>
            <pc:docMk/>
            <pc:sldMk cId="4151449836" sldId="367"/>
            <ac:picMk id="5" creationId="{F48B7563-FAF1-2AFC-6BBA-670A2A164B63}"/>
          </ac:picMkLst>
        </pc:picChg>
      </pc:sldChg>
      <pc:sldChg chg="addSp delSp modSp mod addAnim delAnim modAnim">
        <pc:chgData name="Kerri Guzzardo" userId="302796c4-f288-4f3f-ad03-2b7a977b1a26" providerId="ADAL" clId="{D6600586-9ECF-49F1-8DB5-C31C341D0BCE}" dt="2024-08-05T13:47:24.075" v="607" actId="207"/>
        <pc:sldMkLst>
          <pc:docMk/>
          <pc:sldMk cId="2158560366" sldId="368"/>
        </pc:sldMkLst>
        <pc:spChg chg="mod">
          <ac:chgData name="Kerri Guzzardo" userId="302796c4-f288-4f3f-ad03-2b7a977b1a26" providerId="ADAL" clId="{D6600586-9ECF-49F1-8DB5-C31C341D0BCE}" dt="2024-08-05T13:40:56.536" v="515" actId="27636"/>
          <ac:spMkLst>
            <pc:docMk/>
            <pc:sldMk cId="2158560366" sldId="368"/>
            <ac:spMk id="3" creationId="{8BF66EA0-311E-D028-843C-9AADF563B5BA}"/>
          </ac:spMkLst>
        </pc:spChg>
        <pc:spChg chg="add mod">
          <ac:chgData name="Kerri Guzzardo" userId="302796c4-f288-4f3f-ad03-2b7a977b1a26" providerId="ADAL" clId="{D6600586-9ECF-49F1-8DB5-C31C341D0BCE}" dt="2024-08-05T13:47:18.710" v="606" actId="20577"/>
          <ac:spMkLst>
            <pc:docMk/>
            <pc:sldMk cId="2158560366" sldId="368"/>
            <ac:spMk id="9" creationId="{695773DF-483C-268B-3947-963547729B98}"/>
          </ac:spMkLst>
        </pc:spChg>
        <pc:spChg chg="add mod">
          <ac:chgData name="Kerri Guzzardo" userId="302796c4-f288-4f3f-ad03-2b7a977b1a26" providerId="ADAL" clId="{D6600586-9ECF-49F1-8DB5-C31C341D0BCE}" dt="2024-08-05T13:45:30.717" v="590" actId="207"/>
          <ac:spMkLst>
            <pc:docMk/>
            <pc:sldMk cId="2158560366" sldId="368"/>
            <ac:spMk id="11" creationId="{76FE8EE0-E9E1-4204-14A3-61323D2BD928}"/>
          </ac:spMkLst>
        </pc:spChg>
        <pc:spChg chg="add mod">
          <ac:chgData name="Kerri Guzzardo" userId="302796c4-f288-4f3f-ad03-2b7a977b1a26" providerId="ADAL" clId="{D6600586-9ECF-49F1-8DB5-C31C341D0BCE}" dt="2024-08-05T13:47:24.075" v="607" actId="207"/>
          <ac:spMkLst>
            <pc:docMk/>
            <pc:sldMk cId="2158560366" sldId="368"/>
            <ac:spMk id="12" creationId="{F987528B-37F5-8BCF-37E8-82AA516EB00F}"/>
          </ac:spMkLst>
        </pc:spChg>
        <pc:spChg chg="mod">
          <ac:chgData name="Kerri Guzzardo" userId="302796c4-f288-4f3f-ad03-2b7a977b1a26" providerId="ADAL" clId="{D6600586-9ECF-49F1-8DB5-C31C341D0BCE}" dt="2024-08-05T13:41:40.715" v="525" actId="20577"/>
          <ac:spMkLst>
            <pc:docMk/>
            <pc:sldMk cId="2158560366" sldId="368"/>
            <ac:spMk id="16" creationId="{0608F48C-F353-284F-BA44-8F47700B3AD4}"/>
          </ac:spMkLst>
        </pc:spChg>
        <pc:picChg chg="add mod">
          <ac:chgData name="Kerri Guzzardo" userId="302796c4-f288-4f3f-ad03-2b7a977b1a26" providerId="ADAL" clId="{D6600586-9ECF-49F1-8DB5-C31C341D0BCE}" dt="2024-08-05T13:41:23.524" v="520" actId="14100"/>
          <ac:picMkLst>
            <pc:docMk/>
            <pc:sldMk cId="2158560366" sldId="368"/>
            <ac:picMk id="2" creationId="{B8765B79-DFB9-A1C3-FD70-7C7189B6E2E5}"/>
          </ac:picMkLst>
        </pc:picChg>
        <pc:picChg chg="del">
          <ac:chgData name="Kerri Guzzardo" userId="302796c4-f288-4f3f-ad03-2b7a977b1a26" providerId="ADAL" clId="{D6600586-9ECF-49F1-8DB5-C31C341D0BCE}" dt="2024-08-05T13:38:26.711" v="187" actId="478"/>
          <ac:picMkLst>
            <pc:docMk/>
            <pc:sldMk cId="2158560366" sldId="368"/>
            <ac:picMk id="4" creationId="{80062501-0C91-2566-BD1D-D66136B83D2E}"/>
          </ac:picMkLst>
        </pc:picChg>
        <pc:inkChg chg="del">
          <ac:chgData name="Kerri Guzzardo" userId="302796c4-f288-4f3f-ad03-2b7a977b1a26" providerId="ADAL" clId="{D6600586-9ECF-49F1-8DB5-C31C341D0BCE}" dt="2024-08-05T13:38:28.337" v="188" actId="478"/>
          <ac:inkMkLst>
            <pc:docMk/>
            <pc:sldMk cId="2158560366" sldId="368"/>
            <ac:inkMk id="5" creationId="{B77A9AAF-6F03-DF63-3698-10B27AD7204D}"/>
          </ac:inkMkLst>
        </pc:inkChg>
        <pc:inkChg chg="del">
          <ac:chgData name="Kerri Guzzardo" userId="302796c4-f288-4f3f-ad03-2b7a977b1a26" providerId="ADAL" clId="{D6600586-9ECF-49F1-8DB5-C31C341D0BCE}" dt="2024-08-05T13:38:30.502" v="189" actId="478"/>
          <ac:inkMkLst>
            <pc:docMk/>
            <pc:sldMk cId="2158560366" sldId="368"/>
            <ac:inkMk id="6" creationId="{D6D23077-2DD8-002B-B02C-636DEA0AA788}"/>
          </ac:inkMkLst>
        </pc:inkChg>
        <pc:inkChg chg="del">
          <ac:chgData name="Kerri Guzzardo" userId="302796c4-f288-4f3f-ad03-2b7a977b1a26" providerId="ADAL" clId="{D6600586-9ECF-49F1-8DB5-C31C341D0BCE}" dt="2024-08-05T13:38:35.727" v="191" actId="478"/>
          <ac:inkMkLst>
            <pc:docMk/>
            <pc:sldMk cId="2158560366" sldId="368"/>
            <ac:inkMk id="7" creationId="{7CA2B258-A880-63E8-3AF9-D408168D9160}"/>
          </ac:inkMkLst>
        </pc:inkChg>
        <pc:inkChg chg="del">
          <ac:chgData name="Kerri Guzzardo" userId="302796c4-f288-4f3f-ad03-2b7a977b1a26" providerId="ADAL" clId="{D6600586-9ECF-49F1-8DB5-C31C341D0BCE}" dt="2024-08-05T13:38:38.011" v="192" actId="478"/>
          <ac:inkMkLst>
            <pc:docMk/>
            <pc:sldMk cId="2158560366" sldId="368"/>
            <ac:inkMk id="8" creationId="{00E5C6F8-D2FF-BA8D-6E21-A82CD2959684}"/>
          </ac:inkMkLst>
        </pc:inkChg>
        <pc:inkChg chg="add del">
          <ac:chgData name="Kerri Guzzardo" userId="302796c4-f288-4f3f-ad03-2b7a977b1a26" providerId="ADAL" clId="{D6600586-9ECF-49F1-8DB5-C31C341D0BCE}" dt="2024-08-05T13:39:51.402" v="366" actId="478"/>
          <ac:inkMkLst>
            <pc:docMk/>
            <pc:sldMk cId="2158560366" sldId="368"/>
            <ac:inkMk id="10" creationId="{C4C596D2-E21C-C71E-D0CA-12D33E42252B}"/>
          </ac:inkMkLst>
        </pc:inkChg>
        <pc:inkChg chg="del">
          <ac:chgData name="Kerri Guzzardo" userId="302796c4-f288-4f3f-ad03-2b7a977b1a26" providerId="ADAL" clId="{D6600586-9ECF-49F1-8DB5-C31C341D0BCE}" dt="2024-08-05T13:38:33.346" v="190" actId="478"/>
          <ac:inkMkLst>
            <pc:docMk/>
            <pc:sldMk cId="2158560366" sldId="368"/>
            <ac:inkMk id="15" creationId="{F7C2A9BC-1FF8-99A4-5EF0-E14708A9C850}"/>
          </ac:inkMkLst>
        </pc:inkChg>
      </pc:sldChg>
      <pc:sldChg chg="add del">
        <pc:chgData name="Kerri Guzzardo" userId="302796c4-f288-4f3f-ad03-2b7a977b1a26" providerId="ADAL" clId="{D6600586-9ECF-49F1-8DB5-C31C341D0BCE}" dt="2024-08-05T13:35:34.374" v="182"/>
        <pc:sldMkLst>
          <pc:docMk/>
          <pc:sldMk cId="3883682665" sldId="368"/>
        </pc:sldMkLst>
      </pc:sldChg>
      <pc:sldChg chg="addSp delSp modSp new mod modAnim">
        <pc:chgData name="Kerri Guzzardo" userId="302796c4-f288-4f3f-ad03-2b7a977b1a26" providerId="ADAL" clId="{D6600586-9ECF-49F1-8DB5-C31C341D0BCE}" dt="2024-08-06T00:58:53.227" v="1551" actId="14100"/>
        <pc:sldMkLst>
          <pc:docMk/>
          <pc:sldMk cId="1051224281" sldId="369"/>
        </pc:sldMkLst>
        <pc:spChg chg="mod">
          <ac:chgData name="Kerri Guzzardo" userId="302796c4-f288-4f3f-ad03-2b7a977b1a26" providerId="ADAL" clId="{D6600586-9ECF-49F1-8DB5-C31C341D0BCE}" dt="2024-08-05T14:06:23.791" v="1056" actId="115"/>
          <ac:spMkLst>
            <pc:docMk/>
            <pc:sldMk cId="1051224281" sldId="369"/>
            <ac:spMk id="2" creationId="{84FA3554-211A-2AF4-C837-3C0892587E80}"/>
          </ac:spMkLst>
        </pc:spChg>
        <pc:spChg chg="mod">
          <ac:chgData name="Kerri Guzzardo" userId="302796c4-f288-4f3f-ad03-2b7a977b1a26" providerId="ADAL" clId="{D6600586-9ECF-49F1-8DB5-C31C341D0BCE}" dt="2024-08-05T14:11:03.915" v="1071" actId="5793"/>
          <ac:spMkLst>
            <pc:docMk/>
            <pc:sldMk cId="1051224281" sldId="369"/>
            <ac:spMk id="3" creationId="{FC9F247E-369E-44EF-80C9-0E09150BB613}"/>
          </ac:spMkLst>
        </pc:spChg>
        <pc:spChg chg="add mod">
          <ac:chgData name="Kerri Guzzardo" userId="302796c4-f288-4f3f-ad03-2b7a977b1a26" providerId="ADAL" clId="{D6600586-9ECF-49F1-8DB5-C31C341D0BCE}" dt="2024-08-06T00:58:53.227" v="1551" actId="14100"/>
          <ac:spMkLst>
            <pc:docMk/>
            <pc:sldMk cId="1051224281" sldId="369"/>
            <ac:spMk id="4" creationId="{2A340DB2-F347-3558-B1F1-3E61FFA78DCB}"/>
          </ac:spMkLst>
        </pc:spChg>
        <pc:picChg chg="add del mod">
          <ac:chgData name="Kerri Guzzardo" userId="302796c4-f288-4f3f-ad03-2b7a977b1a26" providerId="ADAL" clId="{D6600586-9ECF-49F1-8DB5-C31C341D0BCE}" dt="2024-08-05T14:12:03.080" v="1080" actId="478"/>
          <ac:picMkLst>
            <pc:docMk/>
            <pc:sldMk cId="1051224281" sldId="369"/>
            <ac:picMk id="2050" creationId="{F66C622D-913F-93E8-35CD-3A6B26F69DA1}"/>
          </ac:picMkLst>
        </pc:picChg>
        <pc:picChg chg="add mod">
          <ac:chgData name="Kerri Guzzardo" userId="302796c4-f288-4f3f-ad03-2b7a977b1a26" providerId="ADAL" clId="{D6600586-9ECF-49F1-8DB5-C31C341D0BCE}" dt="2024-08-05T14:12:15.994" v="1084" actId="1076"/>
          <ac:picMkLst>
            <pc:docMk/>
            <pc:sldMk cId="1051224281" sldId="369"/>
            <ac:picMk id="2052" creationId="{1375FAD2-3BA8-DB0C-2432-2130494F8D2D}"/>
          </ac:picMkLst>
        </pc:picChg>
        <pc:picChg chg="add mod">
          <ac:chgData name="Kerri Guzzardo" userId="302796c4-f288-4f3f-ad03-2b7a977b1a26" providerId="ADAL" clId="{D6600586-9ECF-49F1-8DB5-C31C341D0BCE}" dt="2024-08-05T14:12:24.729" v="1086"/>
          <ac:picMkLst>
            <pc:docMk/>
            <pc:sldMk cId="1051224281" sldId="369"/>
            <ac:picMk id="2054" creationId="{9D965ED5-EE7B-C6FA-A58A-ABC1761F5EA9}"/>
          </ac:picMkLst>
        </pc:picChg>
      </pc:sldChg>
      <pc:sldChg chg="addSp delSp modSp mod modAnim">
        <pc:chgData name="Kerri Guzzardo" userId="302796c4-f288-4f3f-ad03-2b7a977b1a26" providerId="ADAL" clId="{D6600586-9ECF-49F1-8DB5-C31C341D0BCE}" dt="2024-08-05T14:23:26.546" v="1410"/>
        <pc:sldMkLst>
          <pc:docMk/>
          <pc:sldMk cId="1539634156" sldId="370"/>
        </pc:sldMkLst>
        <pc:spChg chg="mod">
          <ac:chgData name="Kerri Guzzardo" userId="302796c4-f288-4f3f-ad03-2b7a977b1a26" providerId="ADAL" clId="{D6600586-9ECF-49F1-8DB5-C31C341D0BCE}" dt="2024-08-05T14:12:52.321" v="1096" actId="20577"/>
          <ac:spMkLst>
            <pc:docMk/>
            <pc:sldMk cId="1539634156" sldId="370"/>
            <ac:spMk id="3" creationId="{FC9F247E-369E-44EF-80C9-0E09150BB613}"/>
          </ac:spMkLst>
        </pc:spChg>
        <pc:spChg chg="add mod">
          <ac:chgData name="Kerri Guzzardo" userId="302796c4-f288-4f3f-ad03-2b7a977b1a26" providerId="ADAL" clId="{D6600586-9ECF-49F1-8DB5-C31C341D0BCE}" dt="2024-08-05T14:23:19.441" v="1409" actId="207"/>
          <ac:spMkLst>
            <pc:docMk/>
            <pc:sldMk cId="1539634156" sldId="370"/>
            <ac:spMk id="4" creationId="{E7CBC5BC-E7CE-54D8-1417-53CEB76AD6D0}"/>
          </ac:spMkLst>
        </pc:spChg>
        <pc:picChg chg="del">
          <ac:chgData name="Kerri Guzzardo" userId="302796c4-f288-4f3f-ad03-2b7a977b1a26" providerId="ADAL" clId="{D6600586-9ECF-49F1-8DB5-C31C341D0BCE}" dt="2024-08-05T14:12:34.125" v="1088" actId="478"/>
          <ac:picMkLst>
            <pc:docMk/>
            <pc:sldMk cId="1539634156" sldId="370"/>
            <ac:picMk id="2050" creationId="{F66C622D-913F-93E8-35CD-3A6B26F69DA1}"/>
          </ac:picMkLst>
        </pc:picChg>
        <pc:picChg chg="del">
          <ac:chgData name="Kerri Guzzardo" userId="302796c4-f288-4f3f-ad03-2b7a977b1a26" providerId="ADAL" clId="{D6600586-9ECF-49F1-8DB5-C31C341D0BCE}" dt="2024-08-05T14:12:32.919" v="1087" actId="478"/>
          <ac:picMkLst>
            <pc:docMk/>
            <pc:sldMk cId="1539634156" sldId="370"/>
            <ac:picMk id="2052" creationId="{1375FAD2-3BA8-DB0C-2432-2130494F8D2D}"/>
          </ac:picMkLst>
        </pc:picChg>
        <pc:picChg chg="add mod">
          <ac:chgData name="Kerri Guzzardo" userId="302796c4-f288-4f3f-ad03-2b7a977b1a26" providerId="ADAL" clId="{D6600586-9ECF-49F1-8DB5-C31C341D0BCE}" dt="2024-08-05T14:14:40.523" v="1102" actId="1076"/>
          <ac:picMkLst>
            <pc:docMk/>
            <pc:sldMk cId="1539634156" sldId="370"/>
            <ac:picMk id="3074" creationId="{BF37977E-6BB7-2972-3D7F-D30EDF3990AE}"/>
          </ac:picMkLst>
        </pc:picChg>
        <pc:picChg chg="add mod">
          <ac:chgData name="Kerri Guzzardo" userId="302796c4-f288-4f3f-ad03-2b7a977b1a26" providerId="ADAL" clId="{D6600586-9ECF-49F1-8DB5-C31C341D0BCE}" dt="2024-08-05T14:14:42.685" v="1103" actId="1076"/>
          <ac:picMkLst>
            <pc:docMk/>
            <pc:sldMk cId="1539634156" sldId="370"/>
            <ac:picMk id="3076" creationId="{873C2897-5D48-119D-1182-79BB9506CCFC}"/>
          </ac:picMkLst>
        </pc:picChg>
      </pc:sldChg>
      <pc:sldChg chg="addSp delSp modSp add mod modAnim">
        <pc:chgData name="Kerri Guzzardo" userId="302796c4-f288-4f3f-ad03-2b7a977b1a26" providerId="ADAL" clId="{D6600586-9ECF-49F1-8DB5-C31C341D0BCE}" dt="2024-08-06T01:07:44.831" v="1560" actId="20577"/>
        <pc:sldMkLst>
          <pc:docMk/>
          <pc:sldMk cId="55844190" sldId="371"/>
        </pc:sldMkLst>
        <pc:spChg chg="mod">
          <ac:chgData name="Kerri Guzzardo" userId="302796c4-f288-4f3f-ad03-2b7a977b1a26" providerId="ADAL" clId="{D6600586-9ECF-49F1-8DB5-C31C341D0BCE}" dt="2024-08-06T01:07:44.831" v="1560" actId="20577"/>
          <ac:spMkLst>
            <pc:docMk/>
            <pc:sldMk cId="55844190" sldId="371"/>
            <ac:spMk id="3" creationId="{FC9F247E-369E-44EF-80C9-0E09150BB613}"/>
          </ac:spMkLst>
        </pc:spChg>
        <pc:spChg chg="add mod">
          <ac:chgData name="Kerri Guzzardo" userId="302796c4-f288-4f3f-ad03-2b7a977b1a26" providerId="ADAL" clId="{D6600586-9ECF-49F1-8DB5-C31C341D0BCE}" dt="2024-08-05T14:24:26.801" v="1487" actId="207"/>
          <ac:spMkLst>
            <pc:docMk/>
            <pc:sldMk cId="55844190" sldId="371"/>
            <ac:spMk id="6" creationId="{2279167C-2A6F-231C-2A58-F304BF781E29}"/>
          </ac:spMkLst>
        </pc:spChg>
        <pc:picChg chg="add mod">
          <ac:chgData name="Kerri Guzzardo" userId="302796c4-f288-4f3f-ad03-2b7a977b1a26" providerId="ADAL" clId="{D6600586-9ECF-49F1-8DB5-C31C341D0BCE}" dt="2024-08-05T14:18:44.638" v="1245" actId="1076"/>
          <ac:picMkLst>
            <pc:docMk/>
            <pc:sldMk cId="55844190" sldId="371"/>
            <ac:picMk id="4" creationId="{33C90AB5-374A-C706-026B-4608C343988D}"/>
          </ac:picMkLst>
        </pc:picChg>
        <pc:picChg chg="add mod">
          <ac:chgData name="Kerri Guzzardo" userId="302796c4-f288-4f3f-ad03-2b7a977b1a26" providerId="ADAL" clId="{D6600586-9ECF-49F1-8DB5-C31C341D0BCE}" dt="2024-08-05T14:19:06.956" v="1247" actId="1076"/>
          <ac:picMkLst>
            <pc:docMk/>
            <pc:sldMk cId="55844190" sldId="371"/>
            <ac:picMk id="5" creationId="{36DF445D-1BE0-1F7C-FFD9-38A85421F5A6}"/>
          </ac:picMkLst>
        </pc:picChg>
        <pc:picChg chg="del">
          <ac:chgData name="Kerri Guzzardo" userId="302796c4-f288-4f3f-ad03-2b7a977b1a26" providerId="ADAL" clId="{D6600586-9ECF-49F1-8DB5-C31C341D0BCE}" dt="2024-08-05T14:16:34.434" v="1228" actId="478"/>
          <ac:picMkLst>
            <pc:docMk/>
            <pc:sldMk cId="55844190" sldId="371"/>
            <ac:picMk id="3074" creationId="{BF37977E-6BB7-2972-3D7F-D30EDF3990AE}"/>
          </ac:picMkLst>
        </pc:picChg>
        <pc:picChg chg="del">
          <ac:chgData name="Kerri Guzzardo" userId="302796c4-f288-4f3f-ad03-2b7a977b1a26" providerId="ADAL" clId="{D6600586-9ECF-49F1-8DB5-C31C341D0BCE}" dt="2024-08-05T14:16:35.953" v="1229" actId="478"/>
          <ac:picMkLst>
            <pc:docMk/>
            <pc:sldMk cId="55844190" sldId="371"/>
            <ac:picMk id="3076" creationId="{873C2897-5D48-119D-1182-79BB9506CCFC}"/>
          </ac:picMkLst>
        </pc:picChg>
      </pc:sldChg>
      <pc:sldChg chg="addSp delSp modSp del mod delAnim">
        <pc:chgData name="Kerri Guzzardo" userId="302796c4-f288-4f3f-ad03-2b7a977b1a26" providerId="ADAL" clId="{D6600586-9ECF-49F1-8DB5-C31C341D0BCE}" dt="2024-08-06T01:03:39.299" v="1554" actId="47"/>
        <pc:sldMkLst>
          <pc:docMk/>
          <pc:sldMk cId="170970648" sldId="372"/>
        </pc:sldMkLst>
        <pc:spChg chg="del mod">
          <ac:chgData name="Kerri Guzzardo" userId="302796c4-f288-4f3f-ad03-2b7a977b1a26" providerId="ADAL" clId="{D6600586-9ECF-49F1-8DB5-C31C341D0BCE}" dt="2024-08-06T01:00:30.708" v="1553" actId="478"/>
          <ac:spMkLst>
            <pc:docMk/>
            <pc:sldMk cId="170970648" sldId="372"/>
            <ac:spMk id="3" creationId="{00000000-0000-0000-0000-000000000000}"/>
          </ac:spMkLst>
        </pc:spChg>
        <pc:spChg chg="add mod">
          <ac:chgData name="Kerri Guzzardo" userId="302796c4-f288-4f3f-ad03-2b7a977b1a26" providerId="ADAL" clId="{D6600586-9ECF-49F1-8DB5-C31C341D0BCE}" dt="2024-08-06T01:00:30.708" v="1553" actId="478"/>
          <ac:spMkLst>
            <pc:docMk/>
            <pc:sldMk cId="170970648" sldId="372"/>
            <ac:spMk id="6" creationId="{8342AD23-AB88-77BF-A331-CC197C143124}"/>
          </ac:spMkLst>
        </pc:spChg>
      </pc:sldChg>
      <pc:sldChg chg="delSp del mod delAnim modAnim">
        <pc:chgData name="Kerri Guzzardo" userId="302796c4-f288-4f3f-ad03-2b7a977b1a26" providerId="ADAL" clId="{D6600586-9ECF-49F1-8DB5-C31C341D0BCE}" dt="2024-08-06T01:20:38.379" v="1618" actId="47"/>
        <pc:sldMkLst>
          <pc:docMk/>
          <pc:sldMk cId="447632381" sldId="372"/>
        </pc:sldMkLst>
        <pc:spChg chg="del">
          <ac:chgData name="Kerri Guzzardo" userId="302796c4-f288-4f3f-ad03-2b7a977b1a26" providerId="ADAL" clId="{D6600586-9ECF-49F1-8DB5-C31C341D0BCE}" dt="2024-08-06T01:20:14.037" v="1616" actId="478"/>
          <ac:spMkLst>
            <pc:docMk/>
            <pc:sldMk cId="447632381" sldId="372"/>
            <ac:spMk id="5" creationId="{00000000-0000-0000-0000-000000000000}"/>
          </ac:spMkLst>
        </pc:spChg>
      </pc:sldChg>
      <pc:sldChg chg="delSp modSp new del mod">
        <pc:chgData name="Kerri Guzzardo" userId="302796c4-f288-4f3f-ad03-2b7a977b1a26" providerId="ADAL" clId="{D6600586-9ECF-49F1-8DB5-C31C341D0BCE}" dt="2024-08-06T01:41:22.955" v="1639" actId="47"/>
        <pc:sldMkLst>
          <pc:docMk/>
          <pc:sldMk cId="2358324395" sldId="372"/>
        </pc:sldMkLst>
        <pc:spChg chg="mod">
          <ac:chgData name="Kerri Guzzardo" userId="302796c4-f288-4f3f-ad03-2b7a977b1a26" providerId="ADAL" clId="{D6600586-9ECF-49F1-8DB5-C31C341D0BCE}" dt="2024-08-06T01:37:19.408" v="1638" actId="14100"/>
          <ac:spMkLst>
            <pc:docMk/>
            <pc:sldMk cId="2358324395" sldId="372"/>
            <ac:spMk id="2" creationId="{7047C10A-D48F-C864-6152-77A8697A58B1}"/>
          </ac:spMkLst>
        </pc:spChg>
        <pc:spChg chg="del mod">
          <ac:chgData name="Kerri Guzzardo" userId="302796c4-f288-4f3f-ad03-2b7a977b1a26" providerId="ADAL" clId="{D6600586-9ECF-49F1-8DB5-C31C341D0BCE}" dt="2024-08-06T01:37:06.800" v="1635" actId="478"/>
          <ac:spMkLst>
            <pc:docMk/>
            <pc:sldMk cId="2358324395" sldId="372"/>
            <ac:spMk id="3" creationId="{1401D75D-0087-F3CA-2ACB-09325886FB21}"/>
          </ac:spMkLst>
        </pc:spChg>
      </pc:sldChg>
      <pc:sldChg chg="addSp delSp modSp del mod addAnim delAnim modAnim">
        <pc:chgData name="Kerri Guzzardo" userId="302796c4-f288-4f3f-ad03-2b7a977b1a26" providerId="ADAL" clId="{D6600586-9ECF-49F1-8DB5-C31C341D0BCE}" dt="2024-08-06T01:18:57.335" v="1614" actId="47"/>
        <pc:sldMkLst>
          <pc:docMk/>
          <pc:sldMk cId="3051048358" sldId="372"/>
        </pc:sldMkLst>
        <pc:spChg chg="add del mod">
          <ac:chgData name="Kerri Guzzardo" userId="302796c4-f288-4f3f-ad03-2b7a977b1a26" providerId="ADAL" clId="{D6600586-9ECF-49F1-8DB5-C31C341D0BCE}" dt="2024-08-06T01:17:22.573" v="1612" actId="20577"/>
          <ac:spMkLst>
            <pc:docMk/>
            <pc:sldMk cId="3051048358" sldId="372"/>
            <ac:spMk id="2" creationId="{00000000-0000-0000-0000-000000000000}"/>
          </ac:spMkLst>
        </pc:spChg>
        <pc:spChg chg="add del mod">
          <ac:chgData name="Kerri Guzzardo" userId="302796c4-f288-4f3f-ad03-2b7a977b1a26" providerId="ADAL" clId="{D6600586-9ECF-49F1-8DB5-C31C341D0BCE}" dt="2024-08-06T01:17:12.214" v="1567" actId="478"/>
          <ac:spMkLst>
            <pc:docMk/>
            <pc:sldMk cId="3051048358" sldId="372"/>
            <ac:spMk id="4" creationId="{C8A7B7EF-EF1C-7A89-93EF-C5BD43A32112}"/>
          </ac:spMkLst>
        </pc:spChg>
        <pc:spChg chg="del">
          <ac:chgData name="Kerri Guzzardo" userId="302796c4-f288-4f3f-ad03-2b7a977b1a26" providerId="ADAL" clId="{D6600586-9ECF-49F1-8DB5-C31C341D0BCE}" dt="2024-08-06T01:16:55.446" v="1562" actId="478"/>
          <ac:spMkLst>
            <pc:docMk/>
            <pc:sldMk cId="3051048358" sldId="372"/>
            <ac:spMk id="5" creationId="{00000000-0000-0000-0000-000000000000}"/>
          </ac:spMkLst>
        </pc:spChg>
        <pc:spChg chg="del mod">
          <ac:chgData name="Kerri Guzzardo" userId="302796c4-f288-4f3f-ad03-2b7a977b1a26" providerId="ADAL" clId="{D6600586-9ECF-49F1-8DB5-C31C341D0BCE}" dt="2024-08-06T01:16:59.972" v="1564" actId="478"/>
          <ac:spMkLst>
            <pc:docMk/>
            <pc:sldMk cId="3051048358" sldId="372"/>
            <ac:spMk id="6" creationId="{00000000-0000-0000-0000-000000000000}"/>
          </ac:spMkLst>
        </pc:spChg>
        <pc:spChg chg="del">
          <ac:chgData name="Kerri Guzzardo" userId="302796c4-f288-4f3f-ad03-2b7a977b1a26" providerId="ADAL" clId="{D6600586-9ECF-49F1-8DB5-C31C341D0BCE}" dt="2024-08-06T01:16:52.254" v="1561" actId="478"/>
          <ac:spMkLst>
            <pc:docMk/>
            <pc:sldMk cId="3051048358" sldId="372"/>
            <ac:spMk id="7" creationId="{00000000-0000-0000-0000-000000000000}"/>
          </ac:spMkLst>
        </pc:spChg>
        <pc:spChg chg="del">
          <ac:chgData name="Kerri Guzzardo" userId="302796c4-f288-4f3f-ad03-2b7a977b1a26" providerId="ADAL" clId="{D6600586-9ECF-49F1-8DB5-C31C341D0BCE}" dt="2024-08-06T01:17:04.291" v="1565" actId="478"/>
          <ac:spMkLst>
            <pc:docMk/>
            <pc:sldMk cId="3051048358" sldId="372"/>
            <ac:spMk id="8" creationId="{00000000-0000-0000-0000-000000000000}"/>
          </ac:spMkLst>
        </pc:spChg>
      </pc:sldChg>
      <pc:sldChg chg="delSp del mod delAnim">
        <pc:chgData name="Kerri Guzzardo" userId="302796c4-f288-4f3f-ad03-2b7a977b1a26" providerId="ADAL" clId="{D6600586-9ECF-49F1-8DB5-C31C341D0BCE}" dt="2024-08-06T01:21:19.599" v="1620" actId="47"/>
        <pc:sldMkLst>
          <pc:docMk/>
          <pc:sldMk cId="3582030580" sldId="372"/>
        </pc:sldMkLst>
        <pc:spChg chg="del">
          <ac:chgData name="Kerri Guzzardo" userId="302796c4-f288-4f3f-ad03-2b7a977b1a26" providerId="ADAL" clId="{D6600586-9ECF-49F1-8DB5-C31C341D0BCE}" dt="2024-08-06T01:20:57.396" v="1619" actId="478"/>
          <ac:spMkLst>
            <pc:docMk/>
            <pc:sldMk cId="3582030580" sldId="372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29.31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648 163,'0'-6,"0"0,-1 0,0 0,0 0,0 0,-1 0,0 0,0 0,0 1,-1-1,1 1,-2-1,1 1,0 0,-1 1,0-1,0 0,-1 1,1 0,-1 0,-4-2,0 0,0 0,-1 1,0 1,0 0,-1 0,1 1,-1 0,1 1,-1 0,0 0,-7 1,-66-2,0 4,-25 5,102-5,0 1,0 0,0 0,0 1,0-1,1 2,-1-1,1 1,0-1,0 2,0-1,1 1,-1 0,1 0,0 0,1 1,-1 0,1 0,0 0,1 0,-1 0,1 1,1 0,-1 0,1 2,-5 9,2 1,0-1,2 1,0 1,1-1,1 0,0 1,3 17,-1-30,-1-1,1 0,1 0,-1 0,1 0,0 0,1 0,-1-1,1 1,0-1,0 0,1 0,0 0,0 0,0 0,2 1,6 4,1-1,0-1,0 0,1 0,8 2,53 32,-66-35,1-2,-1 0,1 0,0 0,1-2,-1 1,1-1,-1-1,5 1,20 2,0-2,10-2,-13 0,0 1,29 6,-35-3,23 5,0 2,13 6,-47-12,1 0,-1 1,0 1,-1 0,1 1,-2 1,1 0,9 10,0 2,-4-4,0 1,-1 0,3 6,-15-17,-1 0,0 0,-1 1,0-1,0 1,-1 0,0 0,0 0,-1 0,0 0,-1 1,4 45,-3 0,-2 1,-8 50,6-93,-1-1,0 1,-1-1,0 0,-1 0,-1 0,1 0,-2-1,0 0,0 0,-1-1,0 0,-1 0,0-1,-1 0,0-1,0 0,-1-1,0 0,-6 4,-4-1,-1-1,1-1,-2-1,1-1,0 0,-1-2,0-1,0 0,-1-2,1-1,-4-1,-59 1,7 1,-30-6,97 4,0-1,0-1,0 0,0 0,0-1,1-1,0 0,0 0,0-1,0-1,1 1,0-2,1 1,-1-2,1 1,1-1,0 0,-6-9,-8-17,1 0,1-1,2-1,-12-37,25 60,-9-20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31.30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1,'0'1214,"2"-1192,0 0,2 1,0-2,7 21,-11-40,7 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35.40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1,'745'0,"-739"0,0 0,0 0,0 0,0 1,-1 0,1 0,0 1,0-1,-1 1,1 1,-1-1,0 1,0 0,5 3,-6-3,-1 1,-1-1,1 1,0-1,-1 1,0 0,1 0,-2 0,1 0,0 1,-1-1,0 0,0 1,0-1,0 1,-1-1,0 1,0-1,0 1,-1 1,0 9,-1 0,-1 0,0 0,-2 0,1-1,-2 0,1 0,-4 5,-19 33,-19 26,22-38,-33 40,40-57,0 1,2 1,-2 5,6-8,-1-1,-1-1,0 0,-2 0,0-2,-13 12,15-15,0 1,2 0,-11 18,-26 33,33-47,1 2,1 0,1 0,1 1,1 1,-7 20,6-14,-1-1,-1 0,-2-1,-2 0,10-16,-28 41,34-49,-1 0,1 0,0 0,0 0,1 0,-1 0,1 0,0 1,0-1,1 0,-1 3,2-6,-1 1,1-1,-1 1,1-1,-1 1,1-1,0 0,0 1,0-1,0 0,0 0,0 0,0 0,0 0,0 0,1 0,-1 0,0 0,1 0,-1-1,0 1,1 0,-1-1,1 1,-1-1,1 0,-1 1,1-1,49 5,-46-5,393 0,-160-3,33 3,-237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37.17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0,'1018'0,"-985"0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42.00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788 124,'0'-4,"-1"1,1 0,0-1,-1 1,0-1,0 1,0 0,0-1,-1 1,1 0,-1 0,0 0,0 0,0 0,0 0,0 1,0-1,-1 0,-3-1,0-1,0 1,-1 0,1 0,-1 0,1 1,-1 0,-5-1,-11-3,1 2,-1 1,0 0,-1 2,-5 0,-88-2,0 5,-4 5,112-5,1 0,-1 1,1-1,0 2,0-1,0 1,0 0,0 1,1 0,-1 0,1 0,0 1,0 0,1 1,0-1,-1 1,2 1,-1-1,1 1,0 0,0 0,-2 6,1 0,0 1,1 0,0 0,1 0,0 1,2-1,0 1,0 0,1-1,1 9,0-16,0 23,1-1,4 28,-3-46,1 0,-1 0,2-1,0 0,0 0,1 0,0 0,0 0,6 6,-5-8,1 3,0-1,1 0,0 0,0 0,1-1,0-1,1 0,0 0,0 0,1-2,2 2,5 0,1 0,0-1,0-1,1-1,-1-1,17 2,13-2,1-2,8-3,5 0,-115 0,22 0,0 1,0 2,-13 3,33-4,0 1,0 1,0 0,0 0,0 1,1 0,-1 1,1 0,0 0,1 1,-1 0,-5 6,6-3,-1 0,1 0,1 1,0 0,0 1,1 0,0 0,-1 5,-6 18,2 1,-1 6,-7 23,14-48,0 0,2 1,-1-1,2 1,0-1,1 13,1-23,0 0,1 0,0 0,0 0,0-1,0 1,1 0,0-1,1 1,-1-1,1 1,0-1,0 0,0 0,1-1,0 1,0-1,0 1,0-1,2 0,61 57,-51-44,0-1,2-1,11 8,8 3,-23-15,0-1,0 0,1-1,0-1,1 0,0-1,0 0,0-2,1 0,0-1,7 1,57 0,0-3,25-5,21 0,-119 2,0 1,0-1,1 0,-1-1,0 0,0 0,-1-1,1 0,0 0,-1-1,0 0,0 0,0-1,0 0,-1 0,1 0,-1-1,-1 0,1 0,-1-1,0 1,-1-1,1 0,-2-1,1 1,-1-1,3-6,34-141,-34 128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5.1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1374,'10'-2,"0"1,-1-2,1 1,-1-1,0-1,0 0,0 0,0-1,0 0,-1 0,5-5,35-18,38-18,9-11,17-9,-67 46,-37 17,1 0,-1-1,0 0,1-1,-2 1,1-2,1-1,15-11,0 1,1 1,1 1,15-5,-8 3,-1-1,14-12,0 2,-38 24,1-1,-1 1,0-1,0 0,-1-1,0 0,0 0,0-1,0 0,-1 0,-1 0,1-1,-1 0,-4 6,-1 0,1 0,-1 0,1 0,-1 0,0 0,0-1,0 1,0 0,0 0,-1 0,1 0,-1 0,1 0,-1 0,0 0,0 1,1-1,-1 0,-1 0,1 0,0 1,0-1,-1 1,1-1,-1 1,1-1,-1 1,1 0,-1 0,0 0,0 0,0 0,-11-7,-1 1,0 1,0 0,-7-2,-3-1,-17-6,-1 2,0 2,0 2,-12 0,24 3,-15-1,31 6,-1-1,0 0,1-1,0-1,0 0,0-1,0-1,0 0,-10-7,22 12,1 1,-1-1,1 0,-1 0,1 0,0 0,0 0,-1-1,1 1,0 0,0 0,0-1,0 1,0-1,1 1,-1-1,0 1,1-1,-1 0,1 1,-1-1,1 0,0 1,0-1,-1 0,1 1,1-1,-1 0,0 0,0 1,1-1,-1 0,1 1,-1-1,1 1,0-1,-1 1,1-1,0 1,0-1,0 1,0 0,0-1,1 1,-1 0,0 0,1 0,-1 0,0 0,1 0,8-6,0 0,0 2,1-1,0 1,0 0,8-1,6-4,-1-1,-1-1,0 0,20-16,-22 14,2 0,-1 2,2 0,23-8,-29 16,0-2,-1 0,1-1,-1-1,-1-1,1 0,-2-1,1-1,3-4,21-14,-27 20,0 0,0-1,-1 0,0-1,6-7,-16 16,0 0,-1 0,1 0,-1-1,1 1,-1 0,0 0,0-1,0 1,0-1,0 1,-1-1,1 1,-1-1,1 0,-1 1,0-1,0 1,-1-1,1 0,0 1,-1-1,1 1,-1-1,0 1,0-1,0 1,0 0,0-1,-1 1,1 0,-1 0,1 0,-2-2,-4-2,0 0,0 0,0 1,-1-1,1 2,-1-1,-1 1,1 0,0 1,-1 0,0 0,0 1,0 0,0 0,-5 1,-26-3,1 2,-1 2,-2 2,4-1,-469 2,350-3,124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8.94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5 269,'-2'139,"-1"-32,9 77,-5-178,-1-1,1 0,0 1,0-1,0 0,0 0,1 0,0 0,0 0,1 0,-1-1,1 1,0-1,0 1,1-1,-1 0,1-1,0 1,2 2,2-2,-1-1,0 1,1-1,-1 0,1-1,0 0,0 0,0-1,0 0,0 0,0-1,4 0,0 1,-1-1,1-1,-1 0,1 0,-1-1,0 0,1-1,-1-1,0 0,2-1,-6 1,0-1,0 1,0-1,-1 0,0-1,0 0,-1 0,1 0,-1 0,-1-1,1 0,-1 0,0 0,-1 0,1-1,1-7,0 0,-1-1,0 1,-1-1,-1 1,0-7,10-55,-3 59,0 25,3 38,-8-29,-1-8,1 0,0-1,0 1,1-1,0 0,0 0,1 0,0-1,0 0,0 0,1 0,0-1,0 0,0 0,1-1,-1 0,1 0,0-1,0 0,1 0,5 1,8 1,1 0,0-2,0 0,0-1,1-2,-1 0,16-3,-31 2,0-1,0 0,0 0,-1 0,1-1,-1-1,1 1,-1-1,0 0,0-1,-1 1,0-1,1-1,-2 1,1-1,0 0,-1 0,-1-1,1 0,-1 0,0 0,0 0,1-6,6-14,-1-1,-2 0,0-1,-2 0,1-25,9-34,-8 52,-3 0,0 0,-2-6,-3-73,-1 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1.70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1138 626,'-138'3,"14"-1,-46-8,138 2,1-2,-1-1,1-2,-5-3,4 2,-1 0,-1 3,-19-3,27 8,0-2,-1-1,2-1,-1-1,1-1,0-1,-13-8,25 9,0-1,0-1,1 0,1-1,0 0,0 0,1-1,0-1,1 1,1-2,0 1,1-1,0 0,1-1,1 0,0 0,1 0,0 0,2-1,0 1,0-1,2 1,0-1,0-3,1 15,0 0,-1 0,1 0,1 0,-1 0,1 1,-1-1,1 0,0 1,0-1,1 1,-1-1,1 1,-1 0,1 0,0 0,0 1,1-1,-1 1,1 0,-1-1,1 2,-1-1,1 0,0 1,0-1,0 1,0 0,0 1,0-1,1 1,19-3,1 1,-1 1,1 1,-1 2,1 0,16 1,12-1,5 2,0-3,0-2,0-3,51-10,6-2,-79 12,1-1,33-10,26-5,-66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3.1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40 1,'-3'79,"-14"75,7-75,4-1,2 3,6 269,-2-316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5.02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1,'0'665,"0"-631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6.91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1,'511'0,"-486"1,-1 2,1 0,-1 2,4 2,1-1,0 0,22 0,265-3,-165-5,-118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9.71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0,'1291'0,"-1258"0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1.4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0,'1330'0,"-1297"0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2.9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0,'0'7,"0"8,0 16,0 8,0 5,0 2,0-1,0-2,0 0,0-2,0-1,0 0,0-1,0 0,0-1,0 1,0-7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6.95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47 230,'0'4,"-1"-1,0 0,0 0,0-1,0 1,0 0,0 0,-1 0,-1 2,-9 18,4 15,2 0,1 1,3 0,0 0,3 0,2 16,0 36,-3-76,0-4,0 1,0-1,1 0,1 1,0-1,3 11,-4-19,1 0,-1 0,1 0,0 0,0 0,0 0,0 0,1 0,-1-1,1 0,-1 1,1-1,0 0,0 0,0 0,0-1,0 1,1-1,-1 1,0-1,1 0,-1-1,1 1,2 0,30 3,1-2,0-1,0-2,0-1,13-4,-42 5,0-1,0 1,1-2,-1 1,-1-1,1 0,0 0,-1-1,0 0,0-1,0 1,0-1,-1-1,1 1,-1-1,-1 0,1-1,-1 1,0-1,4-8,-1 0,0-1,-1 0,-1 0,0-1,-1 0,-1 1,1-10,-5 24,0-1,1 0,-1 1,1-1,0 1,0 0,-1-1,2 1,-1 0,0-1,0 1,1 0,-1 0,1 0,0 0,-1 0,1 0,0 1,0-1,1 0,-1 1,1 1,-1 0,0 0,0 0,0 0,0 0,1 0,-1 0,0 1,0-1,0 1,0-1,0 1,0 0,0 0,0 0,0 0,0 0,-1 1,1-1,0 0,-1 1,1-1,0 2,33 29,-28-24,-1-1,2-1,-1 1,1-1,0 0,0-1,0 0,1 0,-1-1,1 0,1 0,-1-1,0 0,2-1,36 3,-1-2,0-2,1-2,39-6,-82 6,1 1,0-2,-1 1,1 0,-1-1,1 0,-1 0,0 0,0-1,0 1,0-1,0 0,0 0,-1 0,1-1,-1 1,0-1,0 0,-1 0,1 0,-1 0,0 0,2-5,4-12,-1 0,-1 0,-1-1,2-18,6-22,-4 16,-2 0,-2 0,-2 0,-2-1,-4-25,2 7,0 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8.64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1,'72'3,"1"3,4 4,2 1,43-2,395-8,-244-3,-240 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1.31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3 277,'-1'-40,"0"19,0-1,2 1,1-1,0 1,1 0,2 0,-4 16,0 1,1-1,0 1,0-1,0 1,0 0,1 0,-1 0,1 0,0 0,1 1,-1-1,0 1,1 0,0 0,0 0,0 0,0 1,0 0,1 0,-1 0,0 0,1 1,0-1,-1 1,1 0,0 1,2-1,0 1,0 0,-1 0,1 1,0 0,-1 0,1 0,-1 1,1 0,-1 0,0 1,0 0,0 0,0 0,-1 1,1 0,-1 0,1 1,5 5,0 0,-1 0,0 2,-1-1,0 1,-1 0,2 4,31 36,-11-18,-28-31,0-1,0 1,1 0,-1 0,1-1,-1 0,1 1,0-1,0 0,0 0,0-1,0 1,0 0,0-1,1 0,-1 0,1 0,-1 0,1-1,-1 1,2-1,2-1,1 0,-1 0,0-1,0 0,1 0,-1-1,-1 0,1 0,5-4,34-16,1 2,1 1,0 3,2 2,23-3,-56 13,0 0,-1-1,1-1,-1-1,-1 0,13-9,-15 8,0 1,1 1,0 0,0 1,1 0,0 1,0 1,0 0,2 1,95-1,-78 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3.53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1,'1252'0,"-1219"0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7.46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1491 709,'-1291'0,"1279"0,0 0,0-1,0 0,0-1,1 0,-1-1,1 0,0-1,-1 0,2-1,-3-1,9 3,-1 0,1 0,0-1,0 0,0 1,0-1,1-1,-1 1,1 0,0-1,1 0,-1 1,1-1,0 0,0-1,0 1,1 0,0 0,0-1,0 1,0 0,1-1,0 1,0-1,1 1,-1 1,1 0,-1 0,1 1,0-1,0 0,0 1,0-1,1 1,-1-1,1 1,0 0,0 0,0-1,1 1,-1 1,1-1,-1 0,1 1,0-1,0 1,0 0,1 0,-1 0,0 0,1 1,-1-1,1 1,-1 0,1 0,0 0,3 0,15-2,-1 1,1 0,0 2,0 0,4 2,-2-1,36 2,-29 0,0-1,1-2,-1-1,1-2,-1-1,24-6,13-7,27-2,-44 11,-1-3,-1-2,19-9,15-18,-59 27,0 1,24-7,-40 16,0 1,0-1,0-1,0 0,-1 0,0 0,1-1,-2 0,1 0,-1-1,6-6,-8 7,-1 0,0 0,0-1,0 1,-1-1,1 0,-1 1,-1-1,1 0,-1 0,0 0,0-1,-1 1,0 0,0 0,-1-4,1 5,-1 1,1-1,-1 1,0 0,0 0,-1-1,1 1,-1 0,0 0,0 0,0 1,-1-1,0 0,1 1,-1 0,0 0,-2-2,-1 0,-1 0,1 1,-1 0,0 0,0 0,-1 1,1 0,-1 1,-3-1,-16-3,0 1,-1 2,1 1,-1 1,-3 1,-714 5,711-5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31.65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2 700,'0'44,"-1"-21,1-1,1 1,1 0,2 10,-2-25,0-1,1 1,-1-1,1 0,1 0,-1 0,1 0,1 0,-1-1,1 1,0-1,1-1,-1 1,6 4,24 15,0-1,2-1,0-2,1-2,10 2,-27-13,-1-1,2-1,2 0,-4-2,0 2,0 0,17 8,-15-4,1-1,0-2,0 0,1-2,0 0,0-2,15 0,42 0,52-7,-15 1,-104 3,0-1,-1 0,1-1,-1 0,1-1,-1-1,0 0,0-1,0 0,8-6,-12 6,0-1,-1 0,1 0,-1-1,-1 0,0-1,0 1,0-2,-1 1,0-1,0 1,-1-2,-1 1,2-4,30-57,-27 56,-1-1,-1 1,0-1,-1 0,-1-1,0 1,1-12,0-29,-3-1,-2 0,-3 0,-5-24,6 68,-2-1,0 1,0 0,-1 0,-1 0,0 1,-1 0,0 0,-1 0,0 1,-1 0,0 0,-1 1,0 0,-1 0,0 1,0 0,-1 1,0 1,-1-1,1 2,-1-1,-1 2,1 0,-1 0,0 1,0 0,0 2,0-1,-2 1,-31-1,-1 2,0 2,-5 3,48-4,0 1,0 0,0 0,0 0,0 0,0 1,1 0,-1 0,0 0,1 0,-1 0,1 1,0-1,0 1,0 0,0 0,1 0,-1 0,1 0,-1 1,1-1,0 1,1 0,-1 0,1-1,-1 1,1 0,0 0,1 0,-1 4,-2 15,1 0,1 1,2-1,0 0,2 5,0 15,0 101,-3-796,0 618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5.1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1374,'10'-2,"0"1,-1-2,1 1,-1-1,0-1,0 0,0 0,0-1,0 0,-1 0,5-5,35-18,38-18,9-11,17-9,-67 46,-37 17,1 0,-1-1,0 0,1-1,-2 1,1-2,1-1,15-11,0 1,1 1,1 1,15-5,-8 3,-1-1,14-12,0 2,-38 24,1-1,-1 1,0-1,0 0,-1-1,0 0,0 0,0-1,0 0,-1 0,-1 0,1-1,-1 0,-4 6,-1 0,1 0,-1 0,1 0,-1 0,0 0,0-1,0 1,0 0,0 0,-1 0,1 0,-1 0,1 0,-1 0,0 0,0 1,1-1,-1 0,-1 0,1 0,0 1,0-1,-1 1,1-1,-1 1,1-1,-1 1,1 0,-1 0,0 0,0 0,0 0,-11-7,-1 1,0 1,0 0,-7-2,-3-1,-17-6,-1 2,0 2,0 2,-12 0,24 3,-15-1,31 6,-1-1,0 0,1-1,0-1,0 0,0-1,0-1,0 0,-10-7,22 12,1 1,-1-1,1 0,-1 0,1 0,0 0,0 0,-1-1,1 1,0 0,0 0,0-1,0 1,0-1,1 1,-1-1,0 1,1-1,-1 0,1 1,-1-1,1 0,0 1,0-1,-1 0,1 1,1-1,-1 0,0 0,0 1,1-1,-1 0,1 1,-1-1,1 1,0-1,-1 1,1-1,0 1,0-1,0 1,0 0,0-1,1 1,-1 0,0 0,1 0,-1 0,0 0,1 0,8-6,0 0,0 2,1-1,0 1,0 0,8-1,6-4,-1-1,-1-1,0 0,20-16,-22 14,2 0,-1 2,2 0,23-8,-29 16,0-2,-1 0,1-1,-1-1,-1-1,1 0,-2-1,1-1,3-4,21-14,-27 20,0 0,0-1,-1 0,0-1,6-7,-16 16,0 0,-1 0,1 0,-1-1,1 1,-1 0,0 0,0-1,0 1,0-1,0 1,-1-1,1 1,-1-1,1 0,-1 1,0-1,0 1,-1-1,1 0,0 1,-1-1,1 1,-1-1,0 1,0-1,0 1,0 0,0-1,-1 1,1 0,-1 0,1 0,-2-2,-4-2,0 0,0 0,0 1,-1-1,1 2,-1-1,-1 1,1 0,0 1,-1 0,0 0,0 1,0 0,0 0,-5 1,-26-3,1 2,-1 2,-2 2,4-1,-469 2,350-3,124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8.94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5 269,'-2'139,"-1"-32,9 77,-5-178,-1-1,1 0,0 1,0-1,0 0,0 0,1 0,0 0,0 0,1 0,-1-1,1 1,0-1,0 1,1-1,-1 0,1-1,0 1,2 2,2-2,-1-1,0 1,1-1,-1 0,1-1,0 0,0 0,0-1,0 0,0 0,0-1,4 0,0 1,-1-1,1-1,-1 0,1 0,-1-1,0 0,1-1,-1-1,0 0,2-1,-6 1,0-1,0 1,0-1,-1 0,0-1,0 0,-1 0,1 0,-1 0,-1-1,1 0,-1 0,0 0,-1 0,1-1,1-7,0 0,-1-1,0 1,-1-1,-1 1,0-7,10-55,-3 59,0 25,3 38,-8-29,-1-8,1 0,0-1,0 1,1-1,0 0,0 0,1 0,0-1,0 0,0 0,1 0,0-1,0 0,0 0,1-1,-1 0,1 0,0-1,0 0,1 0,5 1,8 1,1 0,0-2,0 0,0-1,1-2,-1 0,16-3,-31 2,0-1,0 0,0 0,-1 0,1-1,-1-1,1 1,-1-1,0 0,0-1,-1 1,0-1,1-1,-2 1,1-1,0 0,-1 0,-1-1,1 0,-1 0,0 0,0 0,1-6,6-14,-1-1,-2 0,0-1,-2 0,1-25,9-34,-8 52,-3 0,0 0,-2-6,-3-73,-1 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1.70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1138 626,'-138'3,"14"-1,-46-8,138 2,1-2,-1-1,1-2,-5-3,4 2,-1 0,-1 3,-19-3,27 8,0-2,-1-1,2-1,-1-1,1-1,0-1,-13-8,25 9,0-1,0-1,1 0,1-1,0 0,0 0,1-1,0-1,1 1,1-2,0 1,1-1,0 0,1-1,1 0,0 0,1 0,0 0,2-1,0 1,0-1,2 1,0-1,0-3,1 15,0 0,-1 0,1 0,1 0,-1 0,1 1,-1-1,1 0,0 1,0-1,1 1,-1-1,1 1,-1 0,1 0,0 0,0 1,1-1,-1 1,1 0,-1-1,1 2,-1-1,1 0,0 1,0-1,0 1,0 0,0 1,0-1,1 1,19-3,1 1,-1 1,1 1,-1 2,1 0,16 1,12-1,5 2,0-3,0-2,0-3,51-10,6-2,-79 12,1-1,33-10,26-5,-66 17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3.1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40 1,'-3'79,"-14"75,7-75,4-1,2 3,6 269,-2-316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5.02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1,'0'665,"0"-631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6.91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1,'511'0,"-486"1,-1 2,1 0,-1 2,4 2,1-1,0 0,22 0,265-3,-165-5,-118 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9.71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0,'1291'0,"-1258"0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1.4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0,'1330'0,"-1297"0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2.9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0,'0'7,"0"8,0 16,0 8,0 5,0 2,0-1,0-2,0 0,0-2,0-1,0 0,0-1,0 0,0-1,0 1,0-7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6.95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47 230,'0'4,"-1"-1,0 0,0 0,0-1,0 1,0 0,0 0,-1 0,-1 2,-9 18,4 15,2 0,1 1,3 0,0 0,3 0,2 16,0 36,-3-76,0-4,0 1,0-1,1 0,1 1,0-1,3 11,-4-19,1 0,-1 0,1 0,0 0,0 0,0 0,0 0,1 0,-1-1,1 0,-1 1,1-1,0 0,0 0,0 0,0-1,0 1,1-1,-1 1,0-1,1 0,-1-1,1 1,2 0,30 3,1-2,0-1,0-2,0-1,13-4,-42 5,0-1,0 1,1-2,-1 1,-1-1,1 0,0 0,-1-1,0 0,0-1,0 1,0-1,-1-1,1 1,-1-1,-1 0,1-1,-1 1,0-1,4-8,-1 0,0-1,-1 0,-1 0,0-1,-1 0,-1 1,1-10,-5 24,0-1,1 0,-1 1,1-1,0 1,0 0,-1-1,2 1,-1 0,0-1,0 1,1 0,-1 0,1 0,0 0,-1 0,1 0,0 1,0-1,1 0,-1 1,1 1,-1 0,0 0,0 0,0 0,0 0,1 0,-1 0,0 1,0-1,0 1,0-1,0 1,0 0,0 0,0 0,0 0,0 0,-1 1,1-1,0 0,-1 1,1-1,0 2,33 29,-28-24,-1-1,2-1,-1 1,1-1,0 0,0-1,0 0,1 0,-1-1,1 0,1 0,-1-1,0 0,2-1,36 3,-1-2,0-2,1-2,39-6,-82 6,1 1,0-2,-1 1,1 0,-1-1,1 0,-1 0,0 0,0-1,0 1,0-1,0 0,0 0,-1 0,1-1,-1 1,0-1,0 0,-1 0,1 0,-1 0,0 0,2-5,4-12,-1 0,-1 0,-1-1,2-18,6-22,-4 16,-2 0,-2 0,-2 0,-2-1,-4-25,2 7,0 31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8.64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1,'72'3,"1"3,4 4,2 1,43-2,395-8,-244-3,-240 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1.31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3 277,'-1'-40,"0"19,0-1,2 1,1-1,0 1,1 0,2 0,-4 16,0 1,1-1,0 1,0-1,0 1,0 0,1 0,-1 0,1 0,0 0,1 1,-1-1,0 1,1 0,0 0,0 0,0 0,0 1,0 0,1 0,-1 0,0 0,1 1,0-1,-1 1,1 0,0 1,2-1,0 1,0 0,-1 0,1 1,0 0,-1 0,1 0,-1 1,1 0,-1 0,0 1,0 0,0 0,0 0,-1 1,1 0,-1 0,1 1,5 5,0 0,-1 0,0 2,-1-1,0 1,-1 0,2 4,31 36,-11-18,-28-31,0-1,0 1,1 0,-1 0,1-1,-1 0,1 1,0-1,0 0,0 0,0-1,0 1,0 0,0-1,1 0,-1 0,1 0,-1 0,1-1,-1 1,2-1,2-1,1 0,-1 0,0-1,0 0,1 0,-1-1,-1 0,1 0,5-4,34-16,1 2,1 1,0 3,2 2,23-3,-56 13,0 0,-1-1,1-1,-1-1,-1 0,13-9,-15 8,0 1,1 1,0 0,0 1,1 0,0 1,0 1,0 0,2 1,95-1,-78 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3.53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1,'1252'0,"-1219"0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7.46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1491 709,'-1291'0,"1279"0,0 0,0-1,0 0,0-1,1 0,-1-1,1 0,0-1,-1 0,2-1,-3-1,9 3,-1 0,1 0,0-1,0 0,0 1,0-1,1-1,-1 1,1 0,0-1,1 0,-1 1,1-1,0 0,0-1,0 1,1 0,0 0,0-1,0 1,0 0,1-1,0 1,0-1,1 1,-1 1,1 0,-1 0,1 1,0-1,0 0,0 1,0-1,1 1,-1-1,1 1,0 0,0 0,0-1,1 1,-1 1,1-1,-1 0,1 1,0-1,0 1,0 0,1 0,-1 0,0 0,1 1,-1-1,1 1,-1 0,1 0,0 0,3 0,15-2,-1 1,1 0,0 2,0 0,4 2,-2-1,36 2,-29 0,0-1,1-2,-1-1,1-2,-1-1,24-6,13-7,27-2,-44 11,-1-3,-1-2,19-9,15-18,-59 27,0 1,24-7,-40 16,0 1,0-1,0-1,0 0,-1 0,0 0,1-1,-2 0,1 0,-1-1,6-6,-8 7,-1 0,0 0,0-1,0 1,-1-1,1 0,-1 1,-1-1,1 0,-1 0,0 0,0-1,-1 1,0 0,0 0,-1-4,1 5,-1 1,1-1,-1 1,0 0,0 0,-1-1,1 1,-1 0,0 0,0 0,0 1,-1-1,0 0,1 1,-1 0,0 0,-2-2,-1 0,-1 0,1 1,-1 0,0 0,0 0,-1 1,1 0,-1 1,-3-1,-16-3,0 1,-1 2,1 1,-1 1,-3 1,-714 5,711-5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31.65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2 700,'0'44,"-1"-21,1-1,1 1,1 0,2 10,-2-25,0-1,1 1,-1-1,1 0,1 0,-1 0,1 0,1 0,-1-1,1 1,0-1,1-1,-1 1,6 4,24 15,0-1,2-1,0-2,1-2,10 2,-27-13,-1-1,2-1,2 0,-4-2,0 2,0 0,17 8,-15-4,1-1,0-2,0 0,1-2,0 0,0-2,15 0,42 0,52-7,-15 1,-104 3,0-1,-1 0,1-1,-1 0,1-1,-1-1,0 0,0-1,0 0,8-6,-12 6,0-1,-1 0,1 0,-1-1,-1 0,0-1,0 1,0-2,-1 1,0-1,0 1,-1-2,-1 1,2-4,30-57,-27 56,-1-1,-1 1,0-1,-1 0,-1-1,0 1,1-12,0-29,-3-1,-2 0,-3 0,-5-24,6 68,-2-1,0 1,0 0,-1 0,-1 0,0 1,-1 0,0 0,-1 0,0 1,-1 0,0 0,-1 1,0 0,-1 0,0 1,0 0,-1 1,0 1,-1-1,1 2,-1-1,-1 2,1 0,-1 0,0 1,0 0,0 2,0-1,-2 1,-31-1,-1 2,0 2,-5 3,48-4,0 1,0 0,0 0,0 0,0 0,0 1,1 0,-1 0,0 0,1 0,-1 0,1 1,0-1,0 1,0 0,0 0,1 0,-1 0,1 0,-1 1,1-1,0 1,1 0,-1 0,1-1,-1 1,1 0,0 0,1 0,-1 4,-2 15,1 0,1 1,2-1,0 0,2 5,0 15,0 101,-3-796,0 618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26.45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721 5,'-125'-2,"26"-1,-68 9,161-5,-1-1,1 1,0 1,0-1,0 1,0 0,0 1,0-1,0 1,1 0,-1 1,1-1,0 1,0 0,0 1,1-1,-4 5,-2 5,1 0,1 0,0 1,1 0,0 0,0 6,-14 28,11-26,0 0,2 1,0 0,2 0,0 1,2 2,3-21,1 0,-1 0,2 0,-1 1,1-1,0 0,0 0,0 0,1 0,0 0,0 0,1-1,-1 1,1-1,1 0,-1 1,1-1,0-1,0 1,0-1,0 1,1-1,0 0,0-1,0 1,0-1,1 0,9 5,0 0,1-1,1-1,-1 0,1-2,15 3,18 1,35-1,-32-3,-19 1,-1 1,16 6,-4-1,-33-9,0 1,0 1,0 0,0 0,-1 2,1-1,-1 1,-1 1,1 0,-1 0,0 2,-4-3,0 0,-1 0,0 0,0 1,-1 0,1 0,-1 0,-1 1,0-1,0 1,0 0,-1-1,0 1,0 1,-1-1,0 0,-1 1,2 39,-2 1,-2-1,-2 3,3-46,0 1,0-1,-1 0,1-1,-1 1,0 0,-1 0,1-1,-1 1,0-1,0 0,0 0,0 0,-3 2,-1 1,-1-1,0 0,-1 0,0 0,0-1,0-1,-4 3,-9 1,-1 0,0-2,0 0,-1-1,1-2,-5 0,-10 1,0-1,0-3,-1 0,1-3,0-1,-3-3,29 4,-1-1,1-1,0 0,0 0,0-1,1-1,0 0,0 0,1-1,0-1,-2-2,-10-13,1-1,1 0,-15-27,-7-13,24 34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29.52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0,'0'627,"2"-591,3 0,0 0,3 0,1 0,1-1,6 9,-13-34,1 1,1-1,0 0,0-1,1 1,0-1,1 0,7 7,3 1,1-2,0 0,13 8,-7-6,1-1,18 9,-32-19,0-2,0 0,0 0,1-1,-1-1,1 1,0-2,3 0,1 1,2 0,1-1,-1 0,0-1,0-1,0-1,0 0,0-2,8-2,-21 3,0 0,0 0,0-1,-1 0,1 0,-1 0,0 0,0-1,-1 1,1-1,-1 0,0 0,0 0,-1-1,1-2,8-18,-1-1,3-19,-7 27,2-14,-1 0,-2 0,-1-1,-1-21,-5-139,-1 67,3-185,0 279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31.25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 1,'-2'173,"-1"4,9 8,12-53,-9-85,-3 0,-1 17,-4-29,-1-11,0-1,2 1,1-1,1 0,2 3,3 18,-2 0,-2 0,-1 1,-3 0,-2 20,0-31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34.68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29 0,'4'4,"1"-1,-1 1,1-1,0 0,0 0,0-1,0 0,0 0,1 0,-1 0,1-1,1 1,75 6,-6 0,-58-3,0 1,0 1,-1 1,0 1,0 0,-1 1,0 1,-1 0,0 1,-1 1,0 0,7 11,-15-14,-1-1,-1 1,1 0,-1 0,-1 1,0-1,-1 1,0 0,0 0,-1-1,-1 1,0 5,0-3,0 0,-1 0,0-1,-1 1,-1 0,0-1,-1 1,0-1,-1 0,-2 3,1-5,-1-1,0-1,-1 1,0-1,0-1,-1 1,0-1,0-1,0 0,-1 0,0-1,-1 0,-16 8,-1-2,0-1,-29 7,-169 33,322-47,-50-4,-14 0,-1 1,1 1,2 2,-25-2,1 1,-1 0,0 1,0 0,0 0,0 1,0 0,-1 0,1 1,-1 0,0 1,1 1,3 5,-1 0,0 0,-1 1,0 0,-1 1,0 0,-1 1,-1 0,0 0,1 8,9 26,-3 2,4 32,16 45,-21-88,-2 0,-2 1,1 20,-8-28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36.97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187 1328,'-1'-43,"-2"0,-2 0,-1 1,-2-1,-3 1,-6-15,9 25,1-1,2 0,1 0,1-18,-1-2,-13-41,11 67,1 0,-1-23,6-93,1 80,-4-41,1 94,0 1,0-1,-1 1,-1 0,1 0,-1 0,-1 0,1 1,-2-1,1 0,0 0,0 0,1-1,0 1,1-1,-3-9,6 17,-1-1,1 1,0 0,0 0,0 0,0 0,0 0,0 0,1-1,-1 1,1 0,-1 0,1 0,0 0,0 0,0 1,0-1,0 0,0 0,1 0,0 0,1-1,0 1,0 0,0 0,0 0,0 0,1 0,-1 0,1 1,0 0,-1 0,4-1,12-1,0 1,0 0,0 2,15 1,-20-1,107 5,-31-1,0-4,7-4,-11-14,-12 2,-44 13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38.22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1,'7'0,"8"0,9 0,7 0,4 0,3 0,2 0,1 0,0 0,0 0,-1 0,0 0,-1 0,-6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41.20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1448,'0'-901,"1"881,0-1,2 1,1 0,0 0,1 0,1 1,1 0,6-11,17-30,36-54,-34 60,-25 43,1 0,0 1,1 0,0 0,0 0,1 1,0 1,1 0,0 0,0 1,0 0,2 0,-9 5,1 0,-1 0,0 1,1-1,-1 1,0 0,1 0,0 1,-1-1,1 1,-1 0,1 0,0 0,-1 1,1 0,-1 0,1 0,-1 0,0 1,1-1,-1 1,0 0,0 1,0-1,0 1,-1-1,1 1,-1 0,1 1,-1-1,0 0,0 1,-1 0,1 0,-1 0,1 1,6 13,-2 0,0 0,0 1,-2 0,-1 0,0 0,-1 3,19 73,-12-59,-2 1,0-1,-3 1,-1 0,-2 4,-3 190,-3-89,3-88,0-25,1 0,1 0,1 0,2-1,0 1,3 1,24 107,-13-49,-12-56,-1-4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42.60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1,'6'0,"10"0,8 0,6 0,6 0,2 0,2 0,1 0,0 0,-1 0,0 0,0 0,-7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45.60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590 239,'0'-10,"0"1,-1 0,0-1,-1 1,0 0,0 0,-1 0,0 0,-1 1,0-1,0 1,-1 0,0 0,0 0,-1 1,0 0,0 0,-1 0,0 1,-4-3,0 1,-1 0,0 1,-1 1,0 0,0 0,0 1,-1 1,1 0,-1 1,0 1,0 0,0 1,-6 0,5 0,0 1,-1 1,1 0,0 1,0 1,0 0,-5 3,12-3,1 0,0 0,0 1,0 0,1 0,-1 0,1 1,0 0,0 1,1-1,0 1,0 0,0 0,1 1,-2 2,-7 10,2 1,0 0,1 1,1 0,0 1,2 0,1 0,1 1,0-1,2 1,1 1,1 383,4-185,-3-205,2 0,0 1,0-1,2 0,0 0,1-1,1 1,0-1,2 0,-1-1,2 0,0 0,1 0,0-1,1-1,1 0,-2-5,-1 0,1-1,0-1,0 1,12 3,18 13,-14-7,0-1,0-2,1 0,6 0,-18-7,0-2,0 0,0-1,0 0,1-1,-1-1,1-1,14-1,-25 1,0-2,0 1,0 0,0-1,0 0,-1 0,1-1,-1 1,1-1,-1 0,0 0,0-1,0 1,0-1,-1 0,1 0,-1 0,0 0,0-1,-1 1,1-1,-1 1,0-1,0 0,-1 0,1-3,4-12,-1-1,-1 1,0-1,-2 0,0-19,-2 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49.72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638 284,'1'-44,"0"22,0-1,-2 0,0 0,-5-21,5 39,0 0,0 0,0 1,-1-1,0 1,0-1,0 1,0 0,-1 0,0 0,0 0,0 0,0 1,0-1,-1 1,1 0,-1 0,0 0,0 0,0 1,-1 0,1 0,0 0,-1 0,0 0,-24-3,-1 1,1 1,-1 2,1 0,-1 3,-16 2,-41 1,79-5,-13-1,0 2,1 0,-1 2,0 0,-17 6,33-7,0-1,0 1,0 0,1 1,-1-1,1 1,-1 0,1 0,0 1,0-1,0 1,1 0,-1 0,1 0,0 0,0 1,1-1,-1 1,1 0,0-1,0 1,0 0,1 0,0 1,-1 2,-2 38,1-1,2 1,3-1,2 10,1 64,-5-111,0 1,1-1,0 1,0-1,1 0,0 1,0-1,1 0,0 0,0-1,3 6,-3-9,1 1,-1-1,1-1,-1 1,1 0,0-1,1 0,-1 0,0 0,1 0,0-1,-1 0,1 0,0 0,0 0,0-1,1 0,-1 0,2 0,21 2,1-2,-1 0,25-4,47 1,-73 9,-27-7,0 0,1 1,-1-1,0 0,0 1,0-1,0 0,0 1,0-1,0 1,0-1,0 0,0 1,0-1,-1 0,1 1,0-1,0 0,0 1,0-1,0 0,-1 1,1-1,0 0,0 0,-1 1,1-1,0 0,0 0,-1 1,1-1,0 0,-1 0,1 0,0 0,-1 1,1-1,0 0,-49 21,28-14,4-2,-1 1,1 1,0 1,0 0,-5 4,16-7,0-1,1 1,-1 0,1 0,0 0,1 1,-1 0,1 0,0 0,1 0,-1 1,1 0,1-1,-1 1,0 6,-4 19,2 1,1 0,2 0,2 1,0-1,2 0,4 12,-4-36,0 0,0 0,1 0,1-1,0 1,0-1,0 0,1 0,0 0,1-1,0 0,0 0,0 0,1-1,12 12,0-1,2-2,0 0,9 5,-12-10,0-1,1 0,0-2,1 0,0-1,0-1,0-1,7 1,24 0,1-2,35-2,-53-2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52.52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1259,'0'-979,"1"960,1-1,1 1,1 0,1 0,0 0,1 1,1-1,1 2,0-1,6-6,-10 18,0 1,0 0,0 0,1 0,0 1,0 0,0 0,0 0,1 0,-1 1,1 0,0 0,0 1,0-1,1 1,-1 1,0-1,1 1,-1 0,1 0,-1 1,5 0,7 0,1 0,-1 1,1 1,-1 1,0 0,0 2,9 3,-18-5,-2 1,1 0,0 1,-1 0,0 0,0 1,0 0,-1 0,0 0,0 1,0 0,-1 0,0 0,-1 1,1 0,13 27,-1 0,11 36,-3-6,-9-27,-2 1,-2 1,-1 0,-2 1,2 30,-3 17,-4 0,-4 15,1-83,1 0,1 0,1 0,1-1,1 1,0-1,4 5,0 4,-1 1,4 24,13 47,-17-74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1,'6'0,"9"0,16 0,8 0,5 0,1 0,7 0,1 6,4 3,7-1,-2-1,2-3,-3-1,-5-1,-6-1,-4-1,-4-1,-9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55.7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0,'2'0,"-1"1,0-1,1 0,-1 1,0-1,0 1,1 0,-1-1,0 1,0 0,0 0,0 0,0 0,0 0,0 0,0 0,-1 0,1 0,0 0,0 0,-1 0,1 1,-1-1,1 1,13 38,-10-25,18 59,-3 1,2 26,9 42,-25-121,12 42,-3 1,-2 1,-4 0,0 42,-9-49,0-17,1 1,2-1,2 0,2 0,5 15,-4-30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5:58.49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3,'86'-1,"-14"-1,41 6,-92 0,0 0,0 1,0 2,-1 0,0 1,0 0,-1 2,0 1,-1 0,7 6,-18-11,0 0,1 1,-2 0,1 0,-1 1,0 0,-1 0,0 0,0 1,-1 0,0 0,-1 0,1 0,-2 0,2 7,0 6,-1-1,0 1,-2 0,0 0,-2 0,-1 10,1-26,0 1,0 0,0-1,-1 1,0-1,0 1,-1-1,0 0,0 0,0 0,-1 0,0-1,0 0,0 1,-1-1,0-1,0 1,0-1,0 1,-1-2,1 1,-5 2,-12 4,-1-1,0-1,0-1,0-1,-19 2,-60 18,101-26,0 1,0-1,0 0,0 1,0-1,0 1,0-1,0 1,0-1,0 1,0 0,0 0,0-1,0 1,0 0,1 0,-1 0,0 0,1 0,-1 0,1 0,-1 0,1 0,0 0,0-1,1 1,-1 0,0 0,0-1,1 1,-1 0,1 0,-1-1,0 1,1 0,-1-1,1 1,0 0,-1-1,1 1,-1-1,1 1,0-1,-1 1,1-1,0 0,52 24,-45-21,7 2,-1 2,-1-1,1 2,-1 0,0 1,-1 0,0 0,-1 2,0-1,0 1,-1 1,0 0,-1 1,-1-1,0 2,5 12,54 84,-38-64,13 29,-36-61,0 1,-2-1,0 1,-1 0,0 1,0 5,10 48,-5-44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6:01.25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400 121,'0'-5,"-1"1,1-1,-1 0,-1 1,1-1,-1 1,1-1,-1 1,0 0,-1 0,1 0,-1 0,0 0,0 1,0-1,0 1,0 0,-1 0,0 0,0 0,1 0,-2 1,1 0,0 0,0 0,-1 0,1 1,-1 0,-1-1,-14-3,-1 0,0 1,0 1,0 1,-19 1,32 1,1 0,-1 0,1 1,-1 0,1 0,0 1,0 0,-1 0,1 1,1 0,-1 0,0 1,-1 0,3 0,1 0,-1 0,1 0,0 1,0 0,0-1,1 1,-1 1,1-1,1 0,-1 1,1-1,0 1,0 0,0 0,0 4,-2 14,0 0,2 0,1 1,0-1,2 1,2 8,-1-17,1 0,0 0,1 0,0-1,2 1,0-1,0 0,1-1,1 0,1 1,-3-9,-1 1,2 0,-1-1,1 0,0-1,0 0,1 0,-1 0,1-1,0 0,2 0,38 23,-46-26,0 1,0-1,0 1,0-1,0 1,0 0,0 0,0 0,-1 0,1 0,-1 0,1 0,-1 1,0-1,0 1,0-1,0 1,-1-1,1 1,-1-1,1 1,-1-1,0 1,0 0,0-1,0 1,0-1,-1 1,1 0,-1-1,0 1,0-1,0 1,0-1,-1 2,-6 10,-1-1,0 0,0 0,-2-1,-9 10,-12 14,16-14,0 2,2 0,0 0,2 1,1 1,-1 4,7-16,1 1,0-1,1 1,1-1,0 1,1 0,1 0,0 0,1 0,0 0,2 0,1 5,-1-10,1 1,1-1,0 1,1-1,0-1,0 1,1-1,0 0,0-1,1 0,1 0,-1 0,1-1,0 0,1-1,0 0,0-1,0 0,0 0,1-1,3 0,10 5,0-2,1-2,0 0,0-1,0-1,0-2,1 0,-1-2,3-1,-22 1,1 0,-1 0,0-1,0 0,0 0,0 0,0-1,-1 0,5-3,15-11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6:03.9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1177,'0'-1018,"0"1013,0-1,0 0,0 1,1-1,-1 1,1-1,1 1,-1 0,1-1,0 1,0 0,0 0,1 0,0 0,0 1,0-1,0 1,1 0,0 0,0 0,0 0,0 0,1 1,-1 0,1 0,0 0,0 1,0-1,0 1,0 1,0-1,1 0,16-4,-1 1,1 1,0 1,0 1,0 0,1 2,-1 1,16 2,-33-2,-1 0,0 0,0 0,0 0,0 0,0 1,-1 0,1 0,0 0,-1 0,1 1,-1-1,0 1,0 0,0 0,0 0,0 0,-1 0,1 1,-1-1,0 1,0 0,1 3,4 12,0 0,-2 0,0 0,1 17,7 24,-2-12,-1 1,-3 0,-2 0,-2 12,0-8,15 74,-10-79,-2 0,-2 12,-5 27,0-57,0 0,2 0,2 0,0 0,2-1,1 1,9 32,-9-33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6:05.28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42,'7'0,"9"-7,8-2,13 1,8 1,2 2,0 2,-2 1,-1 2,-2-1,-1 2,-2-1,-6 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5.1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1374,'10'-2,"0"1,-1-2,1 1,-1-1,0-1,0 0,0 0,0-1,0 0,-1 0,5-5,35-18,38-18,9-11,17-9,-67 46,-37 17,1 0,-1-1,0 0,1-1,-2 1,1-2,1-1,15-11,0 1,1 1,1 1,15-5,-8 3,-1-1,14-12,0 2,-38 24,1-1,-1 1,0-1,0 0,-1-1,0 0,0 0,0-1,0 0,-1 0,-1 0,1-1,-1 0,-4 6,-1 0,1 0,-1 0,1 0,-1 0,0 0,0-1,0 1,0 0,0 0,-1 0,1 0,-1 0,1 0,-1 0,0 0,0 1,1-1,-1 0,-1 0,1 0,0 1,0-1,-1 1,1-1,-1 1,1-1,-1 1,1 0,-1 0,0 0,0 0,0 0,-11-7,-1 1,0 1,0 0,-7-2,-3-1,-17-6,-1 2,0 2,0 2,-12 0,24 3,-15-1,31 6,-1-1,0 0,1-1,0-1,0 0,0-1,0-1,0 0,-10-7,22 12,1 1,-1-1,1 0,-1 0,1 0,0 0,0 0,-1-1,1 1,0 0,0 0,0-1,0 1,0-1,1 1,-1-1,0 1,1-1,-1 0,1 1,-1-1,1 0,0 1,0-1,-1 0,1 1,1-1,-1 0,0 0,0 1,1-1,-1 0,1 1,-1-1,1 1,0-1,-1 1,1-1,0 1,0-1,0 1,0 0,0-1,1 1,-1 0,0 0,1 0,-1 0,0 0,1 0,8-6,0 0,0 2,1-1,0 1,0 0,8-1,6-4,-1-1,-1-1,0 0,20-16,-22 14,2 0,-1 2,2 0,23-8,-29 16,0-2,-1 0,1-1,-1-1,-1-1,1 0,-2-1,1-1,3-4,21-14,-27 20,0 0,0-1,-1 0,0-1,6-7,-16 16,0 0,-1 0,1 0,-1-1,1 1,-1 0,0 0,0-1,0 1,0-1,0 1,-1-1,1 1,-1-1,1 0,-1 1,0-1,0 1,-1-1,1 0,0 1,-1-1,1 1,-1-1,0 1,0-1,0 1,0 0,0-1,-1 1,1 0,-1 0,1 0,-2-2,-4-2,0 0,0 0,0 1,-1-1,1 2,-1-1,-1 1,1 0,0 1,-1 0,0 0,0 1,0 0,0 0,-5 1,-26-3,1 2,-1 2,-2 2,4-1,-469 2,350-3,124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1:58.94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5 269,'-2'139,"-1"-32,9 77,-5-178,-1-1,1 0,0 1,0-1,0 0,0 0,1 0,0 0,0 0,1 0,-1-1,1 1,0-1,0 1,1-1,-1 0,1-1,0 1,2 2,2-2,-1-1,0 1,1-1,-1 0,1-1,0 0,0 0,0-1,0 0,0 0,0-1,4 0,0 1,-1-1,1-1,-1 0,1 0,-1-1,0 0,1-1,-1-1,0 0,2-1,-6 1,0-1,0 1,0-1,-1 0,0-1,0 0,-1 0,1 0,-1 0,-1-1,1 0,-1 0,0 0,-1 0,1-1,1-7,0 0,-1-1,0 1,-1-1,-1 1,0-7,10-55,-3 59,0 25,3 38,-8-29,-1-8,1 0,0-1,0 1,1-1,0 0,0 0,1 0,0-1,0 0,0 0,1 0,0-1,0 0,0 0,1-1,-1 0,1 0,0-1,0 0,1 0,5 1,8 1,1 0,0-2,0 0,0-1,1-2,-1 0,16-3,-31 2,0-1,0 0,0 0,-1 0,1-1,-1-1,1 1,-1-1,0 0,0-1,-1 1,0-1,1-1,-2 1,1-1,0 0,-1 0,-1-1,1 0,-1 0,0 0,0 0,1-6,6-14,-1-1,-2 0,0-1,-2 0,1-25,9-34,-8 52,-3 0,0 0,-2-6,-3-73,-1 81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1.70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1138 626,'-138'3,"14"-1,-46-8,138 2,1-2,-1-1,1-2,-5-3,4 2,-1 0,-1 3,-19-3,27 8,0-2,-1-1,2-1,-1-1,1-1,0-1,-13-8,25 9,0-1,0-1,1 0,1-1,0 0,0 0,1-1,0-1,1 1,1-2,0 1,1-1,0 0,1-1,1 0,0 0,1 0,0 0,2-1,0 1,0-1,2 1,0-1,0-3,1 15,0 0,-1 0,1 0,1 0,-1 0,1 1,-1-1,1 0,0 1,0-1,1 1,-1-1,1 1,-1 0,1 0,0 0,0 1,1-1,-1 1,1 0,-1-1,1 2,-1-1,1 0,0 1,0-1,0 1,0 0,0 1,0-1,1 1,19-3,1 1,-1 1,1 1,-1 2,1 0,16 1,12-1,5 2,0-3,0-2,0-3,51-10,6-2,-79 12,1-1,33-10,26-5,-66 17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3.1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40 1,'-3'79,"-14"75,7-75,4-1,2 3,6 269,-2-316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5.02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1,'0'665,"0"-631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6.91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1,'511'0,"-486"1,-1 2,1 0,-1 2,4 2,1-1,0 0,22 0,265-3,-165-5,-118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09.71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0,'1291'0,"-1258"0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1.4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0,'1330'0,"-1297"0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2.95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0,'0'7,"0"8,0 16,0 8,0 5,0 2,0-1,0-2,0 0,0-2,0-1,0 0,0-1,0 0,0-1,0 1,0-7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6.95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47 230,'0'4,"-1"-1,0 0,0 0,0-1,0 1,0 0,0 0,-1 0,-1 2,-9 18,4 15,2 0,1 1,3 0,0 0,3 0,2 16,0 36,-3-76,0-4,0 1,0-1,1 0,1 1,0-1,3 11,-4-19,1 0,-1 0,1 0,0 0,0 0,0 0,0 0,1 0,-1-1,1 0,-1 1,1-1,0 0,0 0,0 0,0-1,0 1,1-1,-1 1,0-1,1 0,-1-1,1 1,2 0,30 3,1-2,0-1,0-2,0-1,13-4,-42 5,0-1,0 1,1-2,-1 1,-1-1,1 0,0 0,-1-1,0 0,0-1,0 1,0-1,-1-1,1 1,-1-1,-1 0,1-1,-1 1,0-1,4-8,-1 0,0-1,-1 0,-1 0,0-1,-1 0,-1 1,1-10,-5 24,0-1,1 0,-1 1,1-1,0 1,0 0,-1-1,2 1,-1 0,0-1,0 1,1 0,-1 0,1 0,0 0,-1 0,1 0,0 1,0-1,1 0,-1 1,1 1,-1 0,0 0,0 0,0 0,0 0,1 0,-1 0,0 1,0-1,0 1,0-1,0 1,0 0,0 0,0 0,0 0,0 0,-1 1,1-1,0 0,-1 1,1-1,0 2,33 29,-28-24,-1-1,2-1,-1 1,1-1,0 0,0-1,0 0,1 0,-1-1,1 0,1 0,-1-1,0 0,2-1,36 3,-1-2,0-2,1-2,39-6,-82 6,1 1,0-2,-1 1,1 0,-1-1,1 0,-1 0,0 0,0-1,0 1,0-1,0 0,0 0,-1 0,1-1,-1 1,0-1,0 0,-1 0,1 0,-1 0,0 0,2-5,4-12,-1 0,-1 0,-1-1,2-18,6-22,-4 16,-2 0,-2 0,-2 0,-2-1,-4-25,2 7,0 31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18.64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1,'72'3,"1"3,4 4,2 1,43-2,395-8,-244-3,-240 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1.31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3 277,'-1'-40,"0"19,0-1,2 1,1-1,0 1,1 0,2 0,-4 16,0 1,1-1,0 1,0-1,0 1,0 0,1 0,-1 0,1 0,0 0,1 1,-1-1,0 1,1 0,0 0,0 0,0 0,0 1,0 0,1 0,-1 0,0 0,1 1,0-1,-1 1,1 0,0 1,2-1,0 1,0 0,-1 0,1 1,0 0,-1 0,1 0,-1 1,1 0,-1 0,0 1,0 0,0 0,0 0,-1 1,1 0,-1 0,1 1,5 5,0 0,-1 0,0 2,-1-1,0 1,-1 0,2 4,31 36,-11-18,-28-31,0-1,0 1,1 0,-1 0,1-1,-1 0,1 1,0-1,0 0,0 0,0-1,0 1,0 0,0-1,1 0,-1 0,1 0,-1 0,1-1,-1 1,2-1,2-1,1 0,-1 0,0-1,0 0,1 0,-1-1,-1 0,1 0,5-4,34-16,1 2,1 1,0 3,2 2,23-3,-56 13,0 0,-1-1,1-1,-1-1,-1 0,13-9,-15 8,0 1,1 1,0 0,0 1,1 0,0 1,0 1,0 0,2 1,95-1,-78 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3.53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1,'1252'0,"-1219"0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27.46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1491 709,'-1291'0,"1279"0,0 0,0-1,0 0,0-1,1 0,-1-1,1 0,0-1,-1 0,2-1,-3-1,9 3,-1 0,1 0,0-1,0 0,0 1,0-1,1-1,-1 1,1 0,0-1,1 0,-1 1,1-1,0 0,0-1,0 1,1 0,0 0,0-1,0 1,0 0,1-1,0 1,0-1,1 1,-1 1,1 0,-1 0,1 1,0-1,0 0,0 1,0-1,1 1,-1-1,1 1,0 0,0 0,0-1,1 1,-1 1,1-1,-1 0,1 1,0-1,0 1,0 0,1 0,-1 0,0 0,1 1,-1-1,1 1,-1 0,1 0,0 0,3 0,15-2,-1 1,1 0,0 2,0 0,4 2,-2-1,36 2,-29 0,0-1,1-2,-1-1,1-2,-1-1,24-6,13-7,27-2,-44 11,-1-3,-1-2,19-9,15-18,-59 27,0 1,24-7,-40 16,0 1,0-1,0-1,0 0,-1 0,0 0,1-1,-2 0,1 0,-1-1,6-6,-8 7,-1 0,0 0,0-1,0 1,-1-1,1 0,-1 1,-1-1,1 0,-1 0,0 0,0-1,-1 1,0 0,0 0,-1-4,1 5,-1 1,1-1,-1 1,0 0,0 0,-1-1,1 1,-1 0,0 0,0 0,0 1,-1-1,0 0,1 1,-1 0,0 0,-2-2,-1 0,-1 0,1 1,-1 0,0 0,0 0,-1 1,1 0,-1 1,-3-1,-16-3,0 1,-1 2,1 1,-1 1,-3 1,-714 5,711-5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2:31.65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2 700,'0'44,"-1"-21,1-1,1 1,1 0,2 10,-2-25,0-1,1 1,-1-1,1 0,1 0,-1 0,1 0,1 0,-1-1,1 1,0-1,1-1,-1 1,6 4,24 15,0-1,2-1,0-2,1-2,10 2,-27-13,-1-1,2-1,2 0,-4-2,0 2,0 0,17 8,-15-4,1-1,0-2,0 0,1-2,0 0,0-2,15 0,42 0,52-7,-15 1,-104 3,0-1,-1 0,1-1,-1 0,1-1,-1-1,0 0,0-1,0 0,8-6,-12 6,0-1,-1 0,1 0,-1-1,-1 0,0-1,0 1,0-2,-1 1,0-1,0 1,-1-2,-1 1,2-4,30-57,-27 56,-1-1,-1 1,0-1,-1 0,-1-1,0 1,1-12,0-29,-3-1,-2 0,-3 0,-5-24,6 68,-2-1,0 1,0 0,-1 0,-1 0,0 1,-1 0,0 0,-1 0,0 1,-1 0,0 0,-1 1,0 0,-1 0,0 1,0 0,-1 1,0 1,-1-1,1 2,-1-1,-1 2,1 0,-1 0,0 1,0 0,0 2,0-1,-2 1,-31-1,-1 2,0 2,-5 3,48-4,0 1,0 0,0 0,0 0,0 0,0 1,1 0,-1 0,0 0,1 0,-1 0,1 1,0-1,0 1,0 0,0 0,1 0,-1 0,1 0,-1 1,1-1,0 1,1 0,-1 0,1-1,-1 1,1 0,0 0,1 0,-1 4,-2 15,1 0,1 1,2-1,0 0,2 5,0 15,0 101,-3-796,0 618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7:47.42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1 675,'0'-547,"4"512,3 30,6 16,25 37,-26-36,-2 1,0 0,8 15,12 27,-14-22,2-1,1-1,2-1,8 9,-28-37,0-1,1 1,-1-1,0 1,0-1,1 0,-1 0,0 1,1-1,0 0,-1 0,1-1,-1 1,1 0,0 0,0-1,-1 1,1-1,0 0,0 1,0-1,0 0,-1 0,1 0,0 0,0 0,0-1,0 1,-1-1,1 1,0-1,0 1,-1-1,1 0,0 0,-1 0,1 0,-1 0,1 0,-1-1,0 1,0 0,1-1,-1 1,0-1,0 1,9-13,-1 0,0 0,-1-1,-1 0,2-5,5-10,103-188,-112 210,30-46,-34 52,1-1,0 1,0 0,-1-1,2 1,-1 0,0 0,0 1,1-1,-1 0,1 1,-1 0,1-1,0 1,-1 0,1 0,0 0,1 1,-2 0,-1 0,1 1,-1-1,1 1,-1-1,0 1,1 0,-1 0,0-1,1 1,-1 0,0 0,0 0,0 0,0 1,0-1,0 0,0 0,0 1,0-1,-1 1,1-1,0 0,-1 1,0-1,1 1,-1-1,0 1,9 47,-9-46,19 116,-10-78,-3 0,1 39,-4-40,2 0,2 0,2 1,5 33,11 17,-18-64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7:48.87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0,'0'705,"0"-671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7:51.67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1 896,'0'-824,"-1"816,2 0,-1 1,1-1,0 0,1 0,0-1,-1 8,-1 1,0-1,0 0,1 0,-1 0,1 1,-1-1,1 0,-1 0,1 1,-1-1,1 1,-1-1,1 0,0 1,-1-1,1 1,0-1,0 1,-1 0,1-1,0 1,1-1,-1 2,1-1,-1 0,1 0,-1 1,1-1,-1 1,0-1,1 1,-1 0,0 0,1-1,-1 1,0 0,0 0,0 0,1 0,-1 1,0-1,0 0,11 13,-1 1,0 0,6 12,17 24,-18-26,0 0,-2 1,-1 1,-2 0,3 9,-3-7,1-1,1-1,1 0,15 20,-5-11,-2 1,12 29,-16-30,2-1,0-1,10 10,0 3,-25-38,0 1,1-1,0 0,1-1,0 0,5 5,-12-12,1 0,0-1,-1 1,1 0,0-1,0 1,-1-1,1 1,0-1,0 1,0-1,0 0,-1 1,1-1,0 0,0 0,0 0,0 0,0 0,0 0,0 0,0 0,0 0,0 0,0 0,0 0,-1-1,1 1,1-1,-1 0,0 0,0 0,0 0,0 0,0-1,0 1,0 0,0-1,0 1,-1-1,1 1,-1-1,1 1,-1-1,9-58,-9 58,1-383,-4 172,3 58,0 122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7:54.87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513 144,'0'-1,"0"0,0-1,-1 1,1 0,-1 0,1 0,-1-1,1 1,-1 0,0 0,1 0,-1 0,0 0,0 0,0 0,0 1,0-1,0 0,0 0,0 1,0-1,0 0,0 1,0-1,-1 1,1 0,0-1,-41-9,29 8,-78-22,2-4,-13-10,83 31,15 5,0 1,0-1,1 1,-1 0,0 0,0 0,0 1,0 0,0-1,0 1,0 1,0-1,0 1,0-1,0 1,0 0,0 0,1 1,-1-1,0 1,1 0,-4 2,3-1,1 1,-1 0,1 0,0 0,0 1,0-1,1 1,-1-1,1 1,0 0,0 0,1 0,0 0,-1 0,2 0,-1 1,1 1,-2 4,1 0,1 0,0 1,0-1,1 0,1 0,0 0,0 0,1-1,1 1,4 9,-5-13,1-1,0 0,0 0,1 0,0 0,0-1,0 0,0 0,1 0,0-1,0 0,0 0,1 0,-1-1,1 0,0 0,0-1,6 2,0-1,36 13,-48-16,1 1,-1 0,1 0,0-1,-1 1,1 0,-1 1,0-1,1 0,-1 0,0 1,0-1,0 0,0 1,0-1,0 1,0-1,0 1,0 0,-1-1,1 1,-1 0,0 0,1 0,-1-1,-1 1,1-1,-1 0,1 1,-1-1,1 0,-1 1,0-1,0 0,1 1,-1-1,0 0,0 0,0 0,0 0,-1 0,1 0,0 0,0-1,0 1,-1 0,-36 19,21-12,10-5,0 1,-1 0,2 1,-1 0,1 0,-1 0,1 1,1 0,-1 0,1 0,0 1,0 0,1 0,0 0,1 0,-1 1,1-1,0 1,1 0,0 0,1 0,-1 0,1 0,1 1,0 5,-1 1,1 0,0 0,1 0,1 0,1 0,0 0,3 8,-3-16,-1 0,1 0,1-1,-1 1,1-1,0 0,1 0,-1 0,1-1,0 0,1 0,-1 0,1 0,0-1,0 0,5 3,11 3,0-1,0-1,1-1,-1-1,2-1,-1-1,23 1,2-2,0-3,0-1,21-5,-64 5,-1 1,0-1,0 0,1 0,-1 0,0-1,0 0,0 1,-1-1,1-1,0 1,-1 0,1-1,13-15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7:58.022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1 950,'0'-824,"0"817,0 0,0 0,1 0,0 0,0 0,0 0,1 0,0 1,1-1,0 0,-1 4,0 0,0 0,0 0,0 1,1-1,-1 0,1 1,0 0,0 0,0 0,0 0,0 0,0 0,0 1,1 0,-1-1,1 1,-1 1,1-1,2 0,13-2,1 0,-1 1,1 2,-1 0,10 1,-24 0,1-1,0 1,0 0,0 1,0-1,0 1,-1 0,1 1,-1-1,0 1,0 0,0 0,0 1,0 0,0 0,-1 0,0 0,0 0,1 3,2 5,0 1,-1 0,0 1,-1 0,-1 0,0 0,-1 0,0 0,0 12,-1 9,-2-1,0 1,-5 19,5-48,-1-1,0 1,0-1,0 0,-1 1,1-1,-2 0,1 0,0 0,-1-1,0 1,0 0,0-1,-1 0,0 2,-2-2,0 1,0 0,0-1,-1 0,1-1,-1 1,0-1,0-1,0 1,-6 0,8-2,0 1,0-1,1 1,-1 0,1 0,-1 0,1 1,0-1,-2 2,5-3,1 0,-1 0,0 0,0 1,1-1,-1 0,1 0,-1 0,1 0,0 1,-1-1,1 0,0 1,0-1,0 0,0 0,0 1,0-1,0 0,0 1,0-1,1 0,-1 0,0 0,1 1,-1-1,1 0,0 0,-1 0,1 0,0 0,0 0,-1 0,1 0,0 0,0 0,1 1,41 43,-32-35,0 2,0-1,-2 1,1 1,-1 0,1 4,21 39,-6-10,15 38,-27-49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0.15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1 792,'0'-629,"-1"621,1-1,1 0,0 0,0 0,0 1,1-1,1 0,-1 1,2 0,-1 0,3-5,-3 9,0 0,0 1,0-1,1 0,0 1,-1 0,1 0,0 0,1 0,-1 1,0-1,1 1,0 0,-1 0,1 1,0 0,0-1,0 2,0-1,4 0,51-3,-1 3,1 3,37 5,-91-6,0 1,0-1,0 1,0 0,0 0,-1 1,1 0,-1 0,0 0,1 1,-1-1,-1 1,1 0,0 1,-1-1,0 1,0 0,-1 0,3 3,7 14,-1 1,-1 0,-1 0,1 7,1 2,-6-13,0 0,-2 0,0 0,-1 1,0 16,-1-9,1 0,6 19,-1-13,-2 0,-2 1,-1-1,-2 6,0-6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1.26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40,'7'0,"8"0,9 0,13 0,8 0,2 0,0 0,-2 0,-1 0,-2 0,-1 0,-1-6,-1-3,0 1,-1 1,1 2,0 2,-7 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3.27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0,'0'628,"1"-608,1 0,1 0,1-1,1 0,1 1,0-2,2 1,0-1,0 0,3 1,-8-14,0 0,1 0,-1-1,1 1,-1-1,1 0,1 0,-1-1,0 1,1-1,0 0,0 0,4 2,10 3,0-1,0-1,7 1,31 12,-36-11,-1-1,2-1,-1-1,1 0,3-2,6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12.7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1 909,'0'-784,"0"778,0 0,0 0,0 1,1-1,0 0,0 0,0 0,1 1,0-1,0 1,1-1,-1 1,2-2,-1 4,0 0,0 0,1 0,-1 0,1 0,0 1,-1-1,1 1,0 0,1 0,-1 1,0-1,0 1,1 0,-1 0,0 1,5-1,46-4,0 3,1 2,-1 2,24 6,-75-8,0 1,-1 0,1-1,0 1,-1 1,1-1,0 1,-1-1,0 1,1 0,-1 0,0 0,0 1,0-1,0 1,-1-1,1 1,-1 0,1 0,-1 1,0-1,0 0,0 1,-1-1,1 1,-1-1,0 1,0 0,0 2,2 13,-1 0,-1 0,0 0,-2 0,-1 13,0-2,2-20,-1-1,0 1,0 0,-1 0,0-1,-1 1,0-1,0 0,-1 0,-3 6,4-11,0 0,0 0,-1 0,1-1,-1 1,0-1,0 0,0 0,-1 0,1 0,-1-1,1 0,-1 0,0 0,0 0,0-1,0 0,0 0,0 0,-5 0,-97-1,18-1,88 1,-1 0,0 0,0 0,0 0,0 0,0 0,0 1,0-1,0 0,0 1,1 0,-1-1,0 1,0 0,1 0,-1 0,1 0,-1 0,1 1,-1-1,1 0,-1 1,1-1,0 1,0-1,0 1,0 0,0-1,0 1,1 1,0 0,0 0,0 0,1-1,-1 1,1 0,0 0,0 0,0-1,0 1,0-1,0 1,1 0,0-1,-1 0,1 1,0-1,0 0,1 1,60 60,-48-50,0 0,-2 1,0 1,0 0,-2 1,0 0,9 17,19 71,-15-34,-14-46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14.372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1,'0'939,"0"-905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16.36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0,'4'1,"-1"0,0-1,0 1,0 1,0-1,0 0,0 1,0-1,-1 1,1 0,0 0,-1 0,0 0,1 1,0 1,36 42,-32-37,67 83,-30-41,-2 2,-3 1,-3 2,5 13,-34-49,-1 0,-1 0,-1 1,0-1,-2 1,0 0,-1 0,-1 0,-1-1,-4 20,3-31,0-1,0 0,-1 1,0-1,-1 0,1 0,-2-1,1 1,-1-1,-5 6,-62 68,58-66,-4 3,-3 2,2 2,1-1,-11 18,-52 85,66-105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19.91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45 975,'0'-3,"-1"0,0 0,1 0,-1 0,-1 0,1 0,0 0,-1 0,-1-1,-8-19,3-17,2 0,2 0,1 0,2-1,2 1,2-7,0-43,-5-30,0 31,7-53,-5 139,0 1,1-1,-1 0,1 0,-1 0,1 1,0-1,0 0,0 1,0-1,1 1,-1-1,1 1,-1 0,2-2,-2 4,-1 0,0-1,1 1,-1 0,1 0,-1-1,1 1,0 0,-1 0,1 0,-1 0,1 0,-1 0,1 0,-1 0,1 0,-1 0,1 0,-1 0,1 0,0 0,-1 0,1 1,-1-1,1 0,-1 0,1 1,17 21,-6 0,-1 0,-2 1,0 0,-1 1,-2-1,0 2,-2-1,0 8,12 62,-7-45,-2 1,0 32,-6-55,2 0,1 0,1-1,1 1,1-1,2-1,0 1,9 12,-15-32,0-1,1 0,0 0,0-1,1 1,-1-1,1 0,0 0,0-1,0 1,0-1,1 0,-1 0,1-1,0 0,0 0,0 0,0-1,0 1,0-1,1-1,4 1,2 0,0-1,0 0,0-1,0 0,0-1,0 0,0-1,0-1,-1 0,7-3,-12 3,-1 0,0 0,1-1,-2 0,1 0,0 0,-1-1,0 0,0 0,-1 0,0-1,0 1,0-1,-1 0,0 0,0 0,-1-1,0 1,0-1,-1 1,0-2,4-25,-2-1,-1 0,-2 0,-2-4,1 0,-2-535,3 541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23.379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552 122,'0'-5,"-1"1,1-1,-1 0,0 1,-1-1,1 1,-1 0,0-1,0 1,0 0,-1 0,0 0,1 0,-1 1,0-1,-1 1,1 0,-1 0,1 0,-1 0,0 0,0 1,0 0,0 0,-1 0,1 0,-1 1,1-1,-3 1,-13-5,-1 2,0 0,0 1,0 1,-19 1,17 1,4-1,1 1,-1 0,1 2,0 0,-7 3,20-4,0 0,0 1,0 0,0 0,1 1,-1-1,1 1,-1 0,1 0,0 0,0 1,1-1,-1 1,1 0,-1 0,1 0,0 0,1 1,-1-1,1 1,-1 2,-2 8,0 1,2 1,-1-1,2 0,0 1,1-1,1 6,1 24,2 0,2 1,-5-43,1 1,0 0,1-1,-1 1,1-1,-1 0,1 1,0-1,1 0,-1 0,1 0,0-1,0 1,0-1,0 1,1-1,-1 0,1 0,3 1,5 3,1 0,1-1,-1 0,1-1,6 1,-20-6,1 0,-1 0,0 0,1 0,-1 0,0 0,0 1,1-1,-1 0,0 0,0 0,1 1,-1-1,0 0,0 0,0 1,1-1,-1 0,0 0,0 1,0-1,0 0,0 1,1-1,-1 0,0 1,0-1,0 0,0 0,0 1,0-1,0 0,0 1,0-1,0 0,0 1,-1-1,1 0,0 1,0-1,0 0,0 0,0 1,-1-1,1 0,0 0,0 1,0-1,-1 0,1 0,0 1,0-1,-1 0,1 0,0 0,0 0,-1 1,1-1,0 0,-1 0,1 0,0 0,-1 0,1 0,0 0,-1 0,1 0,-30 17,21-13,-5 4,-5 1,1 2,0 0,1 1,0 0,1 1,-2 3,14-11,0-1,0 1,0 0,1 1,0-1,0 0,0 1,1 0,0 0,0-1,0 1,1 0,0 1,0-1,0 0,1 0,0 0,0 1,0-1,1 0,0 0,0 0,1 1,1 2,0 0,0 0,1 0,0 0,1-1,0 1,0-1,1 0,0-1,0 1,1-1,0 0,0-1,1 0,0 0,0-1,0 0,0 0,6 2,14 5,1-1,0-1,1-1,0-2,15 2,23 6,-41-8,1-1,-1-1,17 0,31-4,-41-1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30.79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645 5,'-125'-3,"26"1,-68 8,154-5,0 1,1 1,-1 0,1 1,0 0,0 1,0 0,0 1,1 0,0 1,0 0,1 1,0 0,0 0,-7 10,12-13,0 1,1 0,-1 1,1-1,0 1,1 0,0 0,0 0,0 0,1 1,0-1,0 1,1-1,0 1,1 0,-1 0,1-1,1 1,0 0,0-1,0 1,1-1,0 1,0-1,1 0,2 6,-1-7,-1 0,1-1,0 1,1-1,-1 1,1-1,0-1,0 1,1-1,-1 0,1 0,0 0,0-1,20 11,0-2,19 5,20 11,-47-19,13 5,0 3,-2 0,0 2,14 12,-35-24,0 0,-1 0,0 1,0-1,-1 2,0-1,0 1,-1 0,0 0,-1 0,0 1,0-1,-1 1,-1 0,1 0,-2 0,1 4,0 0,-1-1,-1 1,0-1,-1 1,-1-1,0 1,-3 8,4-17,0-1,-1 0,0 1,0-1,0 0,0 0,-1 0,0 0,1-1,-1 1,-1-1,1 1,0-1,-1 0,0 0,1-1,-1 1,0-1,0 0,-1 0,1 0,0-1,-5 2,-19 2,-1-2,0 0,1-2,-1-2,-28-3,-14 0,63 5,0-1,0 0,0-1,0 0,1 0,-1-1,0 0,1 0,0-1,-1 0,1 0,0-1,0 0,1 0,-1 0,1-1,0 0,0 0,1-1,-1 0,1 0,-3-4,-6-9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34.19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551 1,'-33'0,"-3"-1,0 2,0 2,-3 1,28-2,0 0,1 1,-1 0,1 1,-1 0,1 1,0 0,1 0,-1 1,1 0,0 1,-1 1,5-2,0 0,0 0,1 0,0 1,0-1,0 1,1 0,0 1,0-1,1 0,0 1,0-1,1 1,0 0,0 3,-1 13,2 0,0 0,2 0,2 9,-3-26,0-1,1 1,0 0,0-1,1 1,0-1,0 0,1 0,-1 0,1 0,1 0,-1-1,1 0,0 0,0 0,0-1,1 1,0-1,-1 0,7 2,13 6,1 0,0-2,0-1,19 3,-4 0,-22-6,0 0,0 2,-1 0,0 1,0 0,-1 2,5 4,-14-9,-1 1,0-1,-1 1,1 0,-2 1,1-1,-1 1,0 0,0 1,-1-1,0 1,-1 0,0 0,0 0,-1 0,0 5,1 2,-1-1,-1 0,0 1,-1-1,-1 0,0 1,-1-1,-1 1,1-8,-1 0,1-1,-1 1,0-1,-1 0,0 0,0 0,0 0,-1-1,0 0,0 0,-1 0,1-1,-1 1,-1-1,-1 1,-6 2,-1 1,1-2,-1 0,0-1,-1-1,0 0,1-1,-2-1,1 0,-8 0,-31 0,0-2,-28-5,-16 1,93 3,-1 0,1-1,-1 1,1-1,-1 0,1-1,0 0,-1 0,1 0,0 0,0-1,2 0,-1-1,1 1,0 0,1-1,-1 0,1 0,-1 0,1 0,0-1,1 1,-1-1,1 0,0 0,0-1,-5-13,1-2,0 1,2 0,1-1,0 0,1-10,0-4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4.682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6 1,'-3'166,"0"-23,10 60,11-82,-10-80,-2 1,0 25,-6-29,1-5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5.7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80,'16'-2,"1"0,-1 0,0-2,0 0,2-1,28-7,30-5,1 5,0 2,1 4,21 3,94 5,-160-2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7.18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0,'0'1056,"0"-1022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09.48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1020,'0'-745,"1"732,0 1,0-1,1 0,1 1,0-1,1 1,0 0,1 0,0 0,1 1,0 0,1 0,0 0,1 1,0 0,1 1,1-2,-2 4,-1 1,1-1,0 2,0-1,0 1,1 0,0 1,0 0,0 0,0 1,1 0,-1 1,1 0,0 0,-1 1,1 0,0 1,0 0,0 1,0 0,-1 0,8 3,-12-3,1 1,-1 0,0 0,0 1,0-1,0 1,0 0,-1 0,1 1,-1 0,0-1,0 1,0 0,-1 1,2 2,1 2,0 1,-1-1,-1 1,1 1,-2-1,1 1,1 9,1 19,-1-1,-2 1,-2 0,-2 6,1-38,-3 139,-1-34,10 100,9-149,-7-38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08T01:28:36.80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0,'7'0,"8"0,9 0,7 0,4 0,4 0,1 0,1 0,0 0,-1 0,1 0,-2 0,1 0,-1 0,0 0,0 0,0 0,-7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19:55.87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0,'755'0,"-732"1,-1 2,42 9,-39-7,44 5,82-10,29 1,-93 14,-58-9,43 3,72-7,-115-2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0:02.09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0,'1543'0,"-1510"0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0:05.22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45,'1312'0,"-1292"-1,1-1,-1-1,23-7,-20 5,41-5,-12 10,-37 0,0 0,0 0,0-2,18-3,-13-1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0:08.54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94,'4'-3,"0"0,1 1,-1-1,0 1,1 0,-1 1,1-1,0 1,-1 0,1 0,0 0,6 0,8-2,211-33,249 4,292 34,-730 0,62 11,-58-6,47 1,68-8,-60-2,125 15,-48 2,219-9,-228-8,-131 4,65 12,14 1,51 4,-86-10,0-4,98-6,-58-1,1006 2,-1101-1,1-2,35-8,-31 5,35-2,23 8,-61 2,0-2,0-1,34-6,-57 6,1-1,-1 1,1-1,-1 0,0-1,1 1,4-4,5-6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0:26.09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0 279,'1582'0,"-1548"2,61 11,15 1,299-12,-211-4,-77 1,136 3,-101 13,46 2,424-18,-589 2,63 13,-3-1,278-8,-210-7,-138 1,-14 1,1-1,-1 2,1 0,20 4,-30-4,-1 0,0 0,1 0,-1 1,0-1,0 1,0 0,0 0,0 0,0 0,-1 0,1 1,-1-1,1 1,-1-1,0 1,0 0,0 0,-1 0,1 0,-1 1,3 4,0 13,-1 0,0 0,-1 1,-2-1,0 0,-3 22,0 0,3-34,0 0,-1 0,0 0,-1 0,0 0,-1 0,0 0,0-1,-8 15,5-9,0 1,0-1,1 1,1 0,1 1,0-1,1 1,0 28,-1-5,3-36,0-1,-1 1,1 0,0 0,-1-1,0 1,0 0,0-1,0 1,0-1,0 1,0-1,-1 0,0 1,1-1,-1 0,0 0,0 0,0 0,0-1,0 1,0 0,-1-1,1 1,-1-1,1 0,-1 0,1 0,-1 0,0 0,1-1,-1 1,-5-1,-6 0,1 0,-1-1,0-1,0 0,-19-6,18 4,-163-28,27 5,103 19,-1 1,-52 0,-100 9,69 0,47-3,15-1,1 4,-83 11,77-2,-94 0,-77-12,96-1,-518 2,640 2,1 1,0 1,0 1,0 1,-28 12,21-8,10-5,-1 0,0-2,1-1,-39-1,33-1,0 1,-42 8,18 0,-99 3,-57-13,74-1,-592 2,722 0,0 0,-1 0,1-1,0 0,0 0,0 0,0-1,0 0,0 0,-7-4,11 4,0 1,0-1,0 0,0 1,0-1,1 0,-1 0,1 0,-1 0,1 0,0-1,0 1,0 0,0-1,0 1,0 0,1-1,-1 1,1-1,0 1,-1-1,1 1,0-1,1 1,-1-1,0 1,1-1,0-2,11-45,-5 25,-2 0,3-38,-6-223,-4 141,2 139,0-1,1 1,-1 0,1-1,0 1,3-7,-3 11,-1 0,1 0,1 0,-1 0,0 0,0 0,1 0,-1 0,1 1,0-1,0 1,-1-1,1 1,0-1,0 1,0 0,0 0,0 0,5-1,13-3,1 2,0 0,0 2,0 0,0 1,30 4,8-1,722 1,-422-6,-327 0,-1-1,35-7,44-6,-51 10,92-22,-13 2,-67 14,87-8,-34 5,2 1,25-2,-34 3,247 8,-200 7,78-2,-227-1,-1-1,0 0,0-1,0 0,0-2,14-5,37-11,16 4,0 4,116-4,168 17,-165 2,-189-2,0 0,0 1,0 0,0 0,21 7,-27-6,0 0,0 1,0-1,-1 1,0 0,1 0,-1 1,0-1,-1 1,1 0,-1 0,1 0,-1 0,4 8,1 4,-1 0,0 1,-1 0,4 20,-4-16,0-1,15 33,-13-38,-1 0,0 0,-1 0,0 1,-1 0,-1 0,-1 1,2 23,-4 250,-4-127,2-143,-1 1,-1-1,-1 0,-1 0,-13 34,4-9,9-27,2-1,-3 28,6-35,-1 1,0 0,-1-1,0 1,-1-1,0 1,0-1,-1 0,-1 0,-6 11,6-13,0-2,-1 1,1-1,-1 0,0 0,-1 0,1-1,-1 0,0 0,0-1,-1 0,1 0,-1 0,0-1,0-1,0 1,-13 1,-3-1,0 0,1-2,-1-1,0-1,-38-6,-115-34,132 27,-1 3,0 1,-88-5,-434 15,218 2,-778-2,1108 1,0 1,-36 8,-19 3,-214-8,166-7,112 3,1 1,0-1,-1 2,1 0,0 0,0 0,-13 8,8-5,-29 10,12-10,1-1,-57 2,-66-9,60 0,23 3,-64-3,128 1,-1-1,0 1,1-1,0-1,-1 1,1-1,0 0,0-1,1 0,-1 0,1 0,0-1,-7-7,-8-4,13 11,-1 0,0 0,-17-6,-16-9,25 10,1-1,0-1,-26-26,35 31,0 0,1 0,0-1,1 0,-1 0,1-1,1 1,0-1,-6-18,-24-158,32 170,-1 0,-1 0,0 0,-1 1,0-1,-1 1,0 0,-2 0,1 1,-2 0,0 1,-13-16,14 19,0-1,2 0,-1-1,1 1,1-1,0 0,0-1,-3-14,-21-66,-6-23,31 100,-1 0,-1 1,-10-20,9 22,1-1,1-1,-6-20,10 29,0 0,0 0,1-1,-1 1,1 0,1 0,-1-1,1 1,0 0,0 0,0 0,1 0,3-7,-3 8,0 1,0 0,0 0,1 0,-1 0,1 0,0 1,0-1,0 1,0 0,0-1,1 1,-1 1,1-1,-1 1,1-1,-1 1,1 0,0 0,7 0,8-1,0 0,38 3,-33 0,1127 5,-679-8,-455 1,0-1,-1-1,1 0,0-2,26-10,-21 7,0 1,31-5,80 4,-93 7,67-9,-46 1,87-1,63 11,-76 0,1049-1,-1170 2,1-1,-1 2,1 0,-1 1,0 0,20 10,-17-8,0 1,1-2,31 6,-33-9,0 0,0 1,0 1,-1 0,24 11,-35-13,0 0,0 0,0 0,0 0,0 1,-1 0,0 0,1 0,-1 0,0 0,-1 1,1-1,0 1,-1 0,0 0,0 0,0 0,0 0,-1 0,0 0,0 1,0-1,0 0,0 9,-1-10,-1 0,1 1,-1-1,0 0,0 0,0 1,0-1,-1 0,1 0,-1 0,0 0,1-1,-2 1,1 0,0-1,-5 5,-5 3,0 0,-18 11,12-9,-26 17,-1-2,-1-3,-1-1,-1-2,-71 20,80-28,1 3,-45 25,-23 11,38-26,30-12,-40 20,60-24,-1-2,0 0,-1 0,1-2,-30 5,-4 3,1 1,1 3,-59 29,29-12,16-10,-110 25,-72 0,-59 15,225-42,13-3,-84 13,-72 11,180-33,-86 25,21-9,24-6,-74 12,108-25,-80 24,27-3,65-20,-71 28,79-24,0-2,0-2,-1 0,-53 6,65-11,-1 1,1 1,0 1,-37 18,28-12,-33 11,27-13,1-2,-48 6,71-14,0 0,0-1,-1 0,1 0,0-1,-1-1,1 0,0-1,0 0,1 0,-17-8,-63-31,73 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3:58.447"/>
    </inkml:context>
    <inkml:brush xml:id="br0">
      <inkml:brushProperty name="width" value="0.4" units="cm"/>
      <inkml:brushProperty name="height" value="0.8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9420,'0'-827,"2"797,1 1,7-31,3-31,-8-298,-7 218,1 120,2 0,16-92,-10 91,-2-1,-2 0,-5-70,0 27,0-17,5-145,11 158,-7 66,2-51,-9 80,1-44,9-50,0 24,-1-80,-10-79,0 83,1-664,-2 792,0 1,-8-37,4 33,-2-39,8-58,-2-18,-1 114,-8-31,5 32,-2-37,5-273,5 172,-2-2732,2 2867,0 1,9-36,-5 32,4-50,-11-42,2-47,2 150,7-30,-5 33,-1-1,1-21,-3-165,-3 117,1 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8:11.57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15384 7619,'0'-437,"-2"397,-12-66,7 63,-2-50,9-152,1 108,-3 111,0 0,-8-31,-3-31,10 28,1 18,-9-58,2 36,3-1,4-126,0-18,-12 102,7 64,-1-46,7 21,2 29,-2 0,-10-58,0 15,4 1,5-141,3 123,-2 59,-12-66,-1 1,9-315,7 238,-2-2490,-1 2658,-1 0,0 0,-1 1,-1-1,0 1,-7-15,-9-34,14 32,1-1,-3-57,11-64,-1 48,-2 80,0-7,1 0,1 0,8-39,-3 30,-2 0,0-49,-1 25,-3 54,1 1,0-1,4-13,2-4,-8 26,0 0,0 0,0 0,0 1,0-1,0 0,0 0,0 0,0 1,-1-1,1 0,0 0,-1 0,1 1,0-1,-1 0,1 0,-1 1,1-1,-1 1,0-1,1 0,-1 1,1-1,-1 1,0-1,0 1,1 0,-1-1,0 1,0 0,1-1,-1 1,0 0,0 0,0 0,0 0,1-1,-3 2,-35-2,37 1,-179 31,58-8,96-20,-28-1,37-2,0 0,0 2,0 0,-30 7,-84 46,60-23,49-25,1 0,-1-2,-39 5,4 0,-13-1,0-2,-1-4,-76-5,27-1,70 4,-99-4,122 1,-1-2,1 0,-37-12,-75-35,93 38,-77-11,47 17,-26-5,45 3,-95-2,-60 12,73 1,-1090-2,1185 2,-68 12,-31 2,-343-15,231-3,-2716 2,2910-3,0-3,-70-16,64 10,-93-6,-327 16,241 4,-4227-2,4435 2,-61 11,-18 1,-296-11,213-5,-356 2,525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8:38.322"/>
    </inkml:context>
    <inkml:brush xml:id="br0">
      <inkml:brushProperty name="width" value="0.4" units="cm"/>
      <inkml:brushProperty name="height" value="0.8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6467 2666,'0'-400,"-1"374,-1 1,-10-40,6 34,-3-36,8-64,0-13,-13 46,-1-12,15-35,-2-22,-11 71,-2-16,13-284,4 204,-1 94,-3-110,1 203,1 0,-1 0,0 0,-1 0,1 0,-1 0,0 0,0 0,0 1,-1-1,1 1,-1 0,-1-1,1 1,0 0,-1 1,0-1,-6-4,3 3,-1 1,0 0,0 0,0 1,0 0,-1 1,1 0,-1 0,0 0,-9 1,-193 0,99 3,82-1,-17-1,-1-1,-67-11,54 2,-100-2,-65 13,82 1,-1616-2,1725 2,1 1,-1 2,1 1,-39 12,11 5,44-15,0-2,-33 9,-15-2,-62 11,52-12,31-3,-74 3,-418-12,242-1,-90 1,362 1,-1 1,-37 9,34-5,-41 2,-344-5,212-5,-251 2,419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05T13:28:54.549"/>
    </inkml:context>
    <inkml:brush xml:id="br0">
      <inkml:brushProperty name="width" value="0.4" units="cm"/>
      <inkml:brushProperty name="height" value="0.8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9650 4992,'0'-538,"-2"508,-1 0,-2 0,-16-56,-3-24,11 37,-9-85,20-2,1-5,-13 77,8 57,-2-39,6-256,3 166,-3 123,-12-67,7 62,-2-51,8-447,3 256,-2-1351,0 1626,0-1,-1 1,0 0,-3-13,3 19,0 0,0 0,0 0,0 0,-1 1,1-1,-1 0,0 1,0-1,0 1,0 0,0 0,-1 0,1 0,-1 0,-5-3,-3 0,0-1,-1 2,0 0,0 0,0 1,-24-3,-76 2,84 5,0-1,0-2,-40-7,30 1,-2 2,-54-1,-81 7,69 2,-1553-2,1628 2,-1 1,-34 8,-44 4,-290-13,206-4,-124 2,291-1,0-2,-35-7,-23-4,-82-8,84 13,0 4,-104 6,58 2,-976-3,1071 1,-60 12,0-1,-36 5,73-9,-58 2,-438-9,256-3,263 1,-67-13,-14-1,86 13,-1 2,0 1,0 1,-33 8,9 2,2 0,0-2,-98 6,-74 0,-14-1,-1020-16,1225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206066-F766-44AC-936A-C0B1BC5FA3AF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BDC1-66E6-4AAD-B404-C4B733679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19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7C65D-6ECB-428D-9290-80A4938179B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2D1D1-90BF-48D8-A717-DB0B7C6C3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7BF06-63F2-4244-8797-8B152BAE5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7249-79DA-4E4A-AEF3-6A948AED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DDF3-A249-472F-B562-57BBEFB7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0C030-24D0-463F-81A2-EC6A2244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1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A164-A4FF-42B6-B455-800739BD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561F-2F2C-4D26-A3CD-15EE352B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0065-9008-4886-9671-3B70406DF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0A6AD-D616-455D-AE6A-1996FA5C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F0E9-E7AE-40B0-8D07-51E37DE5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4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2088-9134-4301-BA7F-A2045131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8BE9A-083B-433B-96AE-1B126CB5D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D2B86-ACDF-4C9D-A2FD-019E9C481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65393-1404-4D28-A336-8215BE00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057E7-3E3E-4A39-98D0-8DC2A5890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053B-7698-4BC8-8282-7F8F3C39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9444-8383-4DB6-B618-D3D69A11B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3ECC0-2ABF-4559-89BB-29562D482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9A1A8-D22C-443D-A247-AC692F441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573C6-32C7-479C-B555-40A6BF2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A15DD-27E7-4688-A5C5-C971CBFB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3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2E84-9480-475E-9094-A2719B2A7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3F145-E40C-40F2-B6C4-9E296127B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2EDF3-6C31-43C9-8314-AB4145ABD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8BCE0-E8AB-4AEF-8D34-043BA0E3C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F5474-8766-499A-9545-DC73523D15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1C71A-5B1A-4F33-B960-20A4E73F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DB705-61C1-48AB-8E4B-A45D5EB7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2FEB11-8FAF-48BE-AE7C-007AF653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2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B453-373D-41D0-AD8D-73FC436C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93338-DC57-4494-8AB3-09F176E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F8C8C-2787-4D90-A8EF-6B4DFBD1D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376CB-BC9A-4C67-8428-1F21A0D7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2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EA44D-875D-4B0F-BD50-187FCE77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314126-E215-48CD-8678-EB1DC1A9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5DE4C-7296-4E57-938A-490CEFED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7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18F6-5F2B-4385-81C1-016C5E89A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A8864-1376-4362-ABAE-58F96A954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9A253-8DDB-4EA6-8787-A4BCA0B08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2584B-9CB5-4223-A23C-C7461449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85FCE-E6DB-494D-9871-AD2F0325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4E96B-137F-45B5-B521-E774DF88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2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A0C8-7F7E-4183-9465-BEB95884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435DA-9C44-4877-8AC1-980F5CBFD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E1723-AF9F-4388-AD3A-AC43F1347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4ABB1-FB2C-49FA-BD4E-064FBD1C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CC235-0CB5-4C96-9B00-70B8B97D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9D75F-35A4-48E5-B1A5-C0F9CDED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8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8224-B1D2-4D2D-AE49-6EB18AE00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2BCFA-924C-406D-95E1-B7AED3525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6C259-D1B6-4880-A2E8-B5768CEA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D767-1E84-42E1-8A1E-E3878F0F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191AB-D01A-4A70-98D0-E08265F4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0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5E33B-AC46-42BC-9682-C5A3D350D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5AF86-F1F3-4E4D-ABCA-9690AC6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F289F-5FD2-4CEB-90D4-F080F30B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08683-14E0-41B7-BEFB-71F2F1B7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C9FBC-0497-4B0A-A5BB-35A95955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6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0746B-2846-4B86-B7BB-10048A7F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A1214-A2EE-4735-816B-B5C165F0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3067-59C6-4B3B-888F-FC6B06F54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5C10A-46A5-4D24-B4A3-0B5291537A53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00EB1-21E0-40E3-94EB-872AD35FA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EAEA-2F09-44B9-9158-E6FC6186B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9DD58-F46F-4A66-B2A9-256E29094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4.png"/><Relationship Id="rId21" Type="http://schemas.openxmlformats.org/officeDocument/2006/relationships/image" Target="../media/image28.png"/><Relationship Id="rId34" Type="http://schemas.openxmlformats.org/officeDocument/2006/relationships/customXml" Target="../ink/ink17.xml"/><Relationship Id="rId7" Type="http://schemas.openxmlformats.org/officeDocument/2006/relationships/image" Target="../media/image21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32.png"/><Relationship Id="rId41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3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3.png"/><Relationship Id="rId40" Type="http://schemas.openxmlformats.org/officeDocument/2006/relationships/customXml" Target="../ink/ink20.xml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27.png"/><Relationship Id="rId31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image" Target="../media/image22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10.png"/><Relationship Id="rId30" Type="http://schemas.openxmlformats.org/officeDocument/2006/relationships/customXml" Target="../ink/ink15.xml"/><Relationship Id="rId35" Type="http://schemas.openxmlformats.org/officeDocument/2006/relationships/image" Target="../media/image35.png"/><Relationship Id="rId8" Type="http://schemas.openxmlformats.org/officeDocument/2006/relationships/customXml" Target="../ink/ink4.xml"/><Relationship Id="rId3" Type="http://schemas.openxmlformats.org/officeDocument/2006/relationships/image" Target="../media/image19.png"/><Relationship Id="rId12" Type="http://schemas.openxmlformats.org/officeDocument/2006/relationships/customXml" Target="../ink/ink6.xml"/><Relationship Id="rId17" Type="http://schemas.openxmlformats.org/officeDocument/2006/relationships/image" Target="../media/image26.png"/><Relationship Id="rId25" Type="http://schemas.openxmlformats.org/officeDocument/2006/relationships/image" Target="../media/image300.png"/><Relationship Id="rId33" Type="http://schemas.openxmlformats.org/officeDocument/2006/relationships/image" Target="../media/image34.png"/><Relationship Id="rId38" Type="http://schemas.openxmlformats.org/officeDocument/2006/relationships/customXml" Target="../ink/ink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.xml"/><Relationship Id="rId21" Type="http://schemas.openxmlformats.org/officeDocument/2006/relationships/image" Target="../media/image33.png"/><Relationship Id="rId34" Type="http://schemas.openxmlformats.org/officeDocument/2006/relationships/customXml" Target="../ink/ink37.xml"/><Relationship Id="rId42" Type="http://schemas.openxmlformats.org/officeDocument/2006/relationships/customXml" Target="../ink/ink38.xml"/><Relationship Id="rId47" Type="http://schemas.openxmlformats.org/officeDocument/2006/relationships/image" Target="../media/image48.png"/><Relationship Id="rId50" Type="http://schemas.openxmlformats.org/officeDocument/2006/relationships/customXml" Target="../ink/ink42.xml"/><Relationship Id="rId55" Type="http://schemas.openxmlformats.org/officeDocument/2006/relationships/image" Target="../media/image52.png"/><Relationship Id="rId63" Type="http://schemas.openxmlformats.org/officeDocument/2006/relationships/image" Target="../media/image56.png"/><Relationship Id="rId68" Type="http://schemas.openxmlformats.org/officeDocument/2006/relationships/customXml" Target="../ink/ink51.xml"/><Relationship Id="rId7" Type="http://schemas.openxmlformats.org/officeDocument/2006/relationships/image" Target="../media/image26.png"/><Relationship Id="rId71" Type="http://schemas.openxmlformats.org/officeDocument/2006/relationships/image" Target="../media/image60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9" Type="http://schemas.openxmlformats.org/officeDocument/2006/relationships/image" Target="../media/image14.png"/><Relationship Id="rId11" Type="http://schemas.openxmlformats.org/officeDocument/2006/relationships/image" Target="../media/image28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45" Type="http://schemas.openxmlformats.org/officeDocument/2006/relationships/image" Target="../media/image47.png"/><Relationship Id="rId53" Type="http://schemas.openxmlformats.org/officeDocument/2006/relationships/image" Target="../media/image51.png"/><Relationship Id="rId58" Type="http://schemas.openxmlformats.org/officeDocument/2006/relationships/customXml" Target="../ink/ink46.xml"/><Relationship Id="rId66" Type="http://schemas.openxmlformats.org/officeDocument/2006/relationships/customXml" Target="../ink/ink50.xml"/><Relationship Id="rId5" Type="http://schemas.openxmlformats.org/officeDocument/2006/relationships/image" Target="../media/image25.png"/><Relationship Id="rId61" Type="http://schemas.openxmlformats.org/officeDocument/2006/relationships/image" Target="../media/image55.png"/><Relationship Id="rId19" Type="http://schemas.openxmlformats.org/officeDocument/2006/relationships/image" Target="../media/image32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13.png"/><Relationship Id="rId30" Type="http://schemas.openxmlformats.org/officeDocument/2006/relationships/customXml" Target="../ink/ink35.xml"/><Relationship Id="rId43" Type="http://schemas.openxmlformats.org/officeDocument/2006/relationships/image" Target="../media/image46.png"/><Relationship Id="rId48" Type="http://schemas.openxmlformats.org/officeDocument/2006/relationships/customXml" Target="../ink/ink41.xml"/><Relationship Id="rId56" Type="http://schemas.openxmlformats.org/officeDocument/2006/relationships/customXml" Target="../ink/ink45.xml"/><Relationship Id="rId64" Type="http://schemas.openxmlformats.org/officeDocument/2006/relationships/customXml" Target="../ink/ink49.xml"/><Relationship Id="rId69" Type="http://schemas.openxmlformats.org/officeDocument/2006/relationships/image" Target="../media/image59.png"/><Relationship Id="rId8" Type="http://schemas.openxmlformats.org/officeDocument/2006/relationships/customXml" Target="../ink/ink24.xml"/><Relationship Id="rId51" Type="http://schemas.openxmlformats.org/officeDocument/2006/relationships/image" Target="../media/image50.png"/><Relationship Id="rId3" Type="http://schemas.openxmlformats.org/officeDocument/2006/relationships/image" Target="../media/image12.png"/><Relationship Id="rId12" Type="http://schemas.openxmlformats.org/officeDocument/2006/relationships/customXml" Target="../ink/ink26.xml"/><Relationship Id="rId17" Type="http://schemas.openxmlformats.org/officeDocument/2006/relationships/image" Target="../media/image310.png"/><Relationship Id="rId25" Type="http://schemas.openxmlformats.org/officeDocument/2006/relationships/image" Target="../media/image35.png"/><Relationship Id="rId33" Type="http://schemas.openxmlformats.org/officeDocument/2006/relationships/image" Target="../media/image17.png"/><Relationship Id="rId46" Type="http://schemas.openxmlformats.org/officeDocument/2006/relationships/customXml" Target="../ink/ink40.xml"/><Relationship Id="rId59" Type="http://schemas.openxmlformats.org/officeDocument/2006/relationships/image" Target="../media/image54.png"/><Relationship Id="rId67" Type="http://schemas.openxmlformats.org/officeDocument/2006/relationships/image" Target="../media/image58.png"/><Relationship Id="rId20" Type="http://schemas.openxmlformats.org/officeDocument/2006/relationships/customXml" Target="../ink/ink30.xml"/><Relationship Id="rId41" Type="http://schemas.openxmlformats.org/officeDocument/2006/relationships/image" Target="../media/image45.png"/><Relationship Id="rId54" Type="http://schemas.openxmlformats.org/officeDocument/2006/relationships/customXml" Target="../ink/ink44.xml"/><Relationship Id="rId62" Type="http://schemas.openxmlformats.org/officeDocument/2006/relationships/customXml" Target="../ink/ink48.xml"/><Relationship Id="rId70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5" Type="http://schemas.openxmlformats.org/officeDocument/2006/relationships/image" Target="../media/image300.png"/><Relationship Id="rId23" Type="http://schemas.openxmlformats.org/officeDocument/2006/relationships/image" Target="../media/image34.png"/><Relationship Id="rId28" Type="http://schemas.openxmlformats.org/officeDocument/2006/relationships/customXml" Target="../ink/ink34.xml"/><Relationship Id="rId49" Type="http://schemas.openxmlformats.org/officeDocument/2006/relationships/image" Target="../media/image49.png"/><Relationship Id="rId57" Type="http://schemas.openxmlformats.org/officeDocument/2006/relationships/image" Target="../media/image18.png"/><Relationship Id="rId10" Type="http://schemas.openxmlformats.org/officeDocument/2006/relationships/customXml" Target="../ink/ink25.xml"/><Relationship Id="rId31" Type="http://schemas.openxmlformats.org/officeDocument/2006/relationships/image" Target="../media/image15.png"/><Relationship Id="rId44" Type="http://schemas.openxmlformats.org/officeDocument/2006/relationships/customXml" Target="../ink/ink39.xml"/><Relationship Id="rId52" Type="http://schemas.openxmlformats.org/officeDocument/2006/relationships/customXml" Target="../ink/ink43.xml"/><Relationship Id="rId60" Type="http://schemas.openxmlformats.org/officeDocument/2006/relationships/customXml" Target="../ink/ink47.xml"/><Relationship Id="rId65" Type="http://schemas.openxmlformats.org/officeDocument/2006/relationships/image" Target="../media/image57.png"/><Relationship Id="rId4" Type="http://schemas.openxmlformats.org/officeDocument/2006/relationships/customXml" Target="../ink/ink22.xml"/><Relationship Id="rId9" Type="http://schemas.openxmlformats.org/officeDocument/2006/relationships/image" Target="../media/image27.png"/><Relationship Id="rId13" Type="http://schemas.openxmlformats.org/officeDocument/2006/relationships/image" Target="../media/image29.png"/><Relationship Id="rId18" Type="http://schemas.openxmlformats.org/officeDocument/2006/relationships/customXml" Target="../ink/ink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.xml"/><Relationship Id="rId21" Type="http://schemas.openxmlformats.org/officeDocument/2006/relationships/image" Target="../media/image33.png"/><Relationship Id="rId42" Type="http://schemas.openxmlformats.org/officeDocument/2006/relationships/image" Target="../media/image64.png"/><Relationship Id="rId47" Type="http://schemas.openxmlformats.org/officeDocument/2006/relationships/customXml" Target="../ink/ink72.xml"/><Relationship Id="rId63" Type="http://schemas.openxmlformats.org/officeDocument/2006/relationships/customXml" Target="../ink/ink80.xml"/><Relationship Id="rId68" Type="http://schemas.openxmlformats.org/officeDocument/2006/relationships/image" Target="../media/image37.png"/><Relationship Id="rId7" Type="http://schemas.openxmlformats.org/officeDocument/2006/relationships/image" Target="../media/image26.png"/><Relationship Id="rId71" Type="http://schemas.openxmlformats.org/officeDocument/2006/relationships/customXml" Target="../ink/ink84.xml"/><Relationship Id="rId2" Type="http://schemas.openxmlformats.org/officeDocument/2006/relationships/customXml" Target="../ink/ink53.xml"/><Relationship Id="rId16" Type="http://schemas.openxmlformats.org/officeDocument/2006/relationships/customXml" Target="../ink/ink60.xml"/><Relationship Id="rId29" Type="http://schemas.openxmlformats.org/officeDocument/2006/relationships/image" Target="../media/image14.png"/><Relationship Id="rId11" Type="http://schemas.openxmlformats.org/officeDocument/2006/relationships/image" Target="../media/image28.png"/><Relationship Id="rId24" Type="http://schemas.openxmlformats.org/officeDocument/2006/relationships/customXml" Target="../ink/ink64.xml"/><Relationship Id="rId32" Type="http://schemas.openxmlformats.org/officeDocument/2006/relationships/customXml" Target="../ink/ink68.xml"/><Relationship Id="rId40" Type="http://schemas.openxmlformats.org/officeDocument/2006/relationships/image" Target="../media/image63.png"/><Relationship Id="rId45" Type="http://schemas.openxmlformats.org/officeDocument/2006/relationships/customXml" Target="../ink/ink71.xml"/><Relationship Id="rId53" Type="http://schemas.openxmlformats.org/officeDocument/2006/relationships/customXml" Target="../ink/ink75.xml"/><Relationship Id="rId58" Type="http://schemas.openxmlformats.org/officeDocument/2006/relationships/image" Target="../media/image72.png"/><Relationship Id="rId66" Type="http://schemas.openxmlformats.org/officeDocument/2006/relationships/image" Target="../media/image36.png"/><Relationship Id="rId74" Type="http://schemas.openxmlformats.org/officeDocument/2006/relationships/image" Target="../media/image80.png"/><Relationship Id="rId79" Type="http://schemas.openxmlformats.org/officeDocument/2006/relationships/image" Target="../media/image16.png"/><Relationship Id="rId5" Type="http://schemas.openxmlformats.org/officeDocument/2006/relationships/image" Target="../media/image25.png"/><Relationship Id="rId61" Type="http://schemas.openxmlformats.org/officeDocument/2006/relationships/customXml" Target="../ink/ink79.xml"/><Relationship Id="rId19" Type="http://schemas.openxmlformats.org/officeDocument/2006/relationships/image" Target="../media/image32.png"/><Relationship Id="rId14" Type="http://schemas.openxmlformats.org/officeDocument/2006/relationships/customXml" Target="../ink/ink59.xml"/><Relationship Id="rId22" Type="http://schemas.openxmlformats.org/officeDocument/2006/relationships/customXml" Target="../ink/ink63.xml"/><Relationship Id="rId27" Type="http://schemas.openxmlformats.org/officeDocument/2006/relationships/image" Target="../media/image13.png"/><Relationship Id="rId30" Type="http://schemas.openxmlformats.org/officeDocument/2006/relationships/customXml" Target="../ink/ink67.xml"/><Relationship Id="rId43" Type="http://schemas.openxmlformats.org/officeDocument/2006/relationships/customXml" Target="../ink/ink70.xml"/><Relationship Id="rId48" Type="http://schemas.openxmlformats.org/officeDocument/2006/relationships/image" Target="../media/image67.png"/><Relationship Id="rId56" Type="http://schemas.openxmlformats.org/officeDocument/2006/relationships/image" Target="../media/image71.png"/><Relationship Id="rId64" Type="http://schemas.openxmlformats.org/officeDocument/2006/relationships/image" Target="../media/image31.png"/><Relationship Id="rId69" Type="http://schemas.openxmlformats.org/officeDocument/2006/relationships/customXml" Target="../ink/ink83.xml"/><Relationship Id="rId77" Type="http://schemas.openxmlformats.org/officeDocument/2006/relationships/customXml" Target="../ink/ink87.xml"/><Relationship Id="rId8" Type="http://schemas.openxmlformats.org/officeDocument/2006/relationships/customXml" Target="../ink/ink56.xml"/><Relationship Id="rId51" Type="http://schemas.openxmlformats.org/officeDocument/2006/relationships/customXml" Target="../ink/ink74.xml"/><Relationship Id="rId72" Type="http://schemas.openxmlformats.org/officeDocument/2006/relationships/image" Target="../media/image79.png"/><Relationship Id="rId3" Type="http://schemas.openxmlformats.org/officeDocument/2006/relationships/image" Target="../media/image12.png"/><Relationship Id="rId12" Type="http://schemas.openxmlformats.org/officeDocument/2006/relationships/customXml" Target="../ink/ink58.xml"/><Relationship Id="rId17" Type="http://schemas.openxmlformats.org/officeDocument/2006/relationships/image" Target="../media/image310.png"/><Relationship Id="rId25" Type="http://schemas.openxmlformats.org/officeDocument/2006/relationships/image" Target="../media/image35.png"/><Relationship Id="rId46" Type="http://schemas.openxmlformats.org/officeDocument/2006/relationships/image" Target="../media/image24.png"/><Relationship Id="rId59" Type="http://schemas.openxmlformats.org/officeDocument/2006/relationships/customXml" Target="../ink/ink78.xml"/><Relationship Id="rId67" Type="http://schemas.openxmlformats.org/officeDocument/2006/relationships/customXml" Target="../ink/ink82.xml"/><Relationship Id="rId20" Type="http://schemas.openxmlformats.org/officeDocument/2006/relationships/customXml" Target="../ink/ink62.xml"/><Relationship Id="rId41" Type="http://schemas.openxmlformats.org/officeDocument/2006/relationships/customXml" Target="../ink/ink69.xml"/><Relationship Id="rId54" Type="http://schemas.openxmlformats.org/officeDocument/2006/relationships/image" Target="../media/image70.png"/><Relationship Id="rId62" Type="http://schemas.openxmlformats.org/officeDocument/2006/relationships/image" Target="../media/image30.png"/><Relationship Id="rId70" Type="http://schemas.openxmlformats.org/officeDocument/2006/relationships/image" Target="../media/image78.png"/><Relationship Id="rId75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5.xml"/><Relationship Id="rId15" Type="http://schemas.openxmlformats.org/officeDocument/2006/relationships/image" Target="../media/image300.png"/><Relationship Id="rId23" Type="http://schemas.openxmlformats.org/officeDocument/2006/relationships/image" Target="../media/image34.png"/><Relationship Id="rId28" Type="http://schemas.openxmlformats.org/officeDocument/2006/relationships/customXml" Target="../ink/ink66.xml"/><Relationship Id="rId49" Type="http://schemas.openxmlformats.org/officeDocument/2006/relationships/customXml" Target="../ink/ink73.xml"/><Relationship Id="rId57" Type="http://schemas.openxmlformats.org/officeDocument/2006/relationships/customXml" Target="../ink/ink77.xml"/><Relationship Id="rId10" Type="http://schemas.openxmlformats.org/officeDocument/2006/relationships/customXml" Target="../ink/ink57.xml"/><Relationship Id="rId31" Type="http://schemas.openxmlformats.org/officeDocument/2006/relationships/image" Target="../media/image15.png"/><Relationship Id="rId44" Type="http://schemas.openxmlformats.org/officeDocument/2006/relationships/image" Target="../media/image65.png"/><Relationship Id="rId52" Type="http://schemas.openxmlformats.org/officeDocument/2006/relationships/image" Target="../media/image69.png"/><Relationship Id="rId60" Type="http://schemas.openxmlformats.org/officeDocument/2006/relationships/image" Target="../media/image73.png"/><Relationship Id="rId65" Type="http://schemas.openxmlformats.org/officeDocument/2006/relationships/customXml" Target="../ink/ink81.xml"/><Relationship Id="rId73" Type="http://schemas.openxmlformats.org/officeDocument/2006/relationships/customXml" Target="../ink/ink85.xml"/><Relationship Id="rId78" Type="http://schemas.openxmlformats.org/officeDocument/2006/relationships/image" Target="../media/image82.png"/><Relationship Id="rId4" Type="http://schemas.openxmlformats.org/officeDocument/2006/relationships/customXml" Target="../ink/ink54.xml"/><Relationship Id="rId9" Type="http://schemas.openxmlformats.org/officeDocument/2006/relationships/image" Target="../media/image27.png"/><Relationship Id="rId13" Type="http://schemas.openxmlformats.org/officeDocument/2006/relationships/image" Target="../media/image29.png"/><Relationship Id="rId18" Type="http://schemas.openxmlformats.org/officeDocument/2006/relationships/customXml" Target="../ink/ink61.xml"/><Relationship Id="rId50" Type="http://schemas.openxmlformats.org/officeDocument/2006/relationships/image" Target="../media/image68.png"/><Relationship Id="rId55" Type="http://schemas.openxmlformats.org/officeDocument/2006/relationships/customXml" Target="../ink/ink76.xml"/><Relationship Id="rId76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arlesburrows.com/regents2b/index_5.ht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hyperlink" Target="http://www.google.com/url?sa=i&amp;rct=j&amp;q=&amp;esrc=s&amp;frm=1&amp;source=images&amp;cd=&amp;cad=rja&amp;docid=0ik21T1vNwrvmM&amp;tbnid=jas4ZTuOGLyX_M:&amp;ved=0CAUQjRw&amp;url=http://www.clipartlord.com/free-cleopatra-clip-art/&amp;ei=a44TUqbYA_PF4AOT0ID4Cw&amp;bvm=bv.50952593,d.dmg&amp;psig=AFQjCNFWfIBnsS_gnqoZTxNYVy1rEptbRg&amp;ust=1377099746696152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hyperlink" Target="http://www.google.com/url?sa=i&amp;rct=j&amp;q=&amp;esrc=s&amp;frm=1&amp;source=images&amp;cd=&amp;cad=rja&amp;docid=DFRG4Mo5XLXdOM&amp;tbnid=ZzJPc4kkQejhjM:&amp;ved=0CAUQjRw&amp;url=http://www.mr-frog.com/clip/y_people02.html&amp;ei=344TUsWXDJfI4APW9IDgCw&amp;bvm=bv.50952593,d.dmg&amp;psig=AFQjCNFWfIBnsS_gnqoZTxNYVy1rEptbRg&amp;ust=1377099746696152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customXml" Target="../ink/ink93.xml"/><Relationship Id="rId3" Type="http://schemas.openxmlformats.org/officeDocument/2006/relationships/customXml" Target="../ink/ink88.xml"/><Relationship Id="rId7" Type="http://schemas.openxmlformats.org/officeDocument/2006/relationships/customXml" Target="../ink/ink90.xml"/><Relationship Id="rId12" Type="http://schemas.openxmlformats.org/officeDocument/2006/relationships/image" Target="../media/image7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customXml" Target="../ink/ink92.xml"/><Relationship Id="rId5" Type="http://schemas.openxmlformats.org/officeDocument/2006/relationships/customXml" Target="../ink/ink89.xml"/><Relationship Id="rId10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customXml" Target="../ink/ink91.xml"/><Relationship Id="rId1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customXml" Target="../ink/ink94.xml"/><Relationship Id="rId7" Type="http://schemas.openxmlformats.org/officeDocument/2006/relationships/customXml" Target="../ink/ink96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customXml" Target="../ink/ink95.xml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0816E4-C582-42C7-8190-A7AE7B535AE7}"/>
              </a:ext>
            </a:extLst>
          </p:cNvPr>
          <p:cNvSpPr txBox="1"/>
          <p:nvPr/>
        </p:nvSpPr>
        <p:spPr>
          <a:xfrm>
            <a:off x="454152" y="4180344"/>
            <a:ext cx="112836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>
                <a:solidFill>
                  <a:srgbClr val="FF0000"/>
                </a:solidFill>
              </a:rPr>
              <a:t>TARGET: After 42 minutes I will be able to…</a:t>
            </a:r>
          </a:p>
          <a:p>
            <a:pPr algn="ctr"/>
            <a:r>
              <a:rPr lang="en-US" sz="6000" dirty="0"/>
              <a:t>Identify the factors that influence the rate of weathering.</a:t>
            </a:r>
          </a:p>
        </p:txBody>
      </p:sp>
      <p:pic>
        <p:nvPicPr>
          <p:cNvPr id="1026" name="Picture 2" descr="Learning Geology: What if weathering and erosion is no more?">
            <a:extLst>
              <a:ext uri="{FF2B5EF4-FFF2-40B4-BE49-F238E27FC236}">
                <a16:creationId xmlns:a16="http://schemas.microsoft.com/office/drawing/2014/main" id="{CD977B21-7EF8-4C5B-85FC-2F1283E6F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104" y="0"/>
            <a:ext cx="5573792" cy="418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nch alps landscape GIF by Head Like an Orange">
            <a:extLst>
              <a:ext uri="{FF2B5EF4-FFF2-40B4-BE49-F238E27FC236}">
                <a16:creationId xmlns:a16="http://schemas.microsoft.com/office/drawing/2014/main" id="{81F26CB6-DD90-C58D-CC87-F0A22DA6F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2532"/>
            <a:ext cx="12192000" cy="586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Most weathering processes require….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780594"/>
            <a:ext cx="8229600" cy="21336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15000" b="1" dirty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3215671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ntique Olive CompactPS" pitchFamily="34" charset="0"/>
              </a:rPr>
              <a:t>DIRECT RELATIONSHIP</a:t>
            </a:r>
          </a:p>
        </p:txBody>
      </p:sp>
      <p:pic>
        <p:nvPicPr>
          <p:cNvPr id="2050" name="Picture 2" descr="Group Activity: Graphing Direct and Inverse Proportions">
            <a:extLst>
              <a:ext uri="{FF2B5EF4-FFF2-40B4-BE49-F238E27FC236}">
                <a16:creationId xmlns:a16="http://schemas.microsoft.com/office/drawing/2014/main" id="{630DA9F6-4BB2-4238-93D1-CD99E36F26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67"/>
          <a:stretch/>
        </p:blipFill>
        <p:spPr bwMode="auto">
          <a:xfrm>
            <a:off x="4457700" y="4246951"/>
            <a:ext cx="3124200" cy="255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554-211A-2AF4-C837-3C08925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INTRODUCTION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F247E-369E-44EF-80C9-0E09150B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991"/>
            <a:ext cx="12192000" cy="513497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Which food item can a toddler eat faster, a chicken cutlet or a chicken nugget?  Explain why: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2" name="Picture 4" descr="white plate with a breaded chicken cutlet and yellow rice">
            <a:extLst>
              <a:ext uri="{FF2B5EF4-FFF2-40B4-BE49-F238E27FC236}">
                <a16:creationId xmlns:a16="http://schemas.microsoft.com/office/drawing/2014/main" id="{1375FAD2-3BA8-DB0C-2432-2130494F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742" y="2860028"/>
            <a:ext cx="3777634" cy="377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alories in 1 piece(s) of Burger King Chicken Nuggets.">
            <a:extLst>
              <a:ext uri="{FF2B5EF4-FFF2-40B4-BE49-F238E27FC236}">
                <a16:creationId xmlns:a16="http://schemas.microsoft.com/office/drawing/2014/main" id="{9D965ED5-EE7B-C6FA-A58A-ABC1761F5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27093"/>
            <a:ext cx="4414092" cy="331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A340DB2-F347-3558-B1F1-3E61FFA78DCB}"/>
              </a:ext>
            </a:extLst>
          </p:cNvPr>
          <p:cNvSpPr txBox="1">
            <a:spLocks/>
          </p:cNvSpPr>
          <p:nvPr/>
        </p:nvSpPr>
        <p:spPr>
          <a:xfrm>
            <a:off x="2721934" y="1599075"/>
            <a:ext cx="6815471" cy="10056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A chicken nugget 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40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because it is smaller</a:t>
            </a:r>
          </a:p>
        </p:txBody>
      </p:sp>
    </p:spTree>
    <p:extLst>
      <p:ext uri="{BB962C8B-B14F-4D97-AF65-F5344CB8AC3E}">
        <p14:creationId xmlns:p14="http://schemas.microsoft.com/office/powerpoint/2010/main" val="105122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554-211A-2AF4-C837-3C08925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INTRODUCTION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F247E-369E-44EF-80C9-0E09150B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991"/>
            <a:ext cx="12192000" cy="5134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2. If a parent wanted to make it easier for the toddler to eat a whole pancake, what could they do to it?  </a:t>
            </a:r>
          </a:p>
          <a:p>
            <a:pPr marL="0" indent="0">
              <a:buNone/>
            </a:pPr>
            <a:r>
              <a:rPr lang="en-US" dirty="0"/>
              <a:t>Explain why: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3074" name="Picture 2" descr="The Best Pancakes in NYC - The Pancake Princess">
            <a:extLst>
              <a:ext uri="{FF2B5EF4-FFF2-40B4-BE49-F238E27FC236}">
                <a16:creationId xmlns:a16="http://schemas.microsoft.com/office/drawing/2014/main" id="{BF37977E-6BB7-2972-3D7F-D30EDF399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22" y="3141071"/>
            <a:ext cx="4342003" cy="366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ice Pancakes Using Leftover Rice">
            <a:extLst>
              <a:ext uri="{FF2B5EF4-FFF2-40B4-BE49-F238E27FC236}">
                <a16:creationId xmlns:a16="http://schemas.microsoft.com/office/drawing/2014/main" id="{873C2897-5D48-119D-1182-79BB9506C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90136"/>
            <a:ext cx="5434744" cy="364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7CBC5BC-E7CE-54D8-1417-53CEB76AD6D0}"/>
              </a:ext>
            </a:extLst>
          </p:cNvPr>
          <p:cNvSpPr txBox="1">
            <a:spLocks/>
          </p:cNvSpPr>
          <p:nvPr/>
        </p:nvSpPr>
        <p:spPr>
          <a:xfrm>
            <a:off x="-1" y="1860698"/>
            <a:ext cx="12192000" cy="10056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Cut up the pancake because smaller pieces are easier to eat.</a:t>
            </a:r>
          </a:p>
        </p:txBody>
      </p:sp>
    </p:spTree>
    <p:extLst>
      <p:ext uri="{BB962C8B-B14F-4D97-AF65-F5344CB8AC3E}">
        <p14:creationId xmlns:p14="http://schemas.microsoft.com/office/powerpoint/2010/main" val="153963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554-211A-2AF4-C837-3C08925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INTRODUCTION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F247E-369E-44EF-80C9-0E09150B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991"/>
            <a:ext cx="12192000" cy="5134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3.  People say “Diamonds are forever” but not “Graphite is forever” even though both are made up of the element Carbon.  Why?</a:t>
            </a:r>
          </a:p>
          <a:p>
            <a:pPr marL="0" indent="0">
              <a:buNone/>
            </a:pPr>
            <a:r>
              <a:rPr lang="en-US" dirty="0"/>
              <a:t>Explain why: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4" name="Picture 2" descr="http://apanyangku.files.wordpress.com/2009/09/diamond.jpg">
            <a:extLst>
              <a:ext uri="{FF2B5EF4-FFF2-40B4-BE49-F238E27FC236}">
                <a16:creationId xmlns:a16="http://schemas.microsoft.com/office/drawing/2014/main" id="{33C90AB5-374A-C706-026B-4608C3439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2224" y="3429000"/>
            <a:ext cx="4343400" cy="3352800"/>
          </a:xfrm>
          <a:prstGeom prst="rect">
            <a:avLst/>
          </a:prstGeom>
          <a:noFill/>
        </p:spPr>
      </p:pic>
      <p:pic>
        <p:nvPicPr>
          <p:cNvPr id="5" name="Picture 2" descr="What is graphite and what is graphite made of?">
            <a:extLst>
              <a:ext uri="{FF2B5EF4-FFF2-40B4-BE49-F238E27FC236}">
                <a16:creationId xmlns:a16="http://schemas.microsoft.com/office/drawing/2014/main" id="{36DF445D-1BE0-1F7C-FFD9-38A85421F5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4938" r="18750" b="11504"/>
          <a:stretch/>
        </p:blipFill>
        <p:spPr bwMode="auto">
          <a:xfrm>
            <a:off x="6005624" y="3429000"/>
            <a:ext cx="4254795" cy="343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279167C-2A6F-231C-2A58-F304BF781E29}"/>
              </a:ext>
            </a:extLst>
          </p:cNvPr>
          <p:cNvSpPr txBox="1">
            <a:spLocks/>
          </p:cNvSpPr>
          <p:nvPr/>
        </p:nvSpPr>
        <p:spPr>
          <a:xfrm>
            <a:off x="0" y="2073349"/>
            <a:ext cx="12192000" cy="100569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dirty="0">
                <a:solidFill>
                  <a:srgbClr val="00B050"/>
                </a:solidFill>
                <a:latin typeface="Arial Black" pitchFamily="34" charset="0"/>
                <a:ea typeface="+mj-ea"/>
                <a:cs typeface="+mj-cs"/>
              </a:rPr>
              <a:t>Diamonds have a higher hardness and a difference atomic arrangement.</a:t>
            </a:r>
          </a:p>
        </p:txBody>
      </p:sp>
    </p:spTree>
    <p:extLst>
      <p:ext uri="{BB962C8B-B14F-4D97-AF65-F5344CB8AC3E}">
        <p14:creationId xmlns:p14="http://schemas.microsoft.com/office/powerpoint/2010/main" val="5584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15732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6000" i="1" dirty="0">
                <a:solidFill>
                  <a:schemeClr val="accent4">
                    <a:lumMod val="50000"/>
                  </a:schemeClr>
                </a:solidFill>
                <a:latin typeface="Amasis MT Pro Black" panose="02040A04050005020304" pitchFamily="18" charset="0"/>
              </a:rPr>
              <a:t>SEDIMENT FACTORS </a:t>
            </a:r>
            <a:br>
              <a:rPr lang="en-US" sz="6000" i="1" dirty="0">
                <a:latin typeface="Amasis MT Pro Black" panose="02040A04050005020304" pitchFamily="18" charset="0"/>
              </a:rPr>
            </a:br>
            <a:r>
              <a:rPr lang="en-US" sz="6000" dirty="0">
                <a:latin typeface="Amasis MT Pro Black" panose="02040A04050005020304" pitchFamily="18" charset="0"/>
              </a:rPr>
              <a:t>also influence the </a:t>
            </a:r>
            <a:br>
              <a:rPr lang="en-US" sz="6000" dirty="0">
                <a:latin typeface="Amasis MT Pro Black" panose="02040A04050005020304" pitchFamily="18" charset="0"/>
              </a:rPr>
            </a:br>
            <a:r>
              <a:rPr lang="en-US" sz="6000" u="sng" dirty="0">
                <a:solidFill>
                  <a:srgbClr val="FF0000"/>
                </a:solidFill>
                <a:latin typeface="Amasis MT Pro Black" panose="02040A04050005020304" pitchFamily="18" charset="0"/>
              </a:rPr>
              <a:t>RATE OF WEATHERING</a:t>
            </a:r>
            <a:r>
              <a:rPr lang="en-US" sz="6000" dirty="0">
                <a:latin typeface="Amasis MT Pro Black" panose="02040A04050005020304" pitchFamily="18" charset="0"/>
              </a:rPr>
              <a:t>.</a:t>
            </a:r>
            <a:br>
              <a:rPr lang="en-US" sz="6000" dirty="0">
                <a:latin typeface="Amasis MT Pro Black" panose="02040A04050005020304" pitchFamily="18" charset="0"/>
              </a:rPr>
            </a:br>
            <a:r>
              <a:rPr lang="en-US" sz="6000" dirty="0">
                <a:latin typeface="Amasis MT Pro Black" panose="02040A04050005020304" pitchFamily="18" charset="0"/>
              </a:rPr>
              <a:t>SUCH AS:</a:t>
            </a:r>
          </a:p>
        </p:txBody>
      </p:sp>
      <p:pic>
        <p:nvPicPr>
          <p:cNvPr id="77826" name="Picture 2" descr="http://z.about.com/d/geology/1/0/z/z/chertbeach8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978276"/>
            <a:ext cx="12191999" cy="2879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sEarthes32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447801"/>
            <a:ext cx="6553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334000" y="1600200"/>
            <a:ext cx="533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B050"/>
                </a:solidFill>
                <a:latin typeface="Antique Olive CompactPS" pitchFamily="34" charset="0"/>
              </a:rPr>
              <a:t>SMALL SIZES </a:t>
            </a:r>
            <a:r>
              <a:rPr lang="en-US" sz="4800" b="1" u="sng" dirty="0">
                <a:solidFill>
                  <a:srgbClr val="7030A0"/>
                </a:solidFill>
                <a:latin typeface="Antique Olive CompactPS" pitchFamily="34" charset="0"/>
              </a:rPr>
              <a:t>INCREASE</a:t>
            </a:r>
            <a:r>
              <a:rPr lang="en-US" sz="4800" b="1" dirty="0">
                <a:solidFill>
                  <a:srgbClr val="00B050"/>
                </a:solidFill>
                <a:latin typeface="Antique Olive CompactPS" pitchFamily="34" charset="0"/>
              </a:rPr>
              <a:t> WEATHERING!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76400" y="152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9600" dirty="0">
                <a:solidFill>
                  <a:srgbClr val="C00000"/>
                </a:solidFill>
                <a:latin typeface="Arial Black" pitchFamily="34" charset="0"/>
                <a:ea typeface="+mj-ea"/>
                <a:cs typeface="+mj-cs"/>
              </a:rPr>
              <a:t>SIZE!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0" y="5257800"/>
            <a:ext cx="2819400" cy="1143000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C00000"/>
                </a:solidFill>
                <a:latin typeface="Arial Black" pitchFamily="34" charset="0"/>
              </a:rPr>
              <a:t>FAST!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524000" y="5334000"/>
            <a:ext cx="30480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54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SLOW!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1. 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/>
      <p:bldP spid="2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C231-3A6F-4526-9B8B-7F95C28C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4854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RELATIONSHIP?</a:t>
            </a: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730B378-4369-4FCD-AC1D-3FCAF73B308F}"/>
              </a:ext>
            </a:extLst>
          </p:cNvPr>
          <p:cNvSpPr/>
          <p:nvPr/>
        </p:nvSpPr>
        <p:spPr>
          <a:xfrm>
            <a:off x="4210126" y="1161638"/>
            <a:ext cx="3867074" cy="4096163"/>
          </a:xfrm>
          <a:prstGeom prst="corner">
            <a:avLst>
              <a:gd name="adj1" fmla="val 9894"/>
              <a:gd name="adj2" fmla="val 8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30FADC-48D5-4AA1-8CF8-84A9A825459C}"/>
              </a:ext>
            </a:extLst>
          </p:cNvPr>
          <p:cNvGrpSpPr/>
          <p:nvPr/>
        </p:nvGrpSpPr>
        <p:grpSpPr>
          <a:xfrm>
            <a:off x="5144686" y="5455883"/>
            <a:ext cx="624600" cy="538200"/>
            <a:chOff x="3620686" y="5455883"/>
            <a:chExt cx="624600" cy="53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BD8FE8-9C08-46E4-8B74-928738858AF7}"/>
                    </a:ext>
                  </a:extLst>
                </p14:cNvPr>
                <p14:cNvContentPartPr/>
                <p14:nvPr/>
              </p14:nvContentPartPr>
              <p14:xfrm>
                <a:off x="3620686" y="5455883"/>
                <a:ext cx="377280" cy="52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BD8FE8-9C08-46E4-8B74-928738858AF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84686" y="5419883"/>
                  <a:ext cx="44892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0E0DE4-09E6-4DAB-A2A1-07D364185F13}"/>
                    </a:ext>
                  </a:extLst>
                </p14:cNvPr>
                <p14:cNvContentPartPr/>
                <p14:nvPr/>
              </p14:nvContentPartPr>
              <p14:xfrm>
                <a:off x="4234126" y="5499803"/>
                <a:ext cx="11160" cy="494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0E0DE4-09E6-4DAB-A2A1-07D364185F1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98126" y="5464163"/>
                  <a:ext cx="82800" cy="56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0CD7E8-91C8-415B-A761-49D0A1EC484D}"/>
              </a:ext>
            </a:extLst>
          </p:cNvPr>
          <p:cNvGrpSpPr/>
          <p:nvPr/>
        </p:nvGrpSpPr>
        <p:grpSpPr>
          <a:xfrm>
            <a:off x="5983126" y="5455523"/>
            <a:ext cx="997200" cy="539280"/>
            <a:chOff x="4459126" y="5455523"/>
            <a:chExt cx="99720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F2DA8AE-EA12-4033-BAA3-72B76EA992BF}"/>
                    </a:ext>
                  </a:extLst>
                </p14:cNvPr>
                <p14:cNvContentPartPr/>
                <p14:nvPr/>
              </p14:nvContentPartPr>
              <p14:xfrm>
                <a:off x="4459126" y="5499803"/>
                <a:ext cx="420840" cy="49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F2DA8AE-EA12-4033-BAA3-72B76EA992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23126" y="5464163"/>
                  <a:ext cx="4924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F94368C-152C-45B0-A949-2CAB7DDCFD26}"/>
                    </a:ext>
                  </a:extLst>
                </p14:cNvPr>
                <p14:cNvContentPartPr/>
                <p14:nvPr/>
              </p14:nvContentPartPr>
              <p14:xfrm>
                <a:off x="4459126" y="5711123"/>
                <a:ext cx="37872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F94368C-152C-45B0-A949-2CAB7DDCFD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23126" y="5675123"/>
                  <a:ext cx="450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7239006-37AE-482B-8FD8-A4F36242A8BE}"/>
                    </a:ext>
                  </a:extLst>
                </p14:cNvPr>
                <p14:cNvContentPartPr/>
                <p14:nvPr/>
              </p14:nvContentPartPr>
              <p14:xfrm>
                <a:off x="5048086" y="5455523"/>
                <a:ext cx="408240" cy="539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7239006-37AE-482B-8FD8-A4F36242A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12446" y="5419883"/>
                  <a:ext cx="479880" cy="61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14:cNvPr>
              <p14:cNvContentPartPr/>
              <p14:nvPr/>
            </p14:nvContentPartPr>
            <p14:xfrm>
              <a:off x="3662206" y="4654163"/>
              <a:ext cx="379080" cy="494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26206" y="4618189"/>
                <a:ext cx="450720" cy="566228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5B7C01E-A367-4F96-AC88-D52FCFB678E8}"/>
              </a:ext>
            </a:extLst>
          </p:cNvPr>
          <p:cNvGrpSpPr/>
          <p:nvPr/>
        </p:nvGrpSpPr>
        <p:grpSpPr>
          <a:xfrm>
            <a:off x="3577606" y="3375803"/>
            <a:ext cx="448920" cy="1086120"/>
            <a:chOff x="2053606" y="3375803"/>
            <a:chExt cx="448920" cy="10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14:cNvPr>
                <p14:cNvContentPartPr/>
                <p14:nvPr/>
              </p14:nvContentPartPr>
              <p14:xfrm>
                <a:off x="2122006" y="4165643"/>
                <a:ext cx="368640" cy="296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86006" y="4129643"/>
                  <a:ext cx="440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14:cNvPr>
                <p14:cNvContentPartPr/>
                <p14:nvPr/>
              </p14:nvContentPartPr>
              <p14:xfrm>
                <a:off x="2066206" y="3755603"/>
                <a:ext cx="410040" cy="227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0566" y="3719603"/>
                  <a:ext cx="481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14:cNvPr>
                <p14:cNvContentPartPr/>
                <p14:nvPr/>
              </p14:nvContentPartPr>
              <p14:xfrm>
                <a:off x="2292286" y="3671363"/>
                <a:ext cx="14760" cy="308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6286" y="3635723"/>
                  <a:ext cx="864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14:cNvPr>
                <p14:cNvContentPartPr/>
                <p14:nvPr/>
              </p14:nvContentPartPr>
              <p14:xfrm>
                <a:off x="2053606" y="3375803"/>
                <a:ext cx="360" cy="25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7606" y="3340163"/>
                  <a:ext cx="72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14:cNvPr>
                <p14:cNvContentPartPr/>
                <p14:nvPr/>
              </p14:nvContentPartPr>
              <p14:xfrm>
                <a:off x="2053606" y="3460403"/>
                <a:ext cx="448920" cy="1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17606" y="342476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BF5605-F73C-489E-AC36-AEA8BC003C6D}"/>
              </a:ext>
            </a:extLst>
          </p:cNvPr>
          <p:cNvGrpSpPr/>
          <p:nvPr/>
        </p:nvGrpSpPr>
        <p:grpSpPr>
          <a:xfrm>
            <a:off x="3507406" y="2263403"/>
            <a:ext cx="504720" cy="943920"/>
            <a:chOff x="1983406" y="2263403"/>
            <a:chExt cx="50472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14:cNvPr>
                <p14:cNvContentPartPr/>
                <p14:nvPr/>
              </p14:nvContentPartPr>
              <p14:xfrm>
                <a:off x="1997086" y="3206963"/>
                <a:ext cx="47700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1446" y="3170963"/>
                  <a:ext cx="54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14:cNvPr>
                <p14:cNvContentPartPr/>
                <p14:nvPr/>
              </p14:nvContentPartPr>
              <p14:xfrm>
                <a:off x="1983406" y="2981963"/>
                <a:ext cx="49104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47406" y="2945963"/>
                  <a:ext cx="562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14:cNvPr>
                <p14:cNvContentPartPr/>
                <p14:nvPr/>
              </p14:nvContentPartPr>
              <p14:xfrm>
                <a:off x="2278606" y="2953883"/>
                <a:ext cx="360" cy="22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42606" y="2917883"/>
                  <a:ext cx="72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14:cNvPr>
                <p14:cNvContentPartPr/>
                <p14:nvPr/>
              </p14:nvContentPartPr>
              <p14:xfrm>
                <a:off x="2036686" y="2561483"/>
                <a:ext cx="426600" cy="29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0686" y="2525843"/>
                  <a:ext cx="4982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14:cNvPr>
                <p14:cNvContentPartPr/>
                <p14:nvPr/>
              </p14:nvContentPartPr>
              <p14:xfrm>
                <a:off x="2039206" y="2419283"/>
                <a:ext cx="448920" cy="1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03566" y="238364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14:cNvPr>
                <p14:cNvContentPartPr/>
                <p14:nvPr/>
              </p14:nvContentPartPr>
              <p14:xfrm>
                <a:off x="1996366" y="2263403"/>
                <a:ext cx="448920" cy="9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60366" y="2227763"/>
                  <a:ext cx="52056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14:cNvPr>
              <p14:cNvContentPartPr/>
              <p14:nvPr/>
            </p14:nvContentPartPr>
            <p14:xfrm>
              <a:off x="3521086" y="2081603"/>
              <a:ext cx="4629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85086" y="2045603"/>
                <a:ext cx="534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14:cNvPr>
              <p14:cNvContentPartPr/>
              <p14:nvPr/>
            </p14:nvContentPartPr>
            <p14:xfrm>
              <a:off x="3490846" y="1629443"/>
              <a:ext cx="537120" cy="25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54846" y="1593443"/>
                <a:ext cx="6087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14:cNvPr>
              <p14:cNvContentPartPr/>
              <p14:nvPr/>
            </p14:nvContentPartPr>
            <p14:xfrm>
              <a:off x="3506686" y="1041923"/>
              <a:ext cx="496080" cy="437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70686" y="1005923"/>
                <a:ext cx="567720" cy="5090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7B58A4F3-552D-9894-CCC5-90222D5BC5CB}"/>
              </a:ext>
            </a:extLst>
          </p:cNvPr>
          <p:cNvSpPr/>
          <p:nvPr/>
        </p:nvSpPr>
        <p:spPr>
          <a:xfrm rot="2535239">
            <a:off x="4413201" y="2154825"/>
            <a:ext cx="4524215" cy="194103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C4E4A6-3872-BE37-B059-5E956AB18B30}"/>
              </a:ext>
            </a:extLst>
          </p:cNvPr>
          <p:cNvSpPr txBox="1">
            <a:spLocks/>
          </p:cNvSpPr>
          <p:nvPr/>
        </p:nvSpPr>
        <p:spPr>
          <a:xfrm>
            <a:off x="5569662" y="32232"/>
            <a:ext cx="3778187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INDIRECT</a:t>
            </a:r>
          </a:p>
        </p:txBody>
      </p:sp>
    </p:spTree>
    <p:extLst>
      <p:ext uri="{BB962C8B-B14F-4D97-AF65-F5344CB8AC3E}">
        <p14:creationId xmlns:p14="http://schemas.microsoft.com/office/powerpoint/2010/main" val="231672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2408" y="239797"/>
            <a:ext cx="8686800" cy="1143000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rgbClr val="C00000"/>
                </a:solidFill>
                <a:latin typeface="Arial Black" pitchFamily="34" charset="0"/>
              </a:rPr>
              <a:t>SURFACE AREA</a:t>
            </a:r>
          </a:p>
        </p:txBody>
      </p:sp>
      <p:pic>
        <p:nvPicPr>
          <p:cNvPr id="4" name="Picture 3" descr="CoursesEarthes18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4015" y="2636460"/>
            <a:ext cx="8839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524000" y="1066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7030A0"/>
                </a:solidFill>
                <a:latin typeface="Antique Olive CompactPS" pitchFamily="34" charset="0"/>
              </a:rPr>
              <a:t>MORE SURFACE AREA</a:t>
            </a:r>
          </a:p>
          <a:p>
            <a:pPr algn="ctr"/>
            <a:r>
              <a:rPr lang="en-US" sz="4800" b="1" u="sng" dirty="0">
                <a:solidFill>
                  <a:srgbClr val="00B050"/>
                </a:solidFill>
                <a:latin typeface="Antique Olive CompactPS" pitchFamily="34" charset="0"/>
              </a:rPr>
              <a:t>INCREASES</a:t>
            </a:r>
            <a:r>
              <a:rPr lang="en-US" sz="4800" b="1" dirty="0">
                <a:solidFill>
                  <a:srgbClr val="7030A0"/>
                </a:solidFill>
                <a:latin typeface="Antique Olive CompactPS" pitchFamily="34" charset="0"/>
              </a:rPr>
              <a:t> WEATHERING!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582861" y="5646360"/>
            <a:ext cx="2819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C00000"/>
                </a:solidFill>
                <a:latin typeface="Arial Black" pitchFamily="34" charset="0"/>
                <a:ea typeface="+mj-ea"/>
                <a:cs typeface="+mj-cs"/>
              </a:rPr>
              <a:t>FAST!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761041" y="4903703"/>
            <a:ext cx="2438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SLOW!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-13107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2._____________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allAtOnce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C231-3A6F-4526-9B8B-7F95C28C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99911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RELATIONSHIP?</a:t>
            </a: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730B378-4369-4FCD-AC1D-3FCAF73B308F}"/>
              </a:ext>
            </a:extLst>
          </p:cNvPr>
          <p:cNvSpPr/>
          <p:nvPr/>
        </p:nvSpPr>
        <p:spPr>
          <a:xfrm>
            <a:off x="4210126" y="1161638"/>
            <a:ext cx="3867074" cy="4096163"/>
          </a:xfrm>
          <a:prstGeom prst="corner">
            <a:avLst>
              <a:gd name="adj1" fmla="val 9894"/>
              <a:gd name="adj2" fmla="val 8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14:cNvPr>
              <p14:cNvContentPartPr/>
              <p14:nvPr/>
            </p14:nvContentPartPr>
            <p14:xfrm>
              <a:off x="3662206" y="4654163"/>
              <a:ext cx="379080" cy="494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206" y="4618189"/>
                <a:ext cx="450720" cy="566228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5B7C01E-A367-4F96-AC88-D52FCFB678E8}"/>
              </a:ext>
            </a:extLst>
          </p:cNvPr>
          <p:cNvGrpSpPr/>
          <p:nvPr/>
        </p:nvGrpSpPr>
        <p:grpSpPr>
          <a:xfrm>
            <a:off x="3577606" y="3375803"/>
            <a:ext cx="448920" cy="1086120"/>
            <a:chOff x="2053606" y="3375803"/>
            <a:chExt cx="448920" cy="10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14:cNvPr>
                <p14:cNvContentPartPr/>
                <p14:nvPr/>
              </p14:nvContentPartPr>
              <p14:xfrm>
                <a:off x="2122006" y="4165643"/>
                <a:ext cx="368640" cy="296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86006" y="4129643"/>
                  <a:ext cx="440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14:cNvPr>
                <p14:cNvContentPartPr/>
                <p14:nvPr/>
              </p14:nvContentPartPr>
              <p14:xfrm>
                <a:off x="2066206" y="3755603"/>
                <a:ext cx="410040" cy="227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0566" y="3719603"/>
                  <a:ext cx="481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14:cNvPr>
                <p14:cNvContentPartPr/>
                <p14:nvPr/>
              </p14:nvContentPartPr>
              <p14:xfrm>
                <a:off x="2292286" y="3671363"/>
                <a:ext cx="14760" cy="308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56286" y="3635723"/>
                  <a:ext cx="864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14:cNvPr>
                <p14:cNvContentPartPr/>
                <p14:nvPr/>
              </p14:nvContentPartPr>
              <p14:xfrm>
                <a:off x="2053606" y="3375803"/>
                <a:ext cx="360" cy="25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7606" y="3340163"/>
                  <a:ext cx="72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14:cNvPr>
                <p14:cNvContentPartPr/>
                <p14:nvPr/>
              </p14:nvContentPartPr>
              <p14:xfrm>
                <a:off x="2053606" y="3460403"/>
                <a:ext cx="448920" cy="1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7606" y="342476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BF5605-F73C-489E-AC36-AEA8BC003C6D}"/>
              </a:ext>
            </a:extLst>
          </p:cNvPr>
          <p:cNvGrpSpPr/>
          <p:nvPr/>
        </p:nvGrpSpPr>
        <p:grpSpPr>
          <a:xfrm>
            <a:off x="3507406" y="2263403"/>
            <a:ext cx="504720" cy="943920"/>
            <a:chOff x="1983406" y="2263403"/>
            <a:chExt cx="50472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14:cNvPr>
                <p14:cNvContentPartPr/>
                <p14:nvPr/>
              </p14:nvContentPartPr>
              <p14:xfrm>
                <a:off x="1997086" y="3206963"/>
                <a:ext cx="47700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1446" y="3170963"/>
                  <a:ext cx="54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14:cNvPr>
                <p14:cNvContentPartPr/>
                <p14:nvPr/>
              </p14:nvContentPartPr>
              <p14:xfrm>
                <a:off x="1983406" y="2981963"/>
                <a:ext cx="49104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47406" y="2945963"/>
                  <a:ext cx="562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14:cNvPr>
                <p14:cNvContentPartPr/>
                <p14:nvPr/>
              </p14:nvContentPartPr>
              <p14:xfrm>
                <a:off x="2278606" y="2953883"/>
                <a:ext cx="360" cy="22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2606" y="2917883"/>
                  <a:ext cx="72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14:cNvPr>
                <p14:cNvContentPartPr/>
                <p14:nvPr/>
              </p14:nvContentPartPr>
              <p14:xfrm>
                <a:off x="2036686" y="2561483"/>
                <a:ext cx="426600" cy="29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00686" y="2525843"/>
                  <a:ext cx="4982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14:cNvPr>
                <p14:cNvContentPartPr/>
                <p14:nvPr/>
              </p14:nvContentPartPr>
              <p14:xfrm>
                <a:off x="2039206" y="2419283"/>
                <a:ext cx="448920" cy="1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03566" y="238364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14:cNvPr>
                <p14:cNvContentPartPr/>
                <p14:nvPr/>
              </p14:nvContentPartPr>
              <p14:xfrm>
                <a:off x="1996366" y="2263403"/>
                <a:ext cx="448920" cy="9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0366" y="2227763"/>
                  <a:ext cx="52056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14:cNvPr>
              <p14:cNvContentPartPr/>
              <p14:nvPr/>
            </p14:nvContentPartPr>
            <p14:xfrm>
              <a:off x="3521086" y="2081603"/>
              <a:ext cx="4629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85086" y="2045603"/>
                <a:ext cx="534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14:cNvPr>
              <p14:cNvContentPartPr/>
              <p14:nvPr/>
            </p14:nvContentPartPr>
            <p14:xfrm>
              <a:off x="3490846" y="1629443"/>
              <a:ext cx="537120" cy="25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54846" y="1593443"/>
                <a:ext cx="6087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14:cNvPr>
              <p14:cNvContentPartPr/>
              <p14:nvPr/>
            </p14:nvContentPartPr>
            <p14:xfrm>
              <a:off x="3506686" y="1041923"/>
              <a:ext cx="496080" cy="437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70686" y="1005923"/>
                <a:ext cx="56772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2F25D6C-2B5D-4849-98B3-F631364B8CCF}"/>
                  </a:ext>
                </a:extLst>
              </p14:cNvPr>
              <p14:cNvContentPartPr/>
              <p14:nvPr/>
            </p14:nvContentPartPr>
            <p14:xfrm>
              <a:off x="4316686" y="5371615"/>
              <a:ext cx="304920" cy="426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2F25D6C-2B5D-4849-98B3-F631364B8CC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80686" y="5335615"/>
                <a:ext cx="376560" cy="49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0CAD198C-FBD1-4168-81C3-78B34E1FEE06}"/>
              </a:ext>
            </a:extLst>
          </p:cNvPr>
          <p:cNvGrpSpPr/>
          <p:nvPr/>
        </p:nvGrpSpPr>
        <p:grpSpPr>
          <a:xfrm>
            <a:off x="4745086" y="5301775"/>
            <a:ext cx="1619280" cy="548280"/>
            <a:chOff x="3221086" y="5301775"/>
            <a:chExt cx="161928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1252676-0F89-475C-8C59-FC6B660BD29D}"/>
                    </a:ext>
                  </a:extLst>
                </p14:cNvPr>
                <p14:cNvContentPartPr/>
                <p14:nvPr/>
              </p14:nvContentPartPr>
              <p14:xfrm>
                <a:off x="3221086" y="5359375"/>
                <a:ext cx="255600" cy="41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1252676-0F89-475C-8C59-FC6B660BD29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85446" y="5323375"/>
                  <a:ext cx="32724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D3F872-D9B9-4B60-8986-3293426206CB}"/>
                    </a:ext>
                  </a:extLst>
                </p14:cNvPr>
                <p14:cNvContentPartPr/>
                <p14:nvPr/>
              </p14:nvContentPartPr>
              <p14:xfrm>
                <a:off x="3585406" y="5373055"/>
                <a:ext cx="31320" cy="477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D3F872-D9B9-4B60-8986-3293426206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49406" y="5337415"/>
                  <a:ext cx="1029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DE44BE4-4FA3-4B8A-9D4B-614031352FBA}"/>
                    </a:ext>
                  </a:extLst>
                </p14:cNvPr>
                <p14:cNvContentPartPr/>
                <p14:nvPr/>
              </p14:nvContentPartPr>
              <p14:xfrm>
                <a:off x="3590446" y="5331295"/>
                <a:ext cx="222120" cy="504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DE44BE4-4FA3-4B8A-9D4B-614031352F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54446" y="5295295"/>
                  <a:ext cx="29376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9C7AC1-9B7D-492E-87A4-A68DDBFA7752}"/>
                    </a:ext>
                  </a:extLst>
                </p14:cNvPr>
                <p14:cNvContentPartPr/>
                <p14:nvPr/>
              </p14:nvContentPartPr>
              <p14:xfrm>
                <a:off x="3927766" y="5345695"/>
                <a:ext cx="276840" cy="478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9C7AC1-9B7D-492E-87A4-A68DDBFA77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92126" y="5310055"/>
                  <a:ext cx="34848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631C53-D9E7-4D08-8CE3-5F47F87ADF4E}"/>
                    </a:ext>
                  </a:extLst>
                </p14:cNvPr>
                <p14:cNvContentPartPr/>
                <p14:nvPr/>
              </p14:nvContentPartPr>
              <p14:xfrm>
                <a:off x="3981046" y="5527855"/>
                <a:ext cx="16776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631C53-D9E7-4D08-8CE3-5F47F87ADF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45046" y="5492215"/>
                  <a:ext cx="239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E1E866F-2726-41DB-9265-300FF86D4302}"/>
                    </a:ext>
                  </a:extLst>
                </p14:cNvPr>
                <p14:cNvContentPartPr/>
                <p14:nvPr/>
              </p14:nvContentPartPr>
              <p14:xfrm>
                <a:off x="4290286" y="5302495"/>
                <a:ext cx="224280" cy="521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E1E866F-2726-41DB-9265-300FF86D430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54646" y="5266855"/>
                  <a:ext cx="2959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4698A1-C67F-4848-9720-8BD6B5FE710D}"/>
                    </a:ext>
                  </a:extLst>
                </p14:cNvPr>
                <p14:cNvContentPartPr/>
                <p14:nvPr/>
              </p14:nvContentPartPr>
              <p14:xfrm>
                <a:off x="4290286" y="5640535"/>
                <a:ext cx="153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4698A1-C67F-4848-9720-8BD6B5FE71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54646" y="5604895"/>
                  <a:ext cx="225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E96DE4-AC6D-478F-AAA8-2D828B3387B7}"/>
                    </a:ext>
                  </a:extLst>
                </p14:cNvPr>
                <p14:cNvContentPartPr/>
                <p14:nvPr/>
              </p14:nvContentPartPr>
              <p14:xfrm>
                <a:off x="4612486" y="5301775"/>
                <a:ext cx="227880" cy="509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E96DE4-AC6D-478F-AAA8-2D828B3387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76846" y="5265775"/>
                  <a:ext cx="299520" cy="58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24C1DCA-B7B4-412B-8BEE-2A0A26C6D991}"/>
                  </a:ext>
                </a:extLst>
              </p14:cNvPr>
              <p14:cNvContentPartPr/>
              <p14:nvPr/>
            </p14:nvContentPartPr>
            <p14:xfrm>
              <a:off x="6443206" y="5327335"/>
              <a:ext cx="255600" cy="497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24C1DCA-B7B4-412B-8BEE-2A0A26C6D99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407257" y="5291361"/>
                <a:ext cx="327139" cy="568748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9856EBAA-6797-4203-925D-445974CC63D7}"/>
              </a:ext>
            </a:extLst>
          </p:cNvPr>
          <p:cNvGrpSpPr/>
          <p:nvPr/>
        </p:nvGrpSpPr>
        <p:grpSpPr>
          <a:xfrm>
            <a:off x="7038286" y="5315455"/>
            <a:ext cx="1265040" cy="496080"/>
            <a:chOff x="5514286" y="5315455"/>
            <a:chExt cx="126504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F71A5C-0C20-4CC7-BA97-49DF194CCCE3}"/>
                    </a:ext>
                  </a:extLst>
                </p14:cNvPr>
                <p14:cNvContentPartPr/>
                <p14:nvPr/>
              </p14:nvContentPartPr>
              <p14:xfrm>
                <a:off x="5528326" y="5342455"/>
                <a:ext cx="263160" cy="456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F71A5C-0C20-4CC7-BA97-49DF194CCC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92326" y="5306815"/>
                  <a:ext cx="33480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DBC55ED-39F9-477C-983D-826D35D8DE9D}"/>
                    </a:ext>
                  </a:extLst>
                </p14:cNvPr>
                <p14:cNvContentPartPr/>
                <p14:nvPr/>
              </p14:nvContentPartPr>
              <p14:xfrm>
                <a:off x="5514286" y="5542255"/>
                <a:ext cx="295920" cy="14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DBC55ED-39F9-477C-983D-826D35D8DE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78646" y="5506615"/>
                  <a:ext cx="367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0B454C-687E-4EE2-B85A-FF43F407AD00}"/>
                    </a:ext>
                  </a:extLst>
                </p14:cNvPr>
                <p14:cNvContentPartPr/>
                <p14:nvPr/>
              </p14:nvContentPartPr>
              <p14:xfrm>
                <a:off x="5879686" y="5345695"/>
                <a:ext cx="82080" cy="437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0B454C-687E-4EE2-B85A-FF43F407AD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43686" y="5309695"/>
                  <a:ext cx="15372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1DA1A1-2651-4B3B-B193-BDDF61D4B01D}"/>
                    </a:ext>
                  </a:extLst>
                </p14:cNvPr>
                <p14:cNvContentPartPr/>
                <p14:nvPr/>
              </p14:nvContentPartPr>
              <p14:xfrm>
                <a:off x="5922166" y="5330215"/>
                <a:ext cx="246600" cy="457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01DA1A1-2651-4B3B-B193-BDDF61D4B0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86526" y="5294215"/>
                  <a:ext cx="3182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A5AB6AE-3A94-4C21-8DF2-D07D72CDD4DB}"/>
                    </a:ext>
                  </a:extLst>
                </p14:cNvPr>
                <p14:cNvContentPartPr/>
                <p14:nvPr/>
              </p14:nvContentPartPr>
              <p14:xfrm>
                <a:off x="6256246" y="5329855"/>
                <a:ext cx="190440" cy="48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A5AB6AE-3A94-4C21-8DF2-D07D72CDD4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20246" y="5294215"/>
                  <a:ext cx="262080" cy="55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567760-5098-4C0E-AD6D-97C64E4E055D}"/>
                    </a:ext>
                  </a:extLst>
                </p14:cNvPr>
                <p14:cNvContentPartPr/>
                <p14:nvPr/>
              </p14:nvContentPartPr>
              <p14:xfrm>
                <a:off x="6582766" y="5315455"/>
                <a:ext cx="196560" cy="437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567760-5098-4C0E-AD6D-97C64E4E055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47126" y="5279455"/>
                  <a:ext cx="26820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6E5EFE8-BA48-455F-B113-D1154CF4FBDD}"/>
                    </a:ext>
                  </a:extLst>
                </p14:cNvPr>
                <p14:cNvContentPartPr/>
                <p14:nvPr/>
              </p14:nvContentPartPr>
              <p14:xfrm>
                <a:off x="6583126" y="5583655"/>
                <a:ext cx="168480" cy="15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6E5EFE8-BA48-455F-B113-D1154CF4FB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47126" y="5547655"/>
                  <a:ext cx="240120" cy="87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Arrow: Right 2">
            <a:extLst>
              <a:ext uri="{FF2B5EF4-FFF2-40B4-BE49-F238E27FC236}">
                <a16:creationId xmlns:a16="http://schemas.microsoft.com/office/drawing/2014/main" id="{294A610A-FB57-4C3F-6393-664DC3024C7A}"/>
              </a:ext>
            </a:extLst>
          </p:cNvPr>
          <p:cNvSpPr/>
          <p:nvPr/>
        </p:nvSpPr>
        <p:spPr>
          <a:xfrm rot="19034690">
            <a:off x="4308530" y="1940773"/>
            <a:ext cx="4524215" cy="194103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0D2BC1-0AEE-36CA-1EA3-A8411573A23A}"/>
              </a:ext>
            </a:extLst>
          </p:cNvPr>
          <p:cNvSpPr txBox="1">
            <a:spLocks/>
          </p:cNvSpPr>
          <p:nvPr/>
        </p:nvSpPr>
        <p:spPr>
          <a:xfrm>
            <a:off x="5569662" y="32232"/>
            <a:ext cx="3252106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00B050"/>
                </a:solidFill>
                <a:latin typeface="Arial Black" pitchFamily="34" charset="0"/>
                <a:ea typeface="+mj-ea"/>
                <a:cs typeface="+mj-cs"/>
              </a:rPr>
              <a:t>DIRECT</a:t>
            </a:r>
          </a:p>
        </p:txBody>
      </p:sp>
    </p:spTree>
    <p:extLst>
      <p:ext uri="{BB962C8B-B14F-4D97-AF65-F5344CB8AC3E}">
        <p14:creationId xmlns:p14="http://schemas.microsoft.com/office/powerpoint/2010/main" val="29338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8458200" cy="1143000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Arial Black" pitchFamily="34" charset="0"/>
              </a:rPr>
              <a:t>MINERAL COMPOSITION</a:t>
            </a:r>
          </a:p>
        </p:txBody>
      </p:sp>
      <p:pic>
        <p:nvPicPr>
          <p:cNvPr id="4098" name="Picture 2" descr="What is graphite and what is graphite made of?">
            <a:extLst>
              <a:ext uri="{FF2B5EF4-FFF2-40B4-BE49-F238E27FC236}">
                <a16:creationId xmlns:a16="http://schemas.microsoft.com/office/drawing/2014/main" id="{216794A0-B621-259C-9068-83788AC610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4938" r="18750" b="11504"/>
          <a:stretch/>
        </p:blipFill>
        <p:spPr bwMode="auto">
          <a:xfrm>
            <a:off x="5867399" y="1295400"/>
            <a:ext cx="4254795" cy="3433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2" name="Picture 2" descr="http://apanyangku.files.wordpress.com/2009/09/diamond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1295400"/>
            <a:ext cx="4343400" cy="33528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524000" y="5045966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  <a:latin typeface="Antique Olive CompactPS" pitchFamily="34" charset="0"/>
              </a:rPr>
              <a:t>LOWER</a:t>
            </a:r>
            <a:r>
              <a:rPr lang="en-US" sz="5400" b="1" dirty="0">
                <a:solidFill>
                  <a:srgbClr val="00B050"/>
                </a:solidFill>
                <a:latin typeface="Antique Olive CompactPS" pitchFamily="34" charset="0"/>
              </a:rPr>
              <a:t> MINERAL HARDNESS = </a:t>
            </a:r>
          </a:p>
          <a:p>
            <a:pPr algn="ctr"/>
            <a:r>
              <a:rPr lang="en-US" sz="5400" b="1" dirty="0">
                <a:solidFill>
                  <a:srgbClr val="FF0000"/>
                </a:solidFill>
                <a:latin typeface="Antique Olive CompactPS" pitchFamily="34" charset="0"/>
              </a:rPr>
              <a:t>HIGHER</a:t>
            </a:r>
            <a:r>
              <a:rPr lang="en-US" sz="5400" b="1" dirty="0">
                <a:solidFill>
                  <a:srgbClr val="00B050"/>
                </a:solidFill>
                <a:latin typeface="Antique Olive CompactPS" pitchFamily="34" charset="0"/>
              </a:rPr>
              <a:t> WEATHERING RATE!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8000" y="4038600"/>
            <a:ext cx="2819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C00000"/>
                </a:solidFill>
                <a:latin typeface="Arial Black" pitchFamily="34" charset="0"/>
                <a:ea typeface="+mj-ea"/>
                <a:cs typeface="+mj-cs"/>
              </a:rPr>
              <a:t>FAST!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438400" y="3962400"/>
            <a:ext cx="2438400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SLOW!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-304800"/>
            <a:ext cx="9372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3._____________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allAtOnce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C231-3A6F-4526-9B8B-7F95C28C4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4854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RELATIONSHIP?</a:t>
            </a: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6730B378-4369-4FCD-AC1D-3FCAF73B308F}"/>
              </a:ext>
            </a:extLst>
          </p:cNvPr>
          <p:cNvSpPr/>
          <p:nvPr/>
        </p:nvSpPr>
        <p:spPr>
          <a:xfrm>
            <a:off x="4210126" y="1161638"/>
            <a:ext cx="3867074" cy="4096163"/>
          </a:xfrm>
          <a:prstGeom prst="corner">
            <a:avLst>
              <a:gd name="adj1" fmla="val 9894"/>
              <a:gd name="adj2" fmla="val 8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14:cNvPr>
              <p14:cNvContentPartPr/>
              <p14:nvPr/>
            </p14:nvContentPartPr>
            <p14:xfrm>
              <a:off x="3662206" y="4654163"/>
              <a:ext cx="379080" cy="494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28DF50D-685B-45C7-B662-91BA543E35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206" y="4618189"/>
                <a:ext cx="450720" cy="566228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5B7C01E-A367-4F96-AC88-D52FCFB678E8}"/>
              </a:ext>
            </a:extLst>
          </p:cNvPr>
          <p:cNvGrpSpPr/>
          <p:nvPr/>
        </p:nvGrpSpPr>
        <p:grpSpPr>
          <a:xfrm>
            <a:off x="3577606" y="3375803"/>
            <a:ext cx="448920" cy="1086120"/>
            <a:chOff x="2053606" y="3375803"/>
            <a:chExt cx="448920" cy="10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14:cNvPr>
                <p14:cNvContentPartPr/>
                <p14:nvPr/>
              </p14:nvContentPartPr>
              <p14:xfrm>
                <a:off x="2122006" y="4165643"/>
                <a:ext cx="368640" cy="296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8BB20C-CB02-4155-95FA-E6E36B6468F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86006" y="4129643"/>
                  <a:ext cx="440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14:cNvPr>
                <p14:cNvContentPartPr/>
                <p14:nvPr/>
              </p14:nvContentPartPr>
              <p14:xfrm>
                <a:off x="2066206" y="3755603"/>
                <a:ext cx="410040" cy="227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227E2C1-FC7E-4F32-8C8E-7E6706A39A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0566" y="3719603"/>
                  <a:ext cx="481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14:cNvPr>
                <p14:cNvContentPartPr/>
                <p14:nvPr/>
              </p14:nvContentPartPr>
              <p14:xfrm>
                <a:off x="2292286" y="3671363"/>
                <a:ext cx="14760" cy="308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EA538AA-3E8B-4594-A10E-9DA56DC2DE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56286" y="3635723"/>
                  <a:ext cx="864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14:cNvPr>
                <p14:cNvContentPartPr/>
                <p14:nvPr/>
              </p14:nvContentPartPr>
              <p14:xfrm>
                <a:off x="2053606" y="3375803"/>
                <a:ext cx="360" cy="252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9ECCDC-410F-43FD-9DF8-4BB544C5A3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7606" y="3340163"/>
                  <a:ext cx="720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14:cNvPr>
                <p14:cNvContentPartPr/>
                <p14:nvPr/>
              </p14:nvContentPartPr>
              <p14:xfrm>
                <a:off x="2053606" y="3460403"/>
                <a:ext cx="448920" cy="14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36CC33B-7E5F-4EEA-924C-89A5897BAE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7606" y="342476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BF5605-F73C-489E-AC36-AEA8BC003C6D}"/>
              </a:ext>
            </a:extLst>
          </p:cNvPr>
          <p:cNvGrpSpPr/>
          <p:nvPr/>
        </p:nvGrpSpPr>
        <p:grpSpPr>
          <a:xfrm>
            <a:off x="3507406" y="2263403"/>
            <a:ext cx="504720" cy="943920"/>
            <a:chOff x="1983406" y="2263403"/>
            <a:chExt cx="504720" cy="94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14:cNvPr>
                <p14:cNvContentPartPr/>
                <p14:nvPr/>
              </p14:nvContentPartPr>
              <p14:xfrm>
                <a:off x="1997086" y="3206963"/>
                <a:ext cx="47700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15ED83-1DD1-476F-AEC8-312A8F381D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61446" y="3170963"/>
                  <a:ext cx="548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14:cNvPr>
                <p14:cNvContentPartPr/>
                <p14:nvPr/>
              </p14:nvContentPartPr>
              <p14:xfrm>
                <a:off x="1983406" y="2981963"/>
                <a:ext cx="49104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4F1C0D-718E-4EFF-825B-8ABB79962C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47406" y="2945963"/>
                  <a:ext cx="562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14:cNvPr>
                <p14:cNvContentPartPr/>
                <p14:nvPr/>
              </p14:nvContentPartPr>
              <p14:xfrm>
                <a:off x="2278606" y="2953883"/>
                <a:ext cx="360" cy="223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90D249-5A75-4691-B5DD-335F52A1FD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42606" y="2917883"/>
                  <a:ext cx="72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14:cNvPr>
                <p14:cNvContentPartPr/>
                <p14:nvPr/>
              </p14:nvContentPartPr>
              <p14:xfrm>
                <a:off x="2036686" y="2561483"/>
                <a:ext cx="426600" cy="29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7F36AD-7CB0-4303-BAD5-87AB8E498E9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00686" y="2525843"/>
                  <a:ext cx="4982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14:cNvPr>
                <p14:cNvContentPartPr/>
                <p14:nvPr/>
              </p14:nvContentPartPr>
              <p14:xfrm>
                <a:off x="2039206" y="2419283"/>
                <a:ext cx="448920" cy="14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8D272B-10F5-4562-892C-301709EEAD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03566" y="2383643"/>
                  <a:ext cx="52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14:cNvPr>
                <p14:cNvContentPartPr/>
                <p14:nvPr/>
              </p14:nvContentPartPr>
              <p14:xfrm>
                <a:off x="1996366" y="2263403"/>
                <a:ext cx="448920" cy="9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5C24D9-733A-49B5-B928-40511FEC185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60366" y="2227763"/>
                  <a:ext cx="520560" cy="17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14:cNvPr>
              <p14:cNvContentPartPr/>
              <p14:nvPr/>
            </p14:nvContentPartPr>
            <p14:xfrm>
              <a:off x="3521086" y="2081603"/>
              <a:ext cx="4629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A03E625-DE7A-4C96-9992-0694D590A58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85086" y="2045603"/>
                <a:ext cx="5346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14:cNvPr>
              <p14:cNvContentPartPr/>
              <p14:nvPr/>
            </p14:nvContentPartPr>
            <p14:xfrm>
              <a:off x="3490846" y="1629443"/>
              <a:ext cx="537120" cy="255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CA7295C-6852-4E39-B325-E68008D1D24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54846" y="1593443"/>
                <a:ext cx="6087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14:cNvPr>
              <p14:cNvContentPartPr/>
              <p14:nvPr/>
            </p14:nvContentPartPr>
            <p14:xfrm>
              <a:off x="3506686" y="1041923"/>
              <a:ext cx="496080" cy="437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AFCCD2-901F-479E-8910-022CABADD43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70686" y="1005923"/>
                <a:ext cx="567720" cy="50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9EBAA6D-0866-45A4-A91E-1F11C0DBB802}"/>
              </a:ext>
            </a:extLst>
          </p:cNvPr>
          <p:cNvGrpSpPr/>
          <p:nvPr/>
        </p:nvGrpSpPr>
        <p:grpSpPr>
          <a:xfrm>
            <a:off x="4196446" y="5359375"/>
            <a:ext cx="718920" cy="324000"/>
            <a:chOff x="2672446" y="5359375"/>
            <a:chExt cx="71892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1042E5-CAE5-4D41-A23E-52B966D5C7D9}"/>
                    </a:ext>
                  </a:extLst>
                </p14:cNvPr>
                <p14:cNvContentPartPr/>
                <p14:nvPr/>
              </p14:nvContentPartPr>
              <p14:xfrm>
                <a:off x="2672446" y="5397895"/>
                <a:ext cx="265320" cy="258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1042E5-CAE5-4D41-A23E-52B966D5C7D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636806" y="5362255"/>
                  <a:ext cx="3369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2978D9-AAA9-4D64-96B7-3A58F160EBB2}"/>
                    </a:ext>
                  </a:extLst>
                </p14:cNvPr>
                <p14:cNvContentPartPr/>
                <p14:nvPr/>
              </p14:nvContentPartPr>
              <p14:xfrm>
                <a:off x="3038206" y="5359375"/>
                <a:ext cx="360" cy="266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2978D9-AAA9-4D64-96B7-3A58F160EB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02566" y="5323375"/>
                  <a:ext cx="72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9A099F-08DF-42C4-B249-8B25FDBF13B1}"/>
                    </a:ext>
                  </a:extLst>
                </p14:cNvPr>
                <p14:cNvContentPartPr/>
                <p14:nvPr/>
              </p14:nvContentPartPr>
              <p14:xfrm>
                <a:off x="3178606" y="5360815"/>
                <a:ext cx="212760" cy="322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9A099F-08DF-42C4-B249-8B25FDBF13B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42606" y="5325175"/>
                  <a:ext cx="28440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F8875A3-DCEA-4D0E-BABB-71C05D4C054E}"/>
                  </a:ext>
                </a:extLst>
              </p14:cNvPr>
              <p14:cNvContentPartPr/>
              <p14:nvPr/>
            </p14:nvContentPartPr>
            <p14:xfrm>
              <a:off x="5052886" y="5364055"/>
              <a:ext cx="225360" cy="322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F8875A3-DCEA-4D0E-BABB-71C05D4C054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016886" y="5328055"/>
                <a:ext cx="297000" cy="39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AAF16DD-D8C5-4A55-A198-843D2EA32BCD}"/>
              </a:ext>
            </a:extLst>
          </p:cNvPr>
          <p:cNvGrpSpPr/>
          <p:nvPr/>
        </p:nvGrpSpPr>
        <p:grpSpPr>
          <a:xfrm>
            <a:off x="5363926" y="5313295"/>
            <a:ext cx="758520" cy="370800"/>
            <a:chOff x="3839926" y="5313295"/>
            <a:chExt cx="75852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648226-48CB-41A2-B44D-F2D9A1DC34E9}"/>
                    </a:ext>
                  </a:extLst>
                </p14:cNvPr>
                <p14:cNvContentPartPr/>
                <p14:nvPr/>
              </p14:nvContentPartPr>
              <p14:xfrm>
                <a:off x="3839926" y="5313295"/>
                <a:ext cx="152280" cy="342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648226-48CB-41A2-B44D-F2D9A1DC34E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804286" y="5277655"/>
                  <a:ext cx="2239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481E99-7096-4A93-BD3C-0FBA81330993}"/>
                    </a:ext>
                  </a:extLst>
                </p14:cNvPr>
                <p14:cNvContentPartPr/>
                <p14:nvPr/>
              </p14:nvContentPartPr>
              <p14:xfrm>
                <a:off x="4107406" y="5370175"/>
                <a:ext cx="226080" cy="28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481E99-7096-4A93-BD3C-0FBA8133099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071406" y="5334175"/>
                  <a:ext cx="2977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13DB3B6-0FDD-4B51-A082-6242134F5E59}"/>
                    </a:ext>
                  </a:extLst>
                </p14:cNvPr>
                <p14:cNvContentPartPr/>
                <p14:nvPr/>
              </p14:nvContentPartPr>
              <p14:xfrm>
                <a:off x="4051246" y="5499775"/>
                <a:ext cx="237960" cy="14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13DB3B6-0FDD-4B51-A082-6242134F5E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015246" y="5464135"/>
                  <a:ext cx="309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805084-A305-4302-B162-C2803FCB707A}"/>
                    </a:ext>
                  </a:extLst>
                </p14:cNvPr>
                <p14:cNvContentPartPr/>
                <p14:nvPr/>
              </p14:nvContentPartPr>
              <p14:xfrm>
                <a:off x="4445086" y="5331295"/>
                <a:ext cx="153360" cy="352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805084-A305-4302-B162-C2803FCB707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09446" y="5295295"/>
                  <a:ext cx="225000" cy="42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F5E6FE-2B3B-4AEC-8F59-48C8475753E5}"/>
              </a:ext>
            </a:extLst>
          </p:cNvPr>
          <p:cNvGrpSpPr/>
          <p:nvPr/>
        </p:nvGrpSpPr>
        <p:grpSpPr>
          <a:xfrm>
            <a:off x="7051966" y="5261095"/>
            <a:ext cx="425160" cy="415800"/>
            <a:chOff x="5527966" y="5261095"/>
            <a:chExt cx="42516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4039DA-D34B-4E91-BF26-A28E967834DF}"/>
                    </a:ext>
                  </a:extLst>
                </p14:cNvPr>
                <p14:cNvContentPartPr/>
                <p14:nvPr/>
              </p14:nvContentPartPr>
              <p14:xfrm>
                <a:off x="5527966" y="5313655"/>
                <a:ext cx="173160" cy="327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4039DA-D34B-4E91-BF26-A28E967834D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92326" y="5278015"/>
                  <a:ext cx="2448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762A41-2F18-4049-A2D9-C5715130B929}"/>
                    </a:ext>
                  </a:extLst>
                </p14:cNvPr>
                <p14:cNvContentPartPr/>
                <p14:nvPr/>
              </p14:nvContentPartPr>
              <p14:xfrm>
                <a:off x="5795806" y="5302855"/>
                <a:ext cx="360" cy="350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762A41-2F18-4049-A2D9-C5715130B92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59806" y="5267215"/>
                  <a:ext cx="720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14F1172-C742-4A9F-9F45-F8BBDAB72181}"/>
                    </a:ext>
                  </a:extLst>
                </p14:cNvPr>
                <p14:cNvContentPartPr/>
                <p14:nvPr/>
              </p14:nvContentPartPr>
              <p14:xfrm>
                <a:off x="5809486" y="5261095"/>
                <a:ext cx="143640" cy="415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14F1172-C742-4A9F-9F45-F8BBDAB7218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73486" y="5225095"/>
                  <a:ext cx="215280" cy="48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4C50A9E-B125-4881-963F-99F3D0C04C3C}"/>
                  </a:ext>
                </a:extLst>
              </p14:cNvPr>
              <p14:cNvContentPartPr/>
              <p14:nvPr/>
            </p14:nvContentPartPr>
            <p14:xfrm>
              <a:off x="7570366" y="5247775"/>
              <a:ext cx="215640" cy="354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4C50A9E-B125-4881-963F-99F3D0C04C3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534426" y="5211738"/>
                <a:ext cx="287161" cy="426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DEF141E-6545-45E2-B415-C62BA299197A}"/>
                  </a:ext>
                </a:extLst>
              </p14:cNvPr>
              <p14:cNvContentPartPr/>
              <p14:nvPr/>
            </p14:nvContentPartPr>
            <p14:xfrm>
              <a:off x="7908406" y="5259295"/>
              <a:ext cx="225000" cy="354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DEF141E-6545-45E2-B415-C62BA299197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872406" y="5223258"/>
                <a:ext cx="296640" cy="425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4B11A2E-3BAD-47F8-AE6B-0F48EFE32415}"/>
                  </a:ext>
                </a:extLst>
              </p14:cNvPr>
              <p14:cNvContentPartPr/>
              <p14:nvPr/>
            </p14:nvContentPartPr>
            <p14:xfrm>
              <a:off x="8212606" y="5273335"/>
              <a:ext cx="232200" cy="329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4B11A2E-3BAD-47F8-AE6B-0F48EFE3241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76606" y="5237374"/>
                <a:ext cx="303840" cy="400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828A406-EB5C-4F58-A25F-2FDDDD758BB6}"/>
                  </a:ext>
                </a:extLst>
              </p14:cNvPr>
              <p14:cNvContentPartPr/>
              <p14:nvPr/>
            </p14:nvContentPartPr>
            <p14:xfrm>
              <a:off x="8528326" y="5260735"/>
              <a:ext cx="255600" cy="369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828A406-EB5C-4F58-A25F-2FDDDD758BB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492326" y="5224770"/>
                <a:ext cx="327240" cy="44057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3DE20117-9F9F-418A-928C-49A3C0D96450}"/>
              </a:ext>
            </a:extLst>
          </p:cNvPr>
          <p:cNvGrpSpPr/>
          <p:nvPr/>
        </p:nvGrpSpPr>
        <p:grpSpPr>
          <a:xfrm>
            <a:off x="6390646" y="5261095"/>
            <a:ext cx="558000" cy="408240"/>
            <a:chOff x="4866646" y="5261095"/>
            <a:chExt cx="55800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DC97CD-1191-424F-BD30-9EBB8FF83855}"/>
                    </a:ext>
                  </a:extLst>
                </p14:cNvPr>
                <p14:cNvContentPartPr/>
                <p14:nvPr/>
              </p14:nvContentPartPr>
              <p14:xfrm>
                <a:off x="4963846" y="5317255"/>
                <a:ext cx="16920" cy="308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DC97CD-1191-424F-BD30-9EBB8FF8385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27846" y="5281615"/>
                  <a:ext cx="88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5EE2E7A-00F5-440E-BC79-61E5E1E0FE10}"/>
                    </a:ext>
                  </a:extLst>
                </p14:cNvPr>
                <p14:cNvContentPartPr/>
                <p14:nvPr/>
              </p14:nvContentPartPr>
              <p14:xfrm>
                <a:off x="4866646" y="5499415"/>
                <a:ext cx="280440" cy="28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5EE2E7A-00F5-440E-BC79-61E5E1E0FE1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831006" y="5463775"/>
                  <a:ext cx="352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1719971-25C6-4834-948A-67E71D243DDD}"/>
                    </a:ext>
                  </a:extLst>
                </p14:cNvPr>
                <p14:cNvContentPartPr/>
                <p14:nvPr/>
              </p14:nvContentPartPr>
              <p14:xfrm>
                <a:off x="5148526" y="5261095"/>
                <a:ext cx="360" cy="392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1719971-25C6-4834-948A-67E71D243DD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12886" y="5225095"/>
                  <a:ext cx="720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EB6808-5161-4576-806E-D9BD84221CDC}"/>
                    </a:ext>
                  </a:extLst>
                </p14:cNvPr>
                <p14:cNvContentPartPr/>
                <p14:nvPr/>
              </p14:nvContentPartPr>
              <p14:xfrm>
                <a:off x="5260846" y="5301775"/>
                <a:ext cx="163800" cy="367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EB6808-5161-4576-806E-D9BD84221CD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24846" y="5265775"/>
                  <a:ext cx="2354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91F29B-F9E2-4F8B-ADFA-C50F76C4B3DE}"/>
                    </a:ext>
                  </a:extLst>
                </p14:cNvPr>
                <p14:cNvContentPartPr/>
                <p14:nvPr/>
              </p14:nvContentPartPr>
              <p14:xfrm>
                <a:off x="5190646" y="5429575"/>
                <a:ext cx="22392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91F29B-F9E2-4F8B-ADFA-C50F76C4B3D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54646" y="5393575"/>
                  <a:ext cx="295560" cy="72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EA5E16C3-1B62-DD6D-101D-4120BDFBA422}"/>
              </a:ext>
            </a:extLst>
          </p:cNvPr>
          <p:cNvSpPr/>
          <p:nvPr/>
        </p:nvSpPr>
        <p:spPr>
          <a:xfrm rot="2535239">
            <a:off x="4413201" y="2154825"/>
            <a:ext cx="4524215" cy="194103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86EAE1-9121-E16F-F237-A077E62D0217}"/>
              </a:ext>
            </a:extLst>
          </p:cNvPr>
          <p:cNvSpPr txBox="1">
            <a:spLocks/>
          </p:cNvSpPr>
          <p:nvPr/>
        </p:nvSpPr>
        <p:spPr>
          <a:xfrm>
            <a:off x="5569662" y="32232"/>
            <a:ext cx="3778187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INDIRECT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7BB2A4-7C2E-CB58-C43C-9F2038068B52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52460" y="1149457"/>
            <a:ext cx="3016405" cy="411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6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743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chemeClr val="accent6">
                    <a:lumMod val="75000"/>
                  </a:schemeClr>
                </a:solidFill>
                <a:latin typeface="Amasis MT Pro Black" panose="02040A04050005020304" pitchFamily="18" charset="0"/>
              </a:rPr>
              <a:t>THE POWER OF OBSERVATION…</a:t>
            </a:r>
            <a:br>
              <a:rPr lang="en-US" dirty="0"/>
            </a:br>
            <a:r>
              <a:rPr lang="en-US" b="1" u="sng" dirty="0"/>
              <a:t>ACTIVITY 1: </a:t>
            </a:r>
            <a:br>
              <a:rPr lang="en-US" b="1" u="sng" dirty="0"/>
            </a:br>
            <a:r>
              <a:rPr lang="en-US" dirty="0"/>
              <a:t>Which Tombstone has been weathered more?  </a:t>
            </a:r>
            <a:br>
              <a:rPr lang="en-US" dirty="0"/>
            </a:br>
            <a:r>
              <a:rPr lang="en-US" dirty="0"/>
              <a:t>What evidence supports your answer?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regents344">
            <a:hlinkClick r:id="rId3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2209800"/>
            <a:ext cx="5257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629400" y="2362200"/>
            <a:ext cx="54810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  <a:latin typeface="Antique Olive CompactPS" pitchFamily="34" charset="0"/>
              </a:rPr>
              <a:t>A bc its difficult to read!</a:t>
            </a:r>
          </a:p>
          <a:p>
            <a:pPr algn="ctr"/>
            <a:r>
              <a:rPr lang="en-US" sz="6000" b="1" dirty="0">
                <a:solidFill>
                  <a:srgbClr val="00B050"/>
                </a:solidFill>
                <a:latin typeface="Antique Olive CompactPS" pitchFamily="34" charset="0"/>
              </a:rPr>
              <a:t>It may be older, but mineral is softer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53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ACTIVITY 2:</a:t>
            </a:r>
            <a:br>
              <a:rPr lang="en-US" dirty="0"/>
            </a:br>
            <a:r>
              <a:rPr lang="en-US" dirty="0"/>
              <a:t>Which statue has less detail?</a:t>
            </a:r>
            <a:br>
              <a:rPr lang="en-US" dirty="0"/>
            </a:br>
            <a:r>
              <a:rPr lang="en-US" dirty="0"/>
              <a:t>What could have done this?</a:t>
            </a:r>
          </a:p>
        </p:txBody>
      </p:sp>
      <p:pic>
        <p:nvPicPr>
          <p:cNvPr id="4" name="Picture 3" descr="http://www.geocities.com/whatsacidrain/statues_acidraineffects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828800"/>
            <a:ext cx="5791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315200" y="2362201"/>
            <a:ext cx="487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C00000"/>
                </a:solidFill>
                <a:latin typeface="Antique Olive CompactPS" pitchFamily="34" charset="0"/>
              </a:rPr>
              <a:t>Letter B: </a:t>
            </a:r>
          </a:p>
          <a:p>
            <a:pPr algn="ctr"/>
            <a:endParaRPr lang="en-US" sz="6000" b="1" dirty="0">
              <a:solidFill>
                <a:srgbClr val="C00000"/>
              </a:solidFill>
              <a:latin typeface="Antique Olive CompactPS" pitchFamily="34" charset="0"/>
            </a:endParaRPr>
          </a:p>
          <a:p>
            <a:pPr algn="ctr"/>
            <a:r>
              <a:rPr lang="en-US" sz="6000" b="1" dirty="0">
                <a:solidFill>
                  <a:srgbClr val="0070C0"/>
                </a:solidFill>
                <a:latin typeface="Antique Olive CompactPS" pitchFamily="34" charset="0"/>
              </a:rPr>
              <a:t>Caused by ACID RAIN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6CDA4-6331-487D-A427-52CE24011E6E}"/>
              </a:ext>
            </a:extLst>
          </p:cNvPr>
          <p:cNvSpPr txBox="1"/>
          <p:nvPr/>
        </p:nvSpPr>
        <p:spPr>
          <a:xfrm>
            <a:off x="1645920" y="5836067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E81C6-E50F-4AAE-895E-F8212C870B09}"/>
              </a:ext>
            </a:extLst>
          </p:cNvPr>
          <p:cNvSpPr txBox="1"/>
          <p:nvPr/>
        </p:nvSpPr>
        <p:spPr>
          <a:xfrm>
            <a:off x="4572000" y="5836066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lgerian" panose="04020705040A02060702" pitchFamily="82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906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>ACTIVITY 3: </a:t>
            </a:r>
            <a:br>
              <a:rPr lang="en-US" b="1" u="sng" dirty="0"/>
            </a:br>
            <a:r>
              <a:rPr lang="en-US" b="1" u="sng" dirty="0"/>
              <a:t>Q1. </a:t>
            </a:r>
            <a:r>
              <a:rPr lang="en-US" dirty="0"/>
              <a:t>Which photograph is easier to read the hieroglyphics? </a:t>
            </a:r>
          </a:p>
        </p:txBody>
      </p:sp>
      <p:pic>
        <p:nvPicPr>
          <p:cNvPr id="4" name="Picture 3" descr="http://www.uwsp.edu/geo/faculty/ozsvath/images/Cleopatras%20Needle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579633"/>
            <a:ext cx="5562600" cy="527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162800" y="1524000"/>
            <a:ext cx="50292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C00000"/>
                </a:solidFill>
                <a:latin typeface="Antique Olive CompactPS" pitchFamily="34" charset="0"/>
              </a:rPr>
              <a:t>A!</a:t>
            </a:r>
          </a:p>
          <a:p>
            <a:pPr algn="ctr"/>
            <a:endParaRPr lang="en-US" sz="900" b="1" dirty="0">
              <a:solidFill>
                <a:srgbClr val="C00000"/>
              </a:solidFill>
              <a:latin typeface="Antique Olive CompactPS" pitchFamily="34" charset="0"/>
            </a:endParaRPr>
          </a:p>
          <a:p>
            <a:pPr algn="ctr"/>
            <a:r>
              <a:rPr lang="en-US" sz="4800" b="1" dirty="0">
                <a:latin typeface="Antique Olive CompactPS" pitchFamily="34" charset="0"/>
              </a:rPr>
              <a:t>This is </a:t>
            </a:r>
          </a:p>
          <a:p>
            <a:pPr algn="ctr"/>
            <a:r>
              <a:rPr lang="en-US" sz="4000" b="1" dirty="0">
                <a:solidFill>
                  <a:srgbClr val="00B050"/>
                </a:solidFill>
                <a:latin typeface="Antique Olive CompactPS" pitchFamily="34" charset="0"/>
              </a:rPr>
              <a:t>Cleopatra’s </a:t>
            </a:r>
            <a:r>
              <a:rPr lang="en-US" sz="4800" b="1" dirty="0">
                <a:solidFill>
                  <a:srgbClr val="00B050"/>
                </a:solidFill>
                <a:latin typeface="Antique Olive CompactPS" pitchFamily="34" charset="0"/>
              </a:rPr>
              <a:t>Needle, an obelisk</a:t>
            </a:r>
          </a:p>
          <a:p>
            <a:pPr algn="ctr"/>
            <a:endParaRPr lang="en-US" sz="4800" b="1" dirty="0">
              <a:solidFill>
                <a:srgbClr val="C00000"/>
              </a:solidFill>
              <a:latin typeface="Antique Olive CompactPS" pitchFamily="34" charset="0"/>
            </a:endParaRPr>
          </a:p>
          <a:p>
            <a:pPr algn="ctr"/>
            <a:endParaRPr lang="en-US" sz="4800" b="1" dirty="0">
              <a:solidFill>
                <a:srgbClr val="C00000"/>
              </a:solidFill>
              <a:latin typeface="Antique Olive CompactPS" pitchFamily="34" charset="0"/>
            </a:endParaRPr>
          </a:p>
        </p:txBody>
      </p:sp>
      <p:pic>
        <p:nvPicPr>
          <p:cNvPr id="23554" name="Picture 2" descr="http://www.clipartlord.com/wp-content/uploads/2013/06/cleopatra.pn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63115" y="4380614"/>
            <a:ext cx="2095560" cy="2791712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89CFDF-6A46-416A-8907-7AF00C63DEB5}"/>
              </a:ext>
            </a:extLst>
          </p:cNvPr>
          <p:cNvSpPr txBox="1"/>
          <p:nvPr/>
        </p:nvSpPr>
        <p:spPr>
          <a:xfrm>
            <a:off x="1507588" y="1524001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34E5F-CE6D-4C22-AB72-323263D69234}"/>
              </a:ext>
            </a:extLst>
          </p:cNvPr>
          <p:cNvSpPr txBox="1"/>
          <p:nvPr/>
        </p:nvSpPr>
        <p:spPr>
          <a:xfrm>
            <a:off x="4335194" y="1524000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Algerian" panose="04020705040A02060702" pitchFamily="82" charset="0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gc.maricopa.edu/earthsci/imagearchive/cleopatras%20needle%20mid%20section%20333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" y="0"/>
            <a:ext cx="4648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686300" y="1677413"/>
            <a:ext cx="75057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ntique Olive CompactPS" pitchFamily="34" charset="0"/>
              </a:rPr>
              <a:t>It weathered away faster because it was moved from 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ARID </a:t>
            </a: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Antique Olive CompactPS" pitchFamily="34" charset="0"/>
              </a:rPr>
              <a:t>Egypt </a:t>
            </a:r>
            <a:r>
              <a:rPr lang="en-US" sz="4800" b="1" dirty="0">
                <a:latin typeface="Antique Olive CompactPS" pitchFamily="34" charset="0"/>
              </a:rPr>
              <a:t>to</a:t>
            </a:r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 </a:t>
            </a:r>
          </a:p>
          <a:p>
            <a:pPr algn="ctr"/>
            <a:r>
              <a:rPr lang="en-US" sz="4800" b="1" dirty="0">
                <a:solidFill>
                  <a:srgbClr val="0070C0"/>
                </a:solidFill>
                <a:latin typeface="Antique Olive CompactPS" pitchFamily="34" charset="0"/>
              </a:rPr>
              <a:t>HUMID</a:t>
            </a:r>
            <a:r>
              <a:rPr lang="en-US" sz="4800" b="1" dirty="0">
                <a:solidFill>
                  <a:srgbClr val="C00000"/>
                </a:solidFill>
                <a:latin typeface="Antique Olive CompactPS" pitchFamily="34" charset="0"/>
              </a:rPr>
              <a:t> </a:t>
            </a:r>
            <a:r>
              <a:rPr lang="en-US" sz="4800" b="1" dirty="0">
                <a:solidFill>
                  <a:srgbClr val="00B050"/>
                </a:solidFill>
                <a:latin typeface="Antique Olive CompactPS" pitchFamily="34" charset="0"/>
              </a:rPr>
              <a:t>NYC</a:t>
            </a:r>
          </a:p>
        </p:txBody>
      </p:sp>
      <p:pic>
        <p:nvPicPr>
          <p:cNvPr id="21506" name="Picture 2" descr="http://www.mr-frog.com/clipart_contents01/clip_p2/cleopatra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0" y="4724400"/>
            <a:ext cx="3048000" cy="213360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A4F278-9A2E-4B56-BA9B-6EB9710EF22A}"/>
              </a:ext>
            </a:extLst>
          </p:cNvPr>
          <p:cNvSpPr txBox="1"/>
          <p:nvPr/>
        </p:nvSpPr>
        <p:spPr>
          <a:xfrm>
            <a:off x="4686300" y="0"/>
            <a:ext cx="7505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Algerian" panose="04020705040A02060702" pitchFamily="82" charset="0"/>
              </a:rPr>
              <a:t>Q2. What happened to the NYC OBELISK?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3241-0169-3CBA-26B8-3FAC5E12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500"/>
            <a:ext cx="12192000" cy="1325563"/>
          </a:xfrm>
        </p:spPr>
        <p:txBody>
          <a:bodyPr>
            <a:normAutofit/>
          </a:bodyPr>
          <a:lstStyle/>
          <a:p>
            <a:r>
              <a:rPr lang="en-US" b="1" dirty="0"/>
              <a:t>ACTIVITY 4: 	</a:t>
            </a:r>
            <a:r>
              <a:rPr lang="en-US" dirty="0"/>
              <a:t>Use the following graph to answer the </a:t>
            </a:r>
            <a:br>
              <a:rPr lang="en-US" dirty="0"/>
            </a:br>
            <a:r>
              <a:rPr lang="en-US" dirty="0"/>
              <a:t>			corresponding questions.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B7563-FAF1-2AFC-6BBA-670A2A164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293" y="1346543"/>
            <a:ext cx="5945414" cy="544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43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6EA0-311E-D028-843C-9AADF563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8978747" cy="6319157"/>
          </a:xfrm>
        </p:spPr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sz="3600" dirty="0"/>
              <a:t>Circle your answer. Compared to Physical Weathering, the relative temperature of Chemical Weathering is:</a:t>
            </a:r>
          </a:p>
          <a:p>
            <a:pPr marL="0" indent="0" algn="ctr">
              <a:buNone/>
            </a:pPr>
            <a:r>
              <a:rPr lang="en-US" sz="4800" b="1" dirty="0"/>
              <a:t>Lower		Equal		Higher</a:t>
            </a:r>
            <a:r>
              <a:rPr lang="en-US" sz="4800" dirty="0"/>
              <a:t>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2. Determine an average yearly </a:t>
            </a:r>
          </a:p>
          <a:p>
            <a:pPr marL="0" indent="0">
              <a:buNone/>
            </a:pPr>
            <a:r>
              <a:rPr lang="en-US" sz="3600" dirty="0"/>
              <a:t>precipitation amount that would </a:t>
            </a:r>
          </a:p>
          <a:p>
            <a:pPr marL="0" indent="0">
              <a:buNone/>
            </a:pPr>
            <a:r>
              <a:rPr lang="en-US" sz="3600" dirty="0"/>
              <a:t>cause strong chemical weathering </a:t>
            </a:r>
          </a:p>
          <a:p>
            <a:pPr marL="0" indent="0">
              <a:buNone/>
            </a:pPr>
            <a:r>
              <a:rPr lang="en-US" sz="3600" dirty="0"/>
              <a:t>to occur at 25°C: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62501-0C91-2566-BD1D-D66136B83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766" y="2401677"/>
            <a:ext cx="4863233" cy="4456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7A9AAF-6F03-DF63-3698-10B27AD7204D}"/>
                  </a:ext>
                </a:extLst>
              </p14:cNvPr>
              <p14:cNvContentPartPr/>
              <p14:nvPr/>
            </p14:nvContentPartPr>
            <p14:xfrm>
              <a:off x="9628473" y="4659892"/>
              <a:ext cx="594360" cy="23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7A9AAF-6F03-DF63-3698-10B27AD720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56473" y="4515892"/>
                <a:ext cx="7380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6D23077-2DD8-002B-B02C-636DEA0AA788}"/>
                  </a:ext>
                </a:extLst>
              </p14:cNvPr>
              <p14:cNvContentPartPr/>
              <p14:nvPr/>
            </p14:nvContentPartPr>
            <p14:xfrm>
              <a:off x="10774353" y="3844852"/>
              <a:ext cx="5677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6D23077-2DD8-002B-B02C-636DEA0AA7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702713" y="3700852"/>
                <a:ext cx="711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CA2B258-A880-63E8-3AF9-D408168D9160}"/>
                  </a:ext>
                </a:extLst>
              </p14:cNvPr>
              <p14:cNvContentPartPr/>
              <p14:nvPr/>
            </p14:nvContentPartPr>
            <p14:xfrm>
              <a:off x="10796313" y="4842412"/>
              <a:ext cx="600480" cy="16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CA2B258-A880-63E8-3AF9-D408168D91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24313" y="4698772"/>
                <a:ext cx="7441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0E5C6F8-D2FF-BA8D-6E21-A82CD2959684}"/>
                  </a:ext>
                </a:extLst>
              </p14:cNvPr>
              <p14:cNvContentPartPr/>
              <p14:nvPr/>
            </p14:nvContentPartPr>
            <p14:xfrm>
              <a:off x="9981273" y="6510652"/>
              <a:ext cx="2013480" cy="45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0E5C6F8-D2FF-BA8D-6E21-A82CD29596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09273" y="6366652"/>
                <a:ext cx="215712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4C596D2-E21C-C71E-D0CA-12D33E42252B}"/>
                  </a:ext>
                </a:extLst>
              </p14:cNvPr>
              <p14:cNvContentPartPr/>
              <p14:nvPr/>
            </p14:nvContentPartPr>
            <p14:xfrm>
              <a:off x="6345451" y="1695505"/>
              <a:ext cx="1796760" cy="575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4C596D2-E21C-C71E-D0CA-12D33E4225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73451" y="1551865"/>
                <a:ext cx="1940400" cy="86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C2A9BC-1FF8-99A4-5EF0-E14708A9C850}"/>
                  </a:ext>
                </a:extLst>
              </p14:cNvPr>
              <p14:cNvContentPartPr/>
              <p14:nvPr/>
            </p14:nvContentPartPr>
            <p14:xfrm>
              <a:off x="11461806" y="3179872"/>
              <a:ext cx="43560" cy="3391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C2A9BC-1FF8-99A4-5EF0-E14708A9C8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389806" y="3035872"/>
                <a:ext cx="187200" cy="36792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0608F48C-F353-284F-BA44-8F47700B3AD4}"/>
              </a:ext>
            </a:extLst>
          </p:cNvPr>
          <p:cNvSpPr txBox="1">
            <a:spLocks/>
          </p:cNvSpPr>
          <p:nvPr/>
        </p:nvSpPr>
        <p:spPr>
          <a:xfrm>
            <a:off x="0" y="5445579"/>
            <a:ext cx="7131519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Any value from 148cm- 225cm</a:t>
            </a:r>
          </a:p>
        </p:txBody>
      </p:sp>
    </p:spTree>
    <p:extLst>
      <p:ext uri="{BB962C8B-B14F-4D97-AF65-F5344CB8AC3E}">
        <p14:creationId xmlns:p14="http://schemas.microsoft.com/office/powerpoint/2010/main" val="280015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5516-A700-92BD-5CBF-CB928C3F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515600" cy="6764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3. What type of weathering occurs at the following:</a:t>
            </a:r>
          </a:p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eriod"/>
            </a:pPr>
            <a:r>
              <a:rPr lang="en-US" sz="5400" dirty="0"/>
              <a:t>25°C, 125 cm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b. -3°C, 40 cm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c. 6°C, 82 cm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B4C87-0275-C9B8-D693-37BD7D67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923" y="573824"/>
            <a:ext cx="6857989" cy="62841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F0EAFB-3B3C-180A-E0A6-E27D86D57E52}"/>
                  </a:ext>
                </a:extLst>
              </p14:cNvPr>
              <p14:cNvContentPartPr/>
              <p14:nvPr/>
            </p14:nvContentPartPr>
            <p14:xfrm>
              <a:off x="5159056" y="3591846"/>
              <a:ext cx="5538240" cy="2742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F0EAFB-3B3C-180A-E0A6-E27D86D57E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7416" y="3447846"/>
                <a:ext cx="5681880" cy="30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602B95-DBCF-6B39-3CCB-7AA5704950A6}"/>
                  </a:ext>
                </a:extLst>
              </p14:cNvPr>
              <p14:cNvContentPartPr/>
              <p14:nvPr/>
            </p14:nvContentPartPr>
            <p14:xfrm>
              <a:off x="5306656" y="5286726"/>
              <a:ext cx="2328480" cy="960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602B95-DBCF-6B39-3CCB-7AA5704950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5016" y="5142726"/>
                <a:ext cx="2472120" cy="12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F72CE7A-ACF3-CFF5-BED0-200811D5A488}"/>
                  </a:ext>
                </a:extLst>
              </p14:cNvPr>
              <p14:cNvContentPartPr/>
              <p14:nvPr/>
            </p14:nvContentPartPr>
            <p14:xfrm>
              <a:off x="5207296" y="4427766"/>
              <a:ext cx="3474000" cy="1797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F72CE7A-ACF3-CFF5-BED0-200811D5A4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35296" y="4283766"/>
                <a:ext cx="3617640" cy="20851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FB66D860-22CE-6BAA-4F21-285EB486979D}"/>
              </a:ext>
            </a:extLst>
          </p:cNvPr>
          <p:cNvSpPr txBox="1">
            <a:spLocks/>
          </p:cNvSpPr>
          <p:nvPr/>
        </p:nvSpPr>
        <p:spPr>
          <a:xfrm>
            <a:off x="121185" y="1925532"/>
            <a:ext cx="4627085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dirty="0">
                <a:highlight>
                  <a:srgbClr val="FFFF00"/>
                </a:highlight>
                <a:latin typeface="Arial Black" pitchFamily="34" charset="0"/>
                <a:ea typeface="+mj-ea"/>
                <a:cs typeface="+mj-cs"/>
              </a:rPr>
              <a:t>Moderate Chemical Weathering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9BD1C2-981F-5326-B495-F2D2B768AA09}"/>
              </a:ext>
            </a:extLst>
          </p:cNvPr>
          <p:cNvSpPr txBox="1">
            <a:spLocks/>
          </p:cNvSpPr>
          <p:nvPr/>
        </p:nvSpPr>
        <p:spPr>
          <a:xfrm>
            <a:off x="121185" y="3715912"/>
            <a:ext cx="4627085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dirty="0">
                <a:highlight>
                  <a:srgbClr val="00FF00"/>
                </a:highlight>
                <a:latin typeface="Arial Black" pitchFamily="34" charset="0"/>
                <a:ea typeface="+mj-ea"/>
                <a:cs typeface="+mj-cs"/>
              </a:rPr>
              <a:t>Slight Frost Action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893ABA-F258-3FB5-560C-52C8BD4CD27E}"/>
              </a:ext>
            </a:extLst>
          </p:cNvPr>
          <p:cNvSpPr txBox="1">
            <a:spLocks/>
          </p:cNvSpPr>
          <p:nvPr/>
        </p:nvSpPr>
        <p:spPr>
          <a:xfrm>
            <a:off x="121185" y="5506292"/>
            <a:ext cx="4627085" cy="130488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dirty="0">
                <a:highlight>
                  <a:srgbClr val="00FFFF"/>
                </a:highlight>
                <a:latin typeface="Arial Black" pitchFamily="34" charset="0"/>
                <a:ea typeface="+mj-ea"/>
                <a:cs typeface="+mj-cs"/>
              </a:rPr>
              <a:t>Moderate Chemical Weathering with Frost Action</a:t>
            </a:r>
          </a:p>
        </p:txBody>
      </p:sp>
    </p:spTree>
    <p:extLst>
      <p:ext uri="{BB962C8B-B14F-4D97-AF65-F5344CB8AC3E}">
        <p14:creationId xmlns:p14="http://schemas.microsoft.com/office/powerpoint/2010/main" val="204417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3241-0169-3CBA-26B8-3FAC5E12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500"/>
            <a:ext cx="12192000" cy="1325563"/>
          </a:xfrm>
        </p:spPr>
        <p:txBody>
          <a:bodyPr>
            <a:normAutofit/>
          </a:bodyPr>
          <a:lstStyle/>
          <a:p>
            <a:r>
              <a:rPr lang="en-US" b="1" dirty="0"/>
              <a:t>ACTIVITY 5: 	</a:t>
            </a:r>
            <a:r>
              <a:rPr lang="en-US" dirty="0"/>
              <a:t>Use the following climatograph of Ireland </a:t>
            </a:r>
            <a:br>
              <a:rPr lang="en-US" dirty="0"/>
            </a:br>
            <a:r>
              <a:rPr lang="en-US" dirty="0"/>
              <a:t>			to answer the corresponding questions.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74C25-1FEE-B8B2-7CCC-8C12AD821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76" y="1389063"/>
            <a:ext cx="7948002" cy="545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49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66EA0-311E-D028-843C-9AADF563B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7740503" cy="6319157"/>
          </a:xfrm>
        </p:spPr>
        <p:txBody>
          <a:bodyPr>
            <a:normAutofit lnSpcReduction="10000"/>
          </a:bodyPr>
          <a:lstStyle/>
          <a:p>
            <a:pPr marL="742950" indent="-742950">
              <a:buAutoNum type="arabicPeriod"/>
            </a:pPr>
            <a:r>
              <a:rPr lang="en-US" sz="3600" dirty="0"/>
              <a:t>Which month do you think will have the fastest rate of chemical weathering?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r>
              <a:rPr lang="en-US" sz="3600" dirty="0"/>
              <a:t>Explain the reason(s) that you selected this month for question 1.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r>
              <a:rPr lang="en-US" sz="3600" dirty="0"/>
              <a:t>Which month do you think will have the most Frost Action?</a:t>
            </a:r>
          </a:p>
          <a:p>
            <a:pPr marL="742950" indent="-742950">
              <a:buAutoNum type="arabicPeriod"/>
            </a:pPr>
            <a:endParaRPr lang="en-US" sz="3600" dirty="0"/>
          </a:p>
          <a:p>
            <a:pPr marL="742950" indent="-742950">
              <a:buAutoNum type="arabicPeriod"/>
            </a:pPr>
            <a:r>
              <a:rPr lang="en-US" sz="3600" dirty="0"/>
              <a:t>Explain the reason(s) that you selected this month for question 3.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608F48C-F353-284F-BA44-8F47700B3AD4}"/>
              </a:ext>
            </a:extLst>
          </p:cNvPr>
          <p:cNvSpPr txBox="1">
            <a:spLocks/>
          </p:cNvSpPr>
          <p:nvPr/>
        </p:nvSpPr>
        <p:spPr>
          <a:xfrm>
            <a:off x="255181" y="937374"/>
            <a:ext cx="7131519" cy="1143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April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765B79-DFB9-A1C3-FD70-7C7189B6E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329" y="1508874"/>
            <a:ext cx="4631671" cy="326606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95773DF-483C-268B-3947-963547729B98}"/>
              </a:ext>
            </a:extLst>
          </p:cNvPr>
          <p:cNvSpPr txBox="1">
            <a:spLocks/>
          </p:cNvSpPr>
          <p:nvPr/>
        </p:nvSpPr>
        <p:spPr>
          <a:xfrm>
            <a:off x="255180" y="2913321"/>
            <a:ext cx="7131519" cy="62732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High Temperature &amp; 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3200" dirty="0">
                <a:solidFill>
                  <a:srgbClr val="FF0000"/>
                </a:solidFill>
                <a:latin typeface="Arial Black" pitchFamily="34" charset="0"/>
                <a:ea typeface="+mj-ea"/>
                <a:cs typeface="+mj-cs"/>
              </a:rPr>
              <a:t>Highest Rainfall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6FE8EE0-E9E1-4204-14A3-61323D2BD928}"/>
              </a:ext>
            </a:extLst>
          </p:cNvPr>
          <p:cNvSpPr txBox="1">
            <a:spLocks/>
          </p:cNvSpPr>
          <p:nvPr/>
        </p:nvSpPr>
        <p:spPr>
          <a:xfrm>
            <a:off x="-1" y="4582568"/>
            <a:ext cx="7131519" cy="62732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8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January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87528B-37F5-8BCF-37E8-82AA516EB00F}"/>
              </a:ext>
            </a:extLst>
          </p:cNvPr>
          <p:cNvSpPr txBox="1">
            <a:spLocks/>
          </p:cNvSpPr>
          <p:nvPr/>
        </p:nvSpPr>
        <p:spPr>
          <a:xfrm>
            <a:off x="120501" y="6042836"/>
            <a:ext cx="7131519" cy="62732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2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Low Temperature &amp; 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3200" dirty="0">
                <a:solidFill>
                  <a:srgbClr val="0070C0"/>
                </a:solidFill>
                <a:latin typeface="Arial Black" pitchFamily="34" charset="0"/>
                <a:ea typeface="+mj-ea"/>
                <a:cs typeface="+mj-cs"/>
              </a:rPr>
              <a:t>Highest Rainfall</a:t>
            </a:r>
          </a:p>
        </p:txBody>
      </p:sp>
    </p:spTree>
    <p:extLst>
      <p:ext uri="{BB962C8B-B14F-4D97-AF65-F5344CB8AC3E}">
        <p14:creationId xmlns:p14="http://schemas.microsoft.com/office/powerpoint/2010/main" val="215856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B89E02-D32C-4FE0-AA70-296EE7780378}"/>
</file>

<file path=customXml/itemProps2.xml><?xml version="1.0" encoding="utf-8"?>
<ds:datastoreItem xmlns:ds="http://schemas.openxmlformats.org/officeDocument/2006/customXml" ds:itemID="{41D44510-670B-43F1-A6A5-B7B3BEB05F60}"/>
</file>

<file path=customXml/itemProps3.xml><?xml version="1.0" encoding="utf-8"?>
<ds:datastoreItem xmlns:ds="http://schemas.openxmlformats.org/officeDocument/2006/customXml" ds:itemID="{33EF57EE-7418-467C-9359-4B49C950A2BF}"/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545</Words>
  <Application>Microsoft Office PowerPoint</Application>
  <PresentationFormat>Widescreen</PresentationFormat>
  <Paragraphs>104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Aharoni</vt:lpstr>
      <vt:lpstr>Algerian</vt:lpstr>
      <vt:lpstr>Amasis MT Pro Black</vt:lpstr>
      <vt:lpstr>Antique Olive CompactPS</vt:lpstr>
      <vt:lpstr>Arial</vt:lpstr>
      <vt:lpstr>Arial Black</vt:lpstr>
      <vt:lpstr>Calibri</vt:lpstr>
      <vt:lpstr>Calibri Light</vt:lpstr>
      <vt:lpstr>Office Theme</vt:lpstr>
      <vt:lpstr>PowerPoint Presentation</vt:lpstr>
      <vt:lpstr>Most weathering processes require….</vt:lpstr>
      <vt:lpstr>INTRODUCTION QUESTIONS:</vt:lpstr>
      <vt:lpstr>INTRODUCTION QUESTIONS:</vt:lpstr>
      <vt:lpstr>INTRODUCTION QUESTIONS:</vt:lpstr>
      <vt:lpstr>SEDIMENT FACTORS  also influence the  RATE OF WEATHERING. SUCH AS:</vt:lpstr>
      <vt:lpstr>FAST!</vt:lpstr>
      <vt:lpstr>RELATIONSHIP?</vt:lpstr>
      <vt:lpstr>SURFACE AREA</vt:lpstr>
      <vt:lpstr>RELATIONSHIP?</vt:lpstr>
      <vt:lpstr>MINERAL COMPOSITION</vt:lpstr>
      <vt:lpstr>RELATIONSHIP?</vt:lpstr>
      <vt:lpstr>THE POWER OF OBSERVATION… ACTIVITY 1:  Which Tombstone has been weathered more?   What evidence supports your answer? </vt:lpstr>
      <vt:lpstr>ACTIVITY 2: Which statue has less detail? What could have done this?</vt:lpstr>
      <vt:lpstr>ACTIVITY 3:  Q1. Which photograph is easier to read the hieroglyphics? </vt:lpstr>
      <vt:lpstr>PowerPoint Presentation</vt:lpstr>
      <vt:lpstr>ACTIVITY 4:  Use the following graph to answer the     corresponding questions.</vt:lpstr>
      <vt:lpstr>PowerPoint Presentation</vt:lpstr>
      <vt:lpstr>PowerPoint Presentation</vt:lpstr>
      <vt:lpstr>ACTIVITY 5:  Use the following climatograph of Ireland     to answer the corresponding questions.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Kerri Guzzardo</dc:creator>
  <cp:lastModifiedBy>Kerri Guzzardo</cp:lastModifiedBy>
  <cp:revision>2</cp:revision>
  <dcterms:created xsi:type="dcterms:W3CDTF">2022-06-17T14:53:39Z</dcterms:created>
  <dcterms:modified xsi:type="dcterms:W3CDTF">2024-08-06T01:41:33Z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