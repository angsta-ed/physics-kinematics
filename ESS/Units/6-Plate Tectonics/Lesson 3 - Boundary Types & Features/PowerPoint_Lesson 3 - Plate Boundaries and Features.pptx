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ink/ink1.xml" ContentType="application/inkml+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85"/>
  </p:notesMasterIdLst>
  <p:sldIdLst>
    <p:sldId id="256" r:id="rId3"/>
    <p:sldId id="257" r:id="rId4"/>
    <p:sldId id="362" r:id="rId5"/>
    <p:sldId id="258" r:id="rId6"/>
    <p:sldId id="267" r:id="rId7"/>
    <p:sldId id="371" r:id="rId8"/>
    <p:sldId id="368" r:id="rId9"/>
    <p:sldId id="269" r:id="rId10"/>
    <p:sldId id="263" r:id="rId11"/>
    <p:sldId id="259" r:id="rId12"/>
    <p:sldId id="293" r:id="rId13"/>
    <p:sldId id="294" r:id="rId14"/>
    <p:sldId id="295" r:id="rId15"/>
    <p:sldId id="297" r:id="rId16"/>
    <p:sldId id="296" r:id="rId17"/>
    <p:sldId id="298" r:id="rId18"/>
    <p:sldId id="299" r:id="rId19"/>
    <p:sldId id="300" r:id="rId20"/>
    <p:sldId id="301" r:id="rId21"/>
    <p:sldId id="302" r:id="rId22"/>
    <p:sldId id="351" r:id="rId23"/>
    <p:sldId id="349" r:id="rId24"/>
    <p:sldId id="303" r:id="rId25"/>
    <p:sldId id="304" r:id="rId26"/>
    <p:sldId id="305" r:id="rId27"/>
    <p:sldId id="307" r:id="rId28"/>
    <p:sldId id="357" r:id="rId29"/>
    <p:sldId id="358" r:id="rId30"/>
    <p:sldId id="359" r:id="rId31"/>
    <p:sldId id="356" r:id="rId32"/>
    <p:sldId id="372" r:id="rId33"/>
    <p:sldId id="360" r:id="rId34"/>
    <p:sldId id="308" r:id="rId35"/>
    <p:sldId id="309" r:id="rId36"/>
    <p:sldId id="310" r:id="rId37"/>
    <p:sldId id="353" r:id="rId38"/>
    <p:sldId id="311" r:id="rId39"/>
    <p:sldId id="312" r:id="rId40"/>
    <p:sldId id="313" r:id="rId41"/>
    <p:sldId id="314" r:id="rId42"/>
    <p:sldId id="315" r:id="rId43"/>
    <p:sldId id="363" r:id="rId44"/>
    <p:sldId id="354" r:id="rId45"/>
    <p:sldId id="318" r:id="rId46"/>
    <p:sldId id="319" r:id="rId47"/>
    <p:sldId id="316" r:id="rId48"/>
    <p:sldId id="317" r:id="rId49"/>
    <p:sldId id="364" r:id="rId50"/>
    <p:sldId id="352" r:id="rId51"/>
    <p:sldId id="322" r:id="rId52"/>
    <p:sldId id="361" r:id="rId53"/>
    <p:sldId id="320" r:id="rId54"/>
    <p:sldId id="321" r:id="rId55"/>
    <p:sldId id="323" r:id="rId56"/>
    <p:sldId id="324" r:id="rId57"/>
    <p:sldId id="373" r:id="rId58"/>
    <p:sldId id="366" r:id="rId59"/>
    <p:sldId id="325" r:id="rId60"/>
    <p:sldId id="327" r:id="rId61"/>
    <p:sldId id="367" r:id="rId62"/>
    <p:sldId id="328" r:id="rId63"/>
    <p:sldId id="374" r:id="rId64"/>
    <p:sldId id="329" r:id="rId65"/>
    <p:sldId id="369" r:id="rId66"/>
    <p:sldId id="330" r:id="rId67"/>
    <p:sldId id="331" r:id="rId68"/>
    <p:sldId id="332" r:id="rId69"/>
    <p:sldId id="333" r:id="rId70"/>
    <p:sldId id="334" r:id="rId71"/>
    <p:sldId id="335" r:id="rId72"/>
    <p:sldId id="336" r:id="rId73"/>
    <p:sldId id="337" r:id="rId74"/>
    <p:sldId id="338" r:id="rId75"/>
    <p:sldId id="339" r:id="rId76"/>
    <p:sldId id="340" r:id="rId77"/>
    <p:sldId id="341" r:id="rId78"/>
    <p:sldId id="342" r:id="rId79"/>
    <p:sldId id="343" r:id="rId80"/>
    <p:sldId id="344" r:id="rId81"/>
    <p:sldId id="260" r:id="rId82"/>
    <p:sldId id="370" r:id="rId83"/>
    <p:sldId id="365" r:id="rId8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C503A0-A087-4AF0-9407-79C9DD36758C}" v="2" dt="2024-06-20T17:28:39.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4660"/>
  </p:normalViewPr>
  <p:slideViewPr>
    <p:cSldViewPr snapToGrid="0">
      <p:cViewPr varScale="1">
        <p:scale>
          <a:sx n="76" d="100"/>
          <a:sy n="76" d="100"/>
        </p:scale>
        <p:origin x="720"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tableStyles" Target="tableStyles.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microsoft.com/office/2016/11/relationships/changesInfo" Target="changesInfos/changesInfo1.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notesMaster" Target="notesMasters/notesMaster1.xml"/><Relationship Id="rId93" Type="http://schemas.openxmlformats.org/officeDocument/2006/relationships/customXml" Target="../customXml/item2.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theme" Target="theme/theme1.xml"/><Relationship Id="rId9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presProps" Target="presProps.xml"/><Relationship Id="rId94"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customXml" Target="../customXml/item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viewProps" Target="viewProps.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yle Winter" userId="34daa314-b499-4a63-812e-be72b148aed2" providerId="ADAL" clId="{14C3142F-91C4-4428-A9CF-72B51EEA91FD}"/>
    <pc:docChg chg="undo custSel modSld">
      <pc:chgData name="Kyle Winter" userId="34daa314-b499-4a63-812e-be72b148aed2" providerId="ADAL" clId="{14C3142F-91C4-4428-A9CF-72B51EEA91FD}" dt="2024-04-17T18:27:01.081" v="27" actId="20577"/>
      <pc:docMkLst>
        <pc:docMk/>
      </pc:docMkLst>
      <pc:sldChg chg="modSp mod">
        <pc:chgData name="Kyle Winter" userId="34daa314-b499-4a63-812e-be72b148aed2" providerId="ADAL" clId="{14C3142F-91C4-4428-A9CF-72B51EEA91FD}" dt="2024-04-17T18:26:44.202" v="17" actId="20577"/>
        <pc:sldMkLst>
          <pc:docMk/>
          <pc:sldMk cId="0" sldId="282"/>
        </pc:sldMkLst>
        <pc:spChg chg="mod">
          <ac:chgData name="Kyle Winter" userId="34daa314-b499-4a63-812e-be72b148aed2" providerId="ADAL" clId="{14C3142F-91C4-4428-A9CF-72B51EEA91FD}" dt="2024-04-17T18:26:44.202" v="17" actId="20577"/>
          <ac:spMkLst>
            <pc:docMk/>
            <pc:sldMk cId="0" sldId="282"/>
            <ac:spMk id="308" creationId="{00000000-0000-0000-0000-000000000000}"/>
          </ac:spMkLst>
        </pc:spChg>
      </pc:sldChg>
      <pc:sldChg chg="modSp mod">
        <pc:chgData name="Kyle Winter" userId="34daa314-b499-4a63-812e-be72b148aed2" providerId="ADAL" clId="{14C3142F-91C4-4428-A9CF-72B51EEA91FD}" dt="2024-04-17T18:26:46.609" v="19" actId="20577"/>
        <pc:sldMkLst>
          <pc:docMk/>
          <pc:sldMk cId="0" sldId="283"/>
        </pc:sldMkLst>
        <pc:spChg chg="mod">
          <ac:chgData name="Kyle Winter" userId="34daa314-b499-4a63-812e-be72b148aed2" providerId="ADAL" clId="{14C3142F-91C4-4428-A9CF-72B51EEA91FD}" dt="2024-04-17T18:26:46.609" v="19" actId="20577"/>
          <ac:spMkLst>
            <pc:docMk/>
            <pc:sldMk cId="0" sldId="283"/>
            <ac:spMk id="315" creationId="{00000000-0000-0000-0000-000000000000}"/>
          </ac:spMkLst>
        </pc:spChg>
      </pc:sldChg>
      <pc:sldChg chg="modSp mod">
        <pc:chgData name="Kyle Winter" userId="34daa314-b499-4a63-812e-be72b148aed2" providerId="ADAL" clId="{14C3142F-91C4-4428-A9CF-72B51EEA91FD}" dt="2024-04-17T18:26:49.801" v="21" actId="20577"/>
        <pc:sldMkLst>
          <pc:docMk/>
          <pc:sldMk cId="0" sldId="284"/>
        </pc:sldMkLst>
        <pc:spChg chg="mod">
          <ac:chgData name="Kyle Winter" userId="34daa314-b499-4a63-812e-be72b148aed2" providerId="ADAL" clId="{14C3142F-91C4-4428-A9CF-72B51EEA91FD}" dt="2024-04-17T18:26:49.801" v="21" actId="20577"/>
          <ac:spMkLst>
            <pc:docMk/>
            <pc:sldMk cId="0" sldId="284"/>
            <ac:spMk id="322" creationId="{00000000-0000-0000-0000-000000000000}"/>
          </ac:spMkLst>
        </pc:spChg>
      </pc:sldChg>
      <pc:sldChg chg="modSp mod">
        <pc:chgData name="Kyle Winter" userId="34daa314-b499-4a63-812e-be72b148aed2" providerId="ADAL" clId="{14C3142F-91C4-4428-A9CF-72B51EEA91FD}" dt="2024-04-17T18:26:54.569" v="23" actId="20577"/>
        <pc:sldMkLst>
          <pc:docMk/>
          <pc:sldMk cId="0" sldId="286"/>
        </pc:sldMkLst>
        <pc:spChg chg="mod">
          <ac:chgData name="Kyle Winter" userId="34daa314-b499-4a63-812e-be72b148aed2" providerId="ADAL" clId="{14C3142F-91C4-4428-A9CF-72B51EEA91FD}" dt="2024-04-17T18:26:54.569" v="23" actId="20577"/>
          <ac:spMkLst>
            <pc:docMk/>
            <pc:sldMk cId="0" sldId="286"/>
            <ac:spMk id="336" creationId="{00000000-0000-0000-0000-000000000000}"/>
          </ac:spMkLst>
        </pc:spChg>
      </pc:sldChg>
      <pc:sldChg chg="modSp mod">
        <pc:chgData name="Kyle Winter" userId="34daa314-b499-4a63-812e-be72b148aed2" providerId="ADAL" clId="{14C3142F-91C4-4428-A9CF-72B51EEA91FD}" dt="2024-04-17T18:26:58.025" v="25" actId="20577"/>
        <pc:sldMkLst>
          <pc:docMk/>
          <pc:sldMk cId="0" sldId="288"/>
        </pc:sldMkLst>
        <pc:spChg chg="mod">
          <ac:chgData name="Kyle Winter" userId="34daa314-b499-4a63-812e-be72b148aed2" providerId="ADAL" clId="{14C3142F-91C4-4428-A9CF-72B51EEA91FD}" dt="2024-04-17T18:26:58.025" v="25" actId="20577"/>
          <ac:spMkLst>
            <pc:docMk/>
            <pc:sldMk cId="0" sldId="288"/>
            <ac:spMk id="349" creationId="{00000000-0000-0000-0000-000000000000}"/>
          </ac:spMkLst>
        </pc:spChg>
      </pc:sldChg>
      <pc:sldChg chg="modSp mod">
        <pc:chgData name="Kyle Winter" userId="34daa314-b499-4a63-812e-be72b148aed2" providerId="ADAL" clId="{14C3142F-91C4-4428-A9CF-72B51EEA91FD}" dt="2024-04-17T18:27:01.081" v="27" actId="20577"/>
        <pc:sldMkLst>
          <pc:docMk/>
          <pc:sldMk cId="0" sldId="289"/>
        </pc:sldMkLst>
        <pc:spChg chg="mod">
          <ac:chgData name="Kyle Winter" userId="34daa314-b499-4a63-812e-be72b148aed2" providerId="ADAL" clId="{14C3142F-91C4-4428-A9CF-72B51EEA91FD}" dt="2024-04-17T18:27:01.081" v="27" actId="20577"/>
          <ac:spMkLst>
            <pc:docMk/>
            <pc:sldMk cId="0" sldId="289"/>
            <ac:spMk id="359" creationId="{00000000-0000-0000-0000-000000000000}"/>
          </ac:spMkLst>
        </pc:spChg>
      </pc:sldChg>
      <pc:sldChg chg="modSp mod">
        <pc:chgData name="Kyle Winter" userId="34daa314-b499-4a63-812e-be72b148aed2" providerId="ADAL" clId="{14C3142F-91C4-4428-A9CF-72B51EEA91FD}" dt="2024-04-17T18:26:05.312" v="3" actId="14100"/>
        <pc:sldMkLst>
          <pc:docMk/>
          <pc:sldMk cId="810604963" sldId="345"/>
        </pc:sldMkLst>
        <pc:spChg chg="mod">
          <ac:chgData name="Kyle Winter" userId="34daa314-b499-4a63-812e-be72b148aed2" providerId="ADAL" clId="{14C3142F-91C4-4428-A9CF-72B51EEA91FD}" dt="2024-04-17T18:26:05.312" v="3" actId="14100"/>
          <ac:spMkLst>
            <pc:docMk/>
            <pc:sldMk cId="810604963" sldId="345"/>
            <ac:spMk id="207" creationId="{00000000-0000-0000-0000-000000000000}"/>
          </ac:spMkLst>
        </pc:spChg>
      </pc:sldChg>
      <pc:sldChg chg="modSp mod">
        <pc:chgData name="Kyle Winter" userId="34daa314-b499-4a63-812e-be72b148aed2" providerId="ADAL" clId="{14C3142F-91C4-4428-A9CF-72B51EEA91FD}" dt="2024-04-17T18:26:12.201" v="5" actId="20577"/>
        <pc:sldMkLst>
          <pc:docMk/>
          <pc:sldMk cId="387664466" sldId="346"/>
        </pc:sldMkLst>
        <pc:spChg chg="mod">
          <ac:chgData name="Kyle Winter" userId="34daa314-b499-4a63-812e-be72b148aed2" providerId="ADAL" clId="{14C3142F-91C4-4428-A9CF-72B51EEA91FD}" dt="2024-04-17T18:26:12.201" v="5" actId="20577"/>
          <ac:spMkLst>
            <pc:docMk/>
            <pc:sldMk cId="387664466" sldId="346"/>
            <ac:spMk id="207" creationId="{00000000-0000-0000-0000-000000000000}"/>
          </ac:spMkLst>
        </pc:spChg>
      </pc:sldChg>
      <pc:sldChg chg="modSp mod">
        <pc:chgData name="Kyle Winter" userId="34daa314-b499-4a63-812e-be72b148aed2" providerId="ADAL" clId="{14C3142F-91C4-4428-A9CF-72B51EEA91FD}" dt="2024-04-17T18:26:14.811" v="7" actId="20577"/>
        <pc:sldMkLst>
          <pc:docMk/>
          <pc:sldMk cId="0" sldId="347"/>
        </pc:sldMkLst>
        <pc:spChg chg="mod">
          <ac:chgData name="Kyle Winter" userId="34daa314-b499-4a63-812e-be72b148aed2" providerId="ADAL" clId="{14C3142F-91C4-4428-A9CF-72B51EEA91FD}" dt="2024-04-17T18:26:14.811" v="7" actId="20577"/>
          <ac:spMkLst>
            <pc:docMk/>
            <pc:sldMk cId="0" sldId="347"/>
            <ac:spMk id="207" creationId="{00000000-0000-0000-0000-000000000000}"/>
          </ac:spMkLst>
        </pc:spChg>
      </pc:sldChg>
      <pc:sldChg chg="modSp mod">
        <pc:chgData name="Kyle Winter" userId="34daa314-b499-4a63-812e-be72b148aed2" providerId="ADAL" clId="{14C3142F-91C4-4428-A9CF-72B51EEA91FD}" dt="2024-04-17T18:26:25.114" v="9" actId="20577"/>
        <pc:sldMkLst>
          <pc:docMk/>
          <pc:sldMk cId="0" sldId="348"/>
        </pc:sldMkLst>
        <pc:spChg chg="mod">
          <ac:chgData name="Kyle Winter" userId="34daa314-b499-4a63-812e-be72b148aed2" providerId="ADAL" clId="{14C3142F-91C4-4428-A9CF-72B51EEA91FD}" dt="2024-04-17T18:26:25.114" v="9" actId="20577"/>
          <ac:spMkLst>
            <pc:docMk/>
            <pc:sldMk cId="0" sldId="348"/>
            <ac:spMk id="220" creationId="{00000000-0000-0000-0000-000000000000}"/>
          </ac:spMkLst>
        </pc:spChg>
      </pc:sldChg>
      <pc:sldChg chg="modSp mod">
        <pc:chgData name="Kyle Winter" userId="34daa314-b499-4a63-812e-be72b148aed2" providerId="ADAL" clId="{14C3142F-91C4-4428-A9CF-72B51EEA91FD}" dt="2024-04-17T18:26:29.353" v="11" actId="20577"/>
        <pc:sldMkLst>
          <pc:docMk/>
          <pc:sldMk cId="0" sldId="350"/>
        </pc:sldMkLst>
        <pc:spChg chg="mod">
          <ac:chgData name="Kyle Winter" userId="34daa314-b499-4a63-812e-be72b148aed2" providerId="ADAL" clId="{14C3142F-91C4-4428-A9CF-72B51EEA91FD}" dt="2024-04-17T18:26:29.353" v="11" actId="20577"/>
          <ac:spMkLst>
            <pc:docMk/>
            <pc:sldMk cId="0" sldId="350"/>
            <ac:spMk id="235" creationId="{00000000-0000-0000-0000-000000000000}"/>
          </ac:spMkLst>
        </pc:spChg>
      </pc:sldChg>
      <pc:sldChg chg="modSp mod">
        <pc:chgData name="Kyle Winter" userId="34daa314-b499-4a63-812e-be72b148aed2" providerId="ADAL" clId="{14C3142F-91C4-4428-A9CF-72B51EEA91FD}" dt="2024-04-17T18:26:34.706" v="13" actId="20577"/>
        <pc:sldMkLst>
          <pc:docMk/>
          <pc:sldMk cId="1358255264" sldId="353"/>
        </pc:sldMkLst>
        <pc:spChg chg="mod">
          <ac:chgData name="Kyle Winter" userId="34daa314-b499-4a63-812e-be72b148aed2" providerId="ADAL" clId="{14C3142F-91C4-4428-A9CF-72B51EEA91FD}" dt="2024-04-17T18:26:34.706" v="13" actId="20577"/>
          <ac:spMkLst>
            <pc:docMk/>
            <pc:sldMk cId="1358255264" sldId="353"/>
            <ac:spMk id="255" creationId="{00000000-0000-0000-0000-000000000000}"/>
          </ac:spMkLst>
        </pc:spChg>
      </pc:sldChg>
      <pc:sldChg chg="modSp mod">
        <pc:chgData name="Kyle Winter" userId="34daa314-b499-4a63-812e-be72b148aed2" providerId="ADAL" clId="{14C3142F-91C4-4428-A9CF-72B51EEA91FD}" dt="2024-04-17T18:26:39.371" v="15" actId="20577"/>
        <pc:sldMkLst>
          <pc:docMk/>
          <pc:sldMk cId="1359392552" sldId="356"/>
        </pc:sldMkLst>
        <pc:spChg chg="mod">
          <ac:chgData name="Kyle Winter" userId="34daa314-b499-4a63-812e-be72b148aed2" providerId="ADAL" clId="{14C3142F-91C4-4428-A9CF-72B51EEA91FD}" dt="2024-04-17T18:26:39.371" v="15" actId="20577"/>
          <ac:spMkLst>
            <pc:docMk/>
            <pc:sldMk cId="1359392552" sldId="356"/>
            <ac:spMk id="274" creationId="{00000000-0000-0000-0000-000000000000}"/>
          </ac:spMkLst>
        </pc:spChg>
      </pc:sldChg>
    </pc:docChg>
  </pc:docChgLst>
  <pc:docChgLst>
    <pc:chgData name="Kyle Winter" userId="34daa314-b499-4a63-812e-be72b148aed2" providerId="ADAL" clId="{FF828309-A499-4076-998D-45743FC88B67}"/>
    <pc:docChg chg="undo custSel addSld delSld modSld sldOrd">
      <pc:chgData name="Kyle Winter" userId="34daa314-b499-4a63-812e-be72b148aed2" providerId="ADAL" clId="{FF828309-A499-4076-998D-45743FC88B67}" dt="2024-04-17T23:30:40.764" v="1534" actId="47"/>
      <pc:docMkLst>
        <pc:docMk/>
      </pc:docMkLst>
      <pc:sldChg chg="addSp delSp modSp mod setBg addAnim delAnim setClrOvrMap">
        <pc:chgData name="Kyle Winter" userId="34daa314-b499-4a63-812e-be72b148aed2" providerId="ADAL" clId="{FF828309-A499-4076-998D-45743FC88B67}" dt="2024-04-01T18:28:12.406" v="1390" actId="26606"/>
        <pc:sldMkLst>
          <pc:docMk/>
          <pc:sldMk cId="3609167667" sldId="256"/>
        </pc:sldMkLst>
        <pc:spChg chg="del mod">
          <ac:chgData name="Kyle Winter" userId="34daa314-b499-4a63-812e-be72b148aed2" providerId="ADAL" clId="{FF828309-A499-4076-998D-45743FC88B67}" dt="2024-04-01T17:48:40.016" v="1342" actId="478"/>
          <ac:spMkLst>
            <pc:docMk/>
            <pc:sldMk cId="3609167667" sldId="256"/>
            <ac:spMk id="2" creationId="{D2720B30-0C45-D64E-6D20-AF5329C2F2FE}"/>
          </ac:spMkLst>
        </pc:spChg>
        <pc:spChg chg="del mod ord">
          <ac:chgData name="Kyle Winter" userId="34daa314-b499-4a63-812e-be72b148aed2" providerId="ADAL" clId="{FF828309-A499-4076-998D-45743FC88B67}" dt="2024-04-01T17:49:21.830" v="1367" actId="478"/>
          <ac:spMkLst>
            <pc:docMk/>
            <pc:sldMk cId="3609167667" sldId="256"/>
            <ac:spMk id="3" creationId="{8AA77F40-7DAD-C122-F267-57CB6E95488B}"/>
          </ac:spMkLst>
        </pc:spChg>
        <pc:spChg chg="add mod ord">
          <ac:chgData name="Kyle Winter" userId="34daa314-b499-4a63-812e-be72b148aed2" providerId="ADAL" clId="{FF828309-A499-4076-998D-45743FC88B67}" dt="2024-04-01T18:28:12.406" v="1390" actId="26606"/>
          <ac:spMkLst>
            <pc:docMk/>
            <pc:sldMk cId="3609167667" sldId="256"/>
            <ac:spMk id="7" creationId="{06975A78-649C-0000-1500-DFA88FE20972}"/>
          </ac:spMkLst>
        </pc:spChg>
        <pc:spChg chg="add del mod">
          <ac:chgData name="Kyle Winter" userId="34daa314-b499-4a63-812e-be72b148aed2" providerId="ADAL" clId="{FF828309-A499-4076-998D-45743FC88B67}" dt="2024-04-01T17:49:37.095" v="1380" actId="478"/>
          <ac:spMkLst>
            <pc:docMk/>
            <pc:sldMk cId="3609167667" sldId="256"/>
            <ac:spMk id="9" creationId="{B42B3A78-562F-57A1-E11B-CBE8F7A530F2}"/>
          </ac:spMkLst>
        </pc:spChg>
        <pc:spChg chg="add del">
          <ac:chgData name="Kyle Winter" userId="34daa314-b499-4a63-812e-be72b148aed2" providerId="ADAL" clId="{FF828309-A499-4076-998D-45743FC88B67}" dt="2024-04-01T18:28:12.406" v="1390" actId="26606"/>
          <ac:spMkLst>
            <pc:docMk/>
            <pc:sldMk cId="3609167667" sldId="256"/>
            <ac:spMk id="6151" creationId="{71B2258F-86CA-4D4D-8270-BC05FCDEBFB3}"/>
          </ac:spMkLst>
        </pc:spChg>
        <pc:spChg chg="add">
          <ac:chgData name="Kyle Winter" userId="34daa314-b499-4a63-812e-be72b148aed2" providerId="ADAL" clId="{FF828309-A499-4076-998D-45743FC88B67}" dt="2024-04-01T18:28:12.406" v="1390" actId="26606"/>
          <ac:spMkLst>
            <pc:docMk/>
            <pc:sldMk cId="3609167667" sldId="256"/>
            <ac:spMk id="6156" creationId="{9B7AD9F6-8CE7-4299-8FC6-328F4DCD3FF9}"/>
          </ac:spMkLst>
        </pc:spChg>
        <pc:spChg chg="add">
          <ac:chgData name="Kyle Winter" userId="34daa314-b499-4a63-812e-be72b148aed2" providerId="ADAL" clId="{FF828309-A499-4076-998D-45743FC88B67}" dt="2024-04-01T18:28:12.406" v="1390" actId="26606"/>
          <ac:spMkLst>
            <pc:docMk/>
            <pc:sldMk cId="3609167667" sldId="256"/>
            <ac:spMk id="6158" creationId="{F49775AF-8896-43EE-92C6-83497D6DC56F}"/>
          </ac:spMkLst>
        </pc:spChg>
        <pc:picChg chg="add del mod">
          <ac:chgData name="Kyle Winter" userId="34daa314-b499-4a63-812e-be72b148aed2" providerId="ADAL" clId="{FF828309-A499-4076-998D-45743FC88B67}" dt="2024-04-01T17:48:58.535" v="1343" actId="478"/>
          <ac:picMkLst>
            <pc:docMk/>
            <pc:sldMk cId="3609167667" sldId="256"/>
            <ac:picMk id="5" creationId="{F661174D-93B7-4DF1-40A4-9E5881D4AD50}"/>
          </ac:picMkLst>
        </pc:picChg>
        <pc:picChg chg="add mod">
          <ac:chgData name="Kyle Winter" userId="34daa314-b499-4a63-812e-be72b148aed2" providerId="ADAL" clId="{FF828309-A499-4076-998D-45743FC88B67}" dt="2024-04-01T18:28:12.406" v="1390" actId="26606"/>
          <ac:picMkLst>
            <pc:docMk/>
            <pc:sldMk cId="3609167667" sldId="256"/>
            <ac:picMk id="1026" creationId="{7849BA31-2DCC-C10A-5440-A6276EE6E892}"/>
          </ac:picMkLst>
        </pc:picChg>
        <pc:picChg chg="add del mod">
          <ac:chgData name="Kyle Winter" userId="34daa314-b499-4a63-812e-be72b148aed2" providerId="ADAL" clId="{FF828309-A499-4076-998D-45743FC88B67}" dt="2024-04-01T18:27:03.090" v="1388" actId="478"/>
          <ac:picMkLst>
            <pc:docMk/>
            <pc:sldMk cId="3609167667" sldId="256"/>
            <ac:picMk id="6146" creationId="{3BAEF6A8-D142-FFAF-2171-E9AB15B463C5}"/>
          </ac:picMkLst>
        </pc:picChg>
      </pc:sldChg>
      <pc:sldChg chg="addSp delSp modSp mod setBg">
        <pc:chgData name="Kyle Winter" userId="34daa314-b499-4a63-812e-be72b148aed2" providerId="ADAL" clId="{FF828309-A499-4076-998D-45743FC88B67}" dt="2024-04-01T17:36:10.368" v="993" actId="113"/>
        <pc:sldMkLst>
          <pc:docMk/>
          <pc:sldMk cId="892927894" sldId="257"/>
        </pc:sldMkLst>
        <pc:spChg chg="del">
          <ac:chgData name="Kyle Winter" userId="34daa314-b499-4a63-812e-be72b148aed2" providerId="ADAL" clId="{FF828309-A499-4076-998D-45743FC88B67}" dt="2024-04-01T17:35:59.665" v="982" actId="478"/>
          <ac:spMkLst>
            <pc:docMk/>
            <pc:sldMk cId="892927894" sldId="257"/>
            <ac:spMk id="2" creationId="{F0CEFCF4-280D-1FD2-FC1E-5F8F35696A21}"/>
          </ac:spMkLst>
        </pc:spChg>
        <pc:spChg chg="del">
          <ac:chgData name="Kyle Winter" userId="34daa314-b499-4a63-812e-be72b148aed2" providerId="ADAL" clId="{FF828309-A499-4076-998D-45743FC88B67}" dt="2024-04-01T17:35:54.038" v="980" actId="478"/>
          <ac:spMkLst>
            <pc:docMk/>
            <pc:sldMk cId="892927894" sldId="257"/>
            <ac:spMk id="3" creationId="{FECA1603-AE0A-6121-1F89-F4B7B985AF74}"/>
          </ac:spMkLst>
        </pc:spChg>
        <pc:spChg chg="add del mod">
          <ac:chgData name="Kyle Winter" userId="34daa314-b499-4a63-812e-be72b148aed2" providerId="ADAL" clId="{FF828309-A499-4076-998D-45743FC88B67}" dt="2024-04-01T17:35:59.665" v="982" actId="478"/>
          <ac:spMkLst>
            <pc:docMk/>
            <pc:sldMk cId="892927894" sldId="257"/>
            <ac:spMk id="7" creationId="{F7FCF36A-F22C-B064-EAF0-2971F1B1D900}"/>
          </ac:spMkLst>
        </pc:spChg>
        <pc:spChg chg="add mod">
          <ac:chgData name="Kyle Winter" userId="34daa314-b499-4a63-812e-be72b148aed2" providerId="ADAL" clId="{FF828309-A499-4076-998D-45743FC88B67}" dt="2024-04-01T17:36:10.368" v="993" actId="113"/>
          <ac:spMkLst>
            <pc:docMk/>
            <pc:sldMk cId="892927894" sldId="257"/>
            <ac:spMk id="8" creationId="{CDEE38E4-1EAB-A738-2A50-2BF290B659D4}"/>
          </ac:spMkLst>
        </pc:spChg>
        <pc:spChg chg="del">
          <ac:chgData name="Kyle Winter" userId="34daa314-b499-4a63-812e-be72b148aed2" providerId="ADAL" clId="{FF828309-A499-4076-998D-45743FC88B67}" dt="2024-04-01T17:35:59.665" v="982" actId="478"/>
          <ac:spMkLst>
            <pc:docMk/>
            <pc:sldMk cId="892927894" sldId="257"/>
            <ac:spMk id="10" creationId="{131BAD53-4E89-4F62-BBB7-26359763ED39}"/>
          </ac:spMkLst>
        </pc:spChg>
        <pc:spChg chg="del">
          <ac:chgData name="Kyle Winter" userId="34daa314-b499-4a63-812e-be72b148aed2" providerId="ADAL" clId="{FF828309-A499-4076-998D-45743FC88B67}" dt="2024-04-01T17:35:59.665" v="982" actId="478"/>
          <ac:spMkLst>
            <pc:docMk/>
            <pc:sldMk cId="892927894" sldId="257"/>
            <ac:spMk id="12" creationId="{62756DA2-40EB-4C6F-B962-5822FFB54FB6}"/>
          </ac:spMkLst>
        </pc:spChg>
        <pc:picChg chg="del">
          <ac:chgData name="Kyle Winter" userId="34daa314-b499-4a63-812e-be72b148aed2" providerId="ADAL" clId="{FF828309-A499-4076-998D-45743FC88B67}" dt="2024-04-01T17:35:55.396" v="981" actId="478"/>
          <ac:picMkLst>
            <pc:docMk/>
            <pc:sldMk cId="892927894" sldId="257"/>
            <ac:picMk id="5" creationId="{C98E6280-76F6-BB13-AF8B-4194E2D13A9B}"/>
          </ac:picMkLst>
        </pc:picChg>
      </pc:sldChg>
      <pc:sldChg chg="addSp delSp modSp mod setBg">
        <pc:chgData name="Kyle Winter" userId="34daa314-b499-4a63-812e-be72b148aed2" providerId="ADAL" clId="{FF828309-A499-4076-998D-45743FC88B67}" dt="2024-04-17T23:29:56.514" v="1532" actId="1076"/>
        <pc:sldMkLst>
          <pc:docMk/>
          <pc:sldMk cId="356156944" sldId="258"/>
        </pc:sldMkLst>
        <pc:spChg chg="mod">
          <ac:chgData name="Kyle Winter" userId="34daa314-b499-4a63-812e-be72b148aed2" providerId="ADAL" clId="{FF828309-A499-4076-998D-45743FC88B67}" dt="2024-04-01T18:29:03.601" v="1414" actId="14100"/>
          <ac:spMkLst>
            <pc:docMk/>
            <pc:sldMk cId="356156944" sldId="258"/>
            <ac:spMk id="6" creationId="{16FD5095-03A3-3CD6-4F38-C1F7B4FD6D59}"/>
          </ac:spMkLst>
        </pc:spChg>
        <pc:picChg chg="add mod">
          <ac:chgData name="Kyle Winter" userId="34daa314-b499-4a63-812e-be72b148aed2" providerId="ADAL" clId="{FF828309-A499-4076-998D-45743FC88B67}" dt="2024-04-17T23:29:56.514" v="1532" actId="1076"/>
          <ac:picMkLst>
            <pc:docMk/>
            <pc:sldMk cId="356156944" sldId="258"/>
            <ac:picMk id="3" creationId="{90525FCD-E5CE-AB5C-8355-4069264A8A2F}"/>
          </ac:picMkLst>
        </pc:picChg>
        <pc:picChg chg="del">
          <ac:chgData name="Kyle Winter" userId="34daa314-b499-4a63-812e-be72b148aed2" providerId="ADAL" clId="{FF828309-A499-4076-998D-45743FC88B67}" dt="2024-04-17T23:29:00.351" v="1505" actId="478"/>
          <ac:picMkLst>
            <pc:docMk/>
            <pc:sldMk cId="356156944" sldId="258"/>
            <ac:picMk id="5" creationId="{C9EB59AC-322E-2731-169B-A4A2F4596E00}"/>
          </ac:picMkLst>
        </pc:picChg>
      </pc:sldChg>
      <pc:sldChg chg="setBg">
        <pc:chgData name="Kyle Winter" userId="34daa314-b499-4a63-812e-be72b148aed2" providerId="ADAL" clId="{FF828309-A499-4076-998D-45743FC88B67}" dt="2024-04-01T17:40:58.293" v="1133"/>
        <pc:sldMkLst>
          <pc:docMk/>
          <pc:sldMk cId="533013277" sldId="260"/>
        </pc:sldMkLst>
      </pc:sldChg>
      <pc:sldChg chg="del">
        <pc:chgData name="Kyle Winter" userId="34daa314-b499-4a63-812e-be72b148aed2" providerId="ADAL" clId="{FF828309-A499-4076-998D-45743FC88B67}" dt="2024-04-01T17:49:57.071" v="1383" actId="2696"/>
        <pc:sldMkLst>
          <pc:docMk/>
          <pc:sldMk cId="1953434063" sldId="261"/>
        </pc:sldMkLst>
      </pc:sldChg>
      <pc:sldChg chg="add del setBg">
        <pc:chgData name="Kyle Winter" userId="34daa314-b499-4a63-812e-be72b148aed2" providerId="ADAL" clId="{FF828309-A499-4076-998D-45743FC88B67}" dt="2024-04-01T17:32:00.652" v="975"/>
        <pc:sldMkLst>
          <pc:docMk/>
          <pc:sldMk cId="1072975402" sldId="262"/>
        </pc:sldMkLst>
      </pc:sldChg>
      <pc:sldChg chg="modSp mod setBg">
        <pc:chgData name="Kyle Winter" userId="34daa314-b499-4a63-812e-be72b148aed2" providerId="ADAL" clId="{FF828309-A499-4076-998D-45743FC88B67}" dt="2024-04-01T17:32:00.652" v="975"/>
        <pc:sldMkLst>
          <pc:docMk/>
          <pc:sldMk cId="2596561" sldId="263"/>
        </pc:sldMkLst>
        <pc:spChg chg="mod">
          <ac:chgData name="Kyle Winter" userId="34daa314-b499-4a63-812e-be72b148aed2" providerId="ADAL" clId="{FF828309-A499-4076-998D-45743FC88B67}" dt="2024-04-01T17:28:40.864" v="965" actId="20577"/>
          <ac:spMkLst>
            <pc:docMk/>
            <pc:sldMk cId="2596561" sldId="263"/>
            <ac:spMk id="3" creationId="{615D49D5-0868-51D2-04FF-76CF99B759D4}"/>
          </ac:spMkLst>
        </pc:spChg>
      </pc:sldChg>
      <pc:sldChg chg="addSp delSp modSp mod setBg">
        <pc:chgData name="Kyle Winter" userId="34daa314-b499-4a63-812e-be72b148aed2" providerId="ADAL" clId="{FF828309-A499-4076-998D-45743FC88B67}" dt="2024-04-17T23:29:46.949" v="1526" actId="1076"/>
        <pc:sldMkLst>
          <pc:docMk/>
          <pc:sldMk cId="3743219360" sldId="264"/>
        </pc:sldMkLst>
        <pc:spChg chg="mod">
          <ac:chgData name="Kyle Winter" userId="34daa314-b499-4a63-812e-be72b148aed2" providerId="ADAL" clId="{FF828309-A499-4076-998D-45743FC88B67}" dt="2024-04-01T18:29:26.631" v="1418"/>
          <ac:spMkLst>
            <pc:docMk/>
            <pc:sldMk cId="3743219360" sldId="264"/>
            <ac:spMk id="6" creationId="{2AE4A5B0-B386-DEB9-1EBD-C05944FFC07B}"/>
          </ac:spMkLst>
        </pc:spChg>
        <pc:picChg chg="add mod">
          <ac:chgData name="Kyle Winter" userId="34daa314-b499-4a63-812e-be72b148aed2" providerId="ADAL" clId="{FF828309-A499-4076-998D-45743FC88B67}" dt="2024-04-17T23:29:46.949" v="1526" actId="1076"/>
          <ac:picMkLst>
            <pc:docMk/>
            <pc:sldMk cId="3743219360" sldId="264"/>
            <ac:picMk id="2" creationId="{4A5FF9E6-56E9-6B10-641E-837DBD227A06}"/>
          </ac:picMkLst>
        </pc:picChg>
        <pc:picChg chg="del">
          <ac:chgData name="Kyle Winter" userId="34daa314-b499-4a63-812e-be72b148aed2" providerId="ADAL" clId="{FF828309-A499-4076-998D-45743FC88B67}" dt="2024-04-17T23:29:44.379" v="1524" actId="478"/>
          <ac:picMkLst>
            <pc:docMk/>
            <pc:sldMk cId="3743219360" sldId="264"/>
            <ac:picMk id="5" creationId="{FF286089-D920-BCDF-DDDF-28685CF93929}"/>
          </ac:picMkLst>
        </pc:picChg>
      </pc:sldChg>
      <pc:sldChg chg="addSp delSp modSp mod setBg">
        <pc:chgData name="Kyle Winter" userId="34daa314-b499-4a63-812e-be72b148aed2" providerId="ADAL" clId="{FF828309-A499-4076-998D-45743FC88B67}" dt="2024-04-17T23:29:37.417" v="1523" actId="1076"/>
        <pc:sldMkLst>
          <pc:docMk/>
          <pc:sldMk cId="861987282" sldId="265"/>
        </pc:sldMkLst>
        <pc:spChg chg="mod">
          <ac:chgData name="Kyle Winter" userId="34daa314-b499-4a63-812e-be72b148aed2" providerId="ADAL" clId="{FF828309-A499-4076-998D-45743FC88B67}" dt="2024-04-01T18:29:35.898" v="1419"/>
          <ac:spMkLst>
            <pc:docMk/>
            <pc:sldMk cId="861987282" sldId="265"/>
            <ac:spMk id="6" creationId="{7AC08072-52BF-91E3-EF96-F7509172D9F4}"/>
          </ac:spMkLst>
        </pc:spChg>
        <pc:picChg chg="add mod">
          <ac:chgData name="Kyle Winter" userId="34daa314-b499-4a63-812e-be72b148aed2" providerId="ADAL" clId="{FF828309-A499-4076-998D-45743FC88B67}" dt="2024-04-17T23:29:37.417" v="1523" actId="1076"/>
          <ac:picMkLst>
            <pc:docMk/>
            <pc:sldMk cId="861987282" sldId="265"/>
            <ac:picMk id="3" creationId="{93A09352-016E-5535-8881-6264FB1F7947}"/>
          </ac:picMkLst>
        </pc:picChg>
        <pc:picChg chg="del">
          <ac:chgData name="Kyle Winter" userId="34daa314-b499-4a63-812e-be72b148aed2" providerId="ADAL" clId="{FF828309-A499-4076-998D-45743FC88B67}" dt="2024-04-17T23:29:31.632" v="1518" actId="478"/>
          <ac:picMkLst>
            <pc:docMk/>
            <pc:sldMk cId="861987282" sldId="265"/>
            <ac:picMk id="5" creationId="{D5C53BDE-0B21-E601-685F-80E318533FF8}"/>
          </ac:picMkLst>
        </pc:picChg>
      </pc:sldChg>
      <pc:sldChg chg="addSp delSp modSp mod ord setBg">
        <pc:chgData name="Kyle Winter" userId="34daa314-b499-4a63-812e-be72b148aed2" providerId="ADAL" clId="{FF828309-A499-4076-998D-45743FC88B67}" dt="2024-04-17T23:29:50.858" v="1529" actId="1076"/>
        <pc:sldMkLst>
          <pc:docMk/>
          <pc:sldMk cId="2977991270" sldId="266"/>
        </pc:sldMkLst>
        <pc:spChg chg="mod">
          <ac:chgData name="Kyle Winter" userId="34daa314-b499-4a63-812e-be72b148aed2" providerId="ADAL" clId="{FF828309-A499-4076-998D-45743FC88B67}" dt="2024-04-01T18:29:14.760" v="1416" actId="14100"/>
          <ac:spMkLst>
            <pc:docMk/>
            <pc:sldMk cId="2977991270" sldId="266"/>
            <ac:spMk id="6" creationId="{F076A263-47F0-32CF-7DC5-A4E3D3B0C712}"/>
          </ac:spMkLst>
        </pc:spChg>
        <pc:picChg chg="add mod">
          <ac:chgData name="Kyle Winter" userId="34daa314-b499-4a63-812e-be72b148aed2" providerId="ADAL" clId="{FF828309-A499-4076-998D-45743FC88B67}" dt="2024-04-17T23:29:50.858" v="1529" actId="1076"/>
          <ac:picMkLst>
            <pc:docMk/>
            <pc:sldMk cId="2977991270" sldId="266"/>
            <ac:picMk id="2" creationId="{FE11D775-57E4-6DA2-F6C9-F7BD4B5B77D4}"/>
          </ac:picMkLst>
        </pc:picChg>
        <pc:picChg chg="del">
          <ac:chgData name="Kyle Winter" userId="34daa314-b499-4a63-812e-be72b148aed2" providerId="ADAL" clId="{FF828309-A499-4076-998D-45743FC88B67}" dt="2024-04-17T23:29:49.439" v="1527" actId="478"/>
          <ac:picMkLst>
            <pc:docMk/>
            <pc:sldMk cId="2977991270" sldId="266"/>
            <ac:picMk id="5" creationId="{DEF491D4-7403-7894-1080-FF4391F233BC}"/>
          </ac:picMkLst>
        </pc:picChg>
      </pc:sldChg>
      <pc:sldChg chg="addSp delSp modSp add mod ord setBg">
        <pc:chgData name="Kyle Winter" userId="34daa314-b499-4a63-812e-be72b148aed2" providerId="ADAL" clId="{FF828309-A499-4076-998D-45743FC88B67}" dt="2024-04-17T23:29:10.438" v="1509" actId="1076"/>
        <pc:sldMkLst>
          <pc:docMk/>
          <pc:sldMk cId="2234594365" sldId="267"/>
        </pc:sldMkLst>
        <pc:spChg chg="mod">
          <ac:chgData name="Kyle Winter" userId="34daa314-b499-4a63-812e-be72b148aed2" providerId="ADAL" clId="{FF828309-A499-4076-998D-45743FC88B67}" dt="2024-04-01T17:13:30.048" v="219" actId="6549"/>
          <ac:spMkLst>
            <pc:docMk/>
            <pc:sldMk cId="2234594365" sldId="267"/>
            <ac:spMk id="3" creationId="{0E187165-A175-C432-C12C-654D6F26C140}"/>
          </ac:spMkLst>
        </pc:spChg>
        <pc:picChg chg="del">
          <ac:chgData name="Kyle Winter" userId="34daa314-b499-4a63-812e-be72b148aed2" providerId="ADAL" clId="{FF828309-A499-4076-998D-45743FC88B67}" dt="2024-04-17T23:29:05.871" v="1506" actId="478"/>
          <ac:picMkLst>
            <pc:docMk/>
            <pc:sldMk cId="2234594365" sldId="267"/>
            <ac:picMk id="5" creationId="{A35088E2-C214-9C63-42AC-7FA5592C05FA}"/>
          </ac:picMkLst>
        </pc:picChg>
        <pc:picChg chg="add mod">
          <ac:chgData name="Kyle Winter" userId="34daa314-b499-4a63-812e-be72b148aed2" providerId="ADAL" clId="{FF828309-A499-4076-998D-45743FC88B67}" dt="2024-04-17T23:29:10.438" v="1509" actId="1076"/>
          <ac:picMkLst>
            <pc:docMk/>
            <pc:sldMk cId="2234594365" sldId="267"/>
            <ac:picMk id="6" creationId="{0A543D14-A086-2BB5-7078-A19393F9630C}"/>
          </ac:picMkLst>
        </pc:picChg>
      </pc:sldChg>
      <pc:sldChg chg="addSp delSp modSp add mod setBg">
        <pc:chgData name="Kyle Winter" userId="34daa314-b499-4a63-812e-be72b148aed2" providerId="ADAL" clId="{FF828309-A499-4076-998D-45743FC88B67}" dt="2024-04-17T23:29:18.561" v="1513" actId="1076"/>
        <pc:sldMkLst>
          <pc:docMk/>
          <pc:sldMk cId="2734179381" sldId="268"/>
        </pc:sldMkLst>
        <pc:spChg chg="mod">
          <ac:chgData name="Kyle Winter" userId="34daa314-b499-4a63-812e-be72b148aed2" providerId="ADAL" clId="{FF828309-A499-4076-998D-45743FC88B67}" dt="2024-04-01T17:18:54.595" v="387" actId="14100"/>
          <ac:spMkLst>
            <pc:docMk/>
            <pc:sldMk cId="2734179381" sldId="268"/>
            <ac:spMk id="3" creationId="{C9321174-2820-5CBC-F5F1-C63267877F42}"/>
          </ac:spMkLst>
        </pc:spChg>
        <pc:picChg chg="del">
          <ac:chgData name="Kyle Winter" userId="34daa314-b499-4a63-812e-be72b148aed2" providerId="ADAL" clId="{FF828309-A499-4076-998D-45743FC88B67}" dt="2024-04-17T23:29:14.290" v="1510" actId="478"/>
          <ac:picMkLst>
            <pc:docMk/>
            <pc:sldMk cId="2734179381" sldId="268"/>
            <ac:picMk id="5" creationId="{C2968CD9-CC6A-847F-CBBC-93BC8CDB6C8C}"/>
          </ac:picMkLst>
        </pc:picChg>
        <pc:picChg chg="add mod">
          <ac:chgData name="Kyle Winter" userId="34daa314-b499-4a63-812e-be72b148aed2" providerId="ADAL" clId="{FF828309-A499-4076-998D-45743FC88B67}" dt="2024-04-17T23:29:18.561" v="1513" actId="1076"/>
          <ac:picMkLst>
            <pc:docMk/>
            <pc:sldMk cId="2734179381" sldId="268"/>
            <ac:picMk id="6" creationId="{95726785-7ADC-C7E1-CC2E-92A0F6D4044D}"/>
          </ac:picMkLst>
        </pc:picChg>
      </pc:sldChg>
      <pc:sldChg chg="addSp delSp modSp add mod setBg">
        <pc:chgData name="Kyle Winter" userId="34daa314-b499-4a63-812e-be72b148aed2" providerId="ADAL" clId="{FF828309-A499-4076-998D-45743FC88B67}" dt="2024-04-17T23:30:12.070" v="1533" actId="20577"/>
        <pc:sldMkLst>
          <pc:docMk/>
          <pc:sldMk cId="616238880" sldId="269"/>
        </pc:sldMkLst>
        <pc:spChg chg="del">
          <ac:chgData name="Kyle Winter" userId="34daa314-b499-4a63-812e-be72b148aed2" providerId="ADAL" clId="{FF828309-A499-4076-998D-45743FC88B67}" dt="2024-04-01T17:19:20.752" v="390" actId="478"/>
          <ac:spMkLst>
            <pc:docMk/>
            <pc:sldMk cId="616238880" sldId="269"/>
            <ac:spMk id="2" creationId="{E689F65C-E140-B54E-B71D-1D8BD08CB37E}"/>
          </ac:spMkLst>
        </pc:spChg>
        <pc:spChg chg="del">
          <ac:chgData name="Kyle Winter" userId="34daa314-b499-4a63-812e-be72b148aed2" providerId="ADAL" clId="{FF828309-A499-4076-998D-45743FC88B67}" dt="2024-04-01T17:19:20.752" v="390" actId="478"/>
          <ac:spMkLst>
            <pc:docMk/>
            <pc:sldMk cId="616238880" sldId="269"/>
            <ac:spMk id="3" creationId="{FCD42B18-68B4-4FC7-46C4-B6DA3141627B}"/>
          </ac:spMkLst>
        </pc:spChg>
        <pc:spChg chg="add mod">
          <ac:chgData name="Kyle Winter" userId="34daa314-b499-4a63-812e-be72b148aed2" providerId="ADAL" clId="{FF828309-A499-4076-998D-45743FC88B67}" dt="2024-04-17T23:30:12.070" v="1533" actId="20577"/>
          <ac:spMkLst>
            <pc:docMk/>
            <pc:sldMk cId="616238880" sldId="269"/>
            <ac:spMk id="4" creationId="{9FF40DF8-5F01-44C5-173F-207460293862}"/>
          </ac:spMkLst>
        </pc:spChg>
        <pc:spChg chg="add del mod">
          <ac:chgData name="Kyle Winter" userId="34daa314-b499-4a63-812e-be72b148aed2" providerId="ADAL" clId="{FF828309-A499-4076-998D-45743FC88B67}" dt="2024-04-01T17:23:51.750" v="600" actId="478"/>
          <ac:spMkLst>
            <pc:docMk/>
            <pc:sldMk cId="616238880" sldId="269"/>
            <ac:spMk id="6" creationId="{6EA35966-4D38-1717-D109-281F4526692C}"/>
          </ac:spMkLst>
        </pc:spChg>
        <pc:spChg chg="del">
          <ac:chgData name="Kyle Winter" userId="34daa314-b499-4a63-812e-be72b148aed2" providerId="ADAL" clId="{FF828309-A499-4076-998D-45743FC88B67}" dt="2024-04-01T17:19:20.752" v="390" actId="478"/>
          <ac:spMkLst>
            <pc:docMk/>
            <pc:sldMk cId="616238880" sldId="269"/>
            <ac:spMk id="10" creationId="{32B9C10E-5929-785D-0E4D-BF2E398FEACC}"/>
          </ac:spMkLst>
        </pc:spChg>
        <pc:spChg chg="del">
          <ac:chgData name="Kyle Winter" userId="34daa314-b499-4a63-812e-be72b148aed2" providerId="ADAL" clId="{FF828309-A499-4076-998D-45743FC88B67}" dt="2024-04-01T17:19:20.752" v="390" actId="478"/>
          <ac:spMkLst>
            <pc:docMk/>
            <pc:sldMk cId="616238880" sldId="269"/>
            <ac:spMk id="12" creationId="{0D224EB3-5A8B-475D-C3BF-A8A970E1D15E}"/>
          </ac:spMkLst>
        </pc:spChg>
        <pc:spChg chg="add">
          <ac:chgData name="Kyle Winter" userId="34daa314-b499-4a63-812e-be72b148aed2" providerId="ADAL" clId="{FF828309-A499-4076-998D-45743FC88B67}" dt="2024-04-01T17:23:58.581" v="602" actId="26606"/>
          <ac:spMkLst>
            <pc:docMk/>
            <pc:sldMk cId="616238880" sldId="269"/>
            <ac:spMk id="4103" creationId="{3C54F4CE-85F0-46ED-80DA-9518C9251AD1}"/>
          </ac:spMkLst>
        </pc:spChg>
        <pc:spChg chg="add">
          <ac:chgData name="Kyle Winter" userId="34daa314-b499-4a63-812e-be72b148aed2" providerId="ADAL" clId="{FF828309-A499-4076-998D-45743FC88B67}" dt="2024-04-01T17:23:58.581" v="602" actId="26606"/>
          <ac:spMkLst>
            <pc:docMk/>
            <pc:sldMk cId="616238880" sldId="269"/>
            <ac:spMk id="4105" creationId="{DADD1FCA-8ACB-4958-81DD-4CDD6D3E1921}"/>
          </ac:spMkLst>
        </pc:spChg>
        <pc:picChg chg="del">
          <ac:chgData name="Kyle Winter" userId="34daa314-b499-4a63-812e-be72b148aed2" providerId="ADAL" clId="{FF828309-A499-4076-998D-45743FC88B67}" dt="2024-04-01T17:19:17.847" v="389" actId="478"/>
          <ac:picMkLst>
            <pc:docMk/>
            <pc:sldMk cId="616238880" sldId="269"/>
            <ac:picMk id="5" creationId="{79FB86A9-0E12-9BC3-035D-26449DF61F60}"/>
          </ac:picMkLst>
        </pc:picChg>
        <pc:picChg chg="add mod">
          <ac:chgData name="Kyle Winter" userId="34daa314-b499-4a63-812e-be72b148aed2" providerId="ADAL" clId="{FF828309-A499-4076-998D-45743FC88B67}" dt="2024-04-01T17:23:58.581" v="602" actId="26606"/>
          <ac:picMkLst>
            <pc:docMk/>
            <pc:sldMk cId="616238880" sldId="269"/>
            <ac:picMk id="4098" creationId="{A51DC16E-3A6A-B166-35CD-CCD781DDF5D8}"/>
          </ac:picMkLst>
        </pc:picChg>
      </pc:sldChg>
      <pc:sldChg chg="addSp delSp modSp add mod setBg addAnim">
        <pc:chgData name="Kyle Winter" userId="34daa314-b499-4a63-812e-be72b148aed2" providerId="ADAL" clId="{FF828309-A499-4076-998D-45743FC88B67}" dt="2024-04-01T17:31:49.848" v="974"/>
        <pc:sldMkLst>
          <pc:docMk/>
          <pc:sldMk cId="3394178021" sldId="270"/>
        </pc:sldMkLst>
        <pc:spChg chg="mod ord">
          <ac:chgData name="Kyle Winter" userId="34daa314-b499-4a63-812e-be72b148aed2" providerId="ADAL" clId="{FF828309-A499-4076-998D-45743FC88B67}" dt="2024-04-01T17:28:26.017" v="929" actId="6549"/>
          <ac:spMkLst>
            <pc:docMk/>
            <pc:sldMk cId="3394178021" sldId="270"/>
            <ac:spMk id="4" creationId="{D0FAA31C-D141-85B2-8BF0-221B41417C94}"/>
          </ac:spMkLst>
        </pc:spChg>
        <pc:spChg chg="add del">
          <ac:chgData name="Kyle Winter" userId="34daa314-b499-4a63-812e-be72b148aed2" providerId="ADAL" clId="{FF828309-A499-4076-998D-45743FC88B67}" dt="2024-04-01T17:25:39.572" v="670" actId="26606"/>
          <ac:spMkLst>
            <pc:docMk/>
            <pc:sldMk cId="3394178021" sldId="270"/>
            <ac:spMk id="4103" creationId="{1C206DCD-B9FF-6E00-EE4A-76CB305C579A}"/>
          </ac:spMkLst>
        </pc:spChg>
        <pc:spChg chg="add del">
          <ac:chgData name="Kyle Winter" userId="34daa314-b499-4a63-812e-be72b148aed2" providerId="ADAL" clId="{FF828309-A499-4076-998D-45743FC88B67}" dt="2024-04-01T17:25:39.572" v="670" actId="26606"/>
          <ac:spMkLst>
            <pc:docMk/>
            <pc:sldMk cId="3394178021" sldId="270"/>
            <ac:spMk id="4105" creationId="{CAE0A312-E681-6E9C-61E2-1515BD558424}"/>
          </ac:spMkLst>
        </pc:spChg>
        <pc:spChg chg="add">
          <ac:chgData name="Kyle Winter" userId="34daa314-b499-4a63-812e-be72b148aed2" providerId="ADAL" clId="{FF828309-A499-4076-998D-45743FC88B67}" dt="2024-04-01T17:25:39.572" v="670" actId="26606"/>
          <ac:spMkLst>
            <pc:docMk/>
            <pc:sldMk cId="3394178021" sldId="270"/>
            <ac:spMk id="5124" creationId="{7DA3C418-758E-4180-A5D0-8655D6804587}"/>
          </ac:spMkLst>
        </pc:spChg>
        <pc:spChg chg="add">
          <ac:chgData name="Kyle Winter" userId="34daa314-b499-4a63-812e-be72b148aed2" providerId="ADAL" clId="{FF828309-A499-4076-998D-45743FC88B67}" dt="2024-04-01T17:25:39.572" v="670" actId="26606"/>
          <ac:spMkLst>
            <pc:docMk/>
            <pc:sldMk cId="3394178021" sldId="270"/>
            <ac:spMk id="5125" creationId="{28C8EF06-5EC3-4883-AFAF-D74FF46550FB}"/>
          </ac:spMkLst>
        </pc:spChg>
        <pc:spChg chg="add del">
          <ac:chgData name="Kyle Winter" userId="34daa314-b499-4a63-812e-be72b148aed2" providerId="ADAL" clId="{FF828309-A499-4076-998D-45743FC88B67}" dt="2024-04-01T17:25:22.256" v="667" actId="26606"/>
          <ac:spMkLst>
            <pc:docMk/>
            <pc:sldMk cId="3394178021" sldId="270"/>
            <ac:spMk id="5127" creationId="{6753252F-4873-4F63-801D-CC719279A7D5}"/>
          </ac:spMkLst>
        </pc:spChg>
        <pc:spChg chg="add del">
          <ac:chgData name="Kyle Winter" userId="34daa314-b499-4a63-812e-be72b148aed2" providerId="ADAL" clId="{FF828309-A499-4076-998D-45743FC88B67}" dt="2024-04-01T17:25:22.256" v="667" actId="26606"/>
          <ac:spMkLst>
            <pc:docMk/>
            <pc:sldMk cId="3394178021" sldId="270"/>
            <ac:spMk id="5129" creationId="{047C8CCB-F95D-4249-92DD-651249D3535A}"/>
          </ac:spMkLst>
        </pc:spChg>
        <pc:spChg chg="add del">
          <ac:chgData name="Kyle Winter" userId="34daa314-b499-4a63-812e-be72b148aed2" providerId="ADAL" clId="{FF828309-A499-4076-998D-45743FC88B67}" dt="2024-04-01T17:25:27.462" v="669" actId="26606"/>
          <ac:spMkLst>
            <pc:docMk/>
            <pc:sldMk cId="3394178021" sldId="270"/>
            <ac:spMk id="5131" creationId="{D4771268-CB57-404A-9271-370EB28F6090}"/>
          </ac:spMkLst>
        </pc:spChg>
        <pc:picChg chg="del">
          <ac:chgData name="Kyle Winter" userId="34daa314-b499-4a63-812e-be72b148aed2" providerId="ADAL" clId="{FF828309-A499-4076-998D-45743FC88B67}" dt="2024-04-01T17:24:28.527" v="664" actId="478"/>
          <ac:picMkLst>
            <pc:docMk/>
            <pc:sldMk cId="3394178021" sldId="270"/>
            <ac:picMk id="4098" creationId="{E4FE1B04-84F5-C132-8C33-7387C23BF2A5}"/>
          </ac:picMkLst>
        </pc:picChg>
        <pc:picChg chg="add mod">
          <ac:chgData name="Kyle Winter" userId="34daa314-b499-4a63-812e-be72b148aed2" providerId="ADAL" clId="{FF828309-A499-4076-998D-45743FC88B67}" dt="2024-04-01T17:27:02.869" v="796" actId="1076"/>
          <ac:picMkLst>
            <pc:docMk/>
            <pc:sldMk cId="3394178021" sldId="270"/>
            <ac:picMk id="5122" creationId="{DCB57048-A3DC-DE9F-3E22-BB48D649CEAE}"/>
          </ac:picMkLst>
        </pc:picChg>
      </pc:sldChg>
      <pc:sldChg chg="addSp delSp add del setBg delDesignElem">
        <pc:chgData name="Kyle Winter" userId="34daa314-b499-4a63-812e-be72b148aed2" providerId="ADAL" clId="{FF828309-A499-4076-998D-45743FC88B67}" dt="2024-04-01T17:32:00.652" v="975"/>
        <pc:sldMkLst>
          <pc:docMk/>
          <pc:sldMk cId="2707469551" sldId="271"/>
        </pc:sldMkLst>
        <pc:spChg chg="add del">
          <ac:chgData name="Kyle Winter" userId="34daa314-b499-4a63-812e-be72b148aed2" providerId="ADAL" clId="{FF828309-A499-4076-998D-45743FC88B67}" dt="2024-04-01T17:29:51.121" v="972"/>
          <ac:spMkLst>
            <pc:docMk/>
            <pc:sldMk cId="2707469551" sldId="271"/>
            <ac:spMk id="2055" creationId="{352BEC0E-22F8-46D0-9632-375DB541B06C}"/>
          </ac:spMkLst>
        </pc:spChg>
        <pc:spChg chg="add del">
          <ac:chgData name="Kyle Winter" userId="34daa314-b499-4a63-812e-be72b148aed2" providerId="ADAL" clId="{FF828309-A499-4076-998D-45743FC88B67}" dt="2024-04-01T17:29:51.121" v="972"/>
          <ac:spMkLst>
            <pc:docMk/>
            <pc:sldMk cId="2707469551" sldId="271"/>
            <ac:spMk id="2057" creationId="{3FCFB1DE-0B7E-48CC-BA90-B2AB0889F9D6}"/>
          </ac:spMkLst>
        </pc:spChg>
      </pc:sldChg>
      <pc:sldChg chg="addSp delSp add del setBg delDesignElem">
        <pc:chgData name="Kyle Winter" userId="34daa314-b499-4a63-812e-be72b148aed2" providerId="ADAL" clId="{FF828309-A499-4076-998D-45743FC88B67}" dt="2024-04-01T17:32:00.652" v="975"/>
        <pc:sldMkLst>
          <pc:docMk/>
          <pc:sldMk cId="3108277528" sldId="272"/>
        </pc:sldMkLst>
        <pc:spChg chg="add del">
          <ac:chgData name="Kyle Winter" userId="34daa314-b499-4a63-812e-be72b148aed2" providerId="ADAL" clId="{FF828309-A499-4076-998D-45743FC88B67}" dt="2024-04-01T17:29:51.121" v="972"/>
          <ac:spMkLst>
            <pc:docMk/>
            <pc:sldMk cId="3108277528" sldId="272"/>
            <ac:spMk id="1031" creationId="{352BEC0E-22F8-46D0-9632-375DB541B06C}"/>
          </ac:spMkLst>
        </pc:spChg>
        <pc:spChg chg="add del">
          <ac:chgData name="Kyle Winter" userId="34daa314-b499-4a63-812e-be72b148aed2" providerId="ADAL" clId="{FF828309-A499-4076-998D-45743FC88B67}" dt="2024-04-01T17:29:51.121" v="972"/>
          <ac:spMkLst>
            <pc:docMk/>
            <pc:sldMk cId="3108277528" sldId="272"/>
            <ac:spMk id="1033" creationId="{3FCFB1DE-0B7E-48CC-BA90-B2AB0889F9D6}"/>
          </ac:spMkLst>
        </pc:spChg>
      </pc:sldChg>
      <pc:sldChg chg="add del setBg">
        <pc:chgData name="Kyle Winter" userId="34daa314-b499-4a63-812e-be72b148aed2" providerId="ADAL" clId="{FF828309-A499-4076-998D-45743FC88B67}" dt="2024-04-01T17:32:00.652" v="975"/>
        <pc:sldMkLst>
          <pc:docMk/>
          <pc:sldMk cId="2344292517" sldId="273"/>
        </pc:sldMkLst>
      </pc:sldChg>
      <pc:sldChg chg="add del setBg">
        <pc:chgData name="Kyle Winter" userId="34daa314-b499-4a63-812e-be72b148aed2" providerId="ADAL" clId="{FF828309-A499-4076-998D-45743FC88B67}" dt="2024-04-01T17:32:00.652" v="975"/>
        <pc:sldMkLst>
          <pc:docMk/>
          <pc:sldMk cId="2844518812" sldId="274"/>
        </pc:sldMkLst>
      </pc:sldChg>
      <pc:sldChg chg="add del setBg">
        <pc:chgData name="Kyle Winter" userId="34daa314-b499-4a63-812e-be72b148aed2" providerId="ADAL" clId="{FF828309-A499-4076-998D-45743FC88B67}" dt="2024-04-01T17:32:00.652" v="975"/>
        <pc:sldMkLst>
          <pc:docMk/>
          <pc:sldMk cId="1676606732" sldId="275"/>
        </pc:sldMkLst>
      </pc:sldChg>
      <pc:sldChg chg="add del setBg">
        <pc:chgData name="Kyle Winter" userId="34daa314-b499-4a63-812e-be72b148aed2" providerId="ADAL" clId="{FF828309-A499-4076-998D-45743FC88B67}" dt="2024-04-01T17:32:00.652" v="975"/>
        <pc:sldMkLst>
          <pc:docMk/>
          <pc:sldMk cId="2587924477" sldId="276"/>
        </pc:sldMkLst>
      </pc:sldChg>
      <pc:sldChg chg="add del setBg">
        <pc:chgData name="Kyle Winter" userId="34daa314-b499-4a63-812e-be72b148aed2" providerId="ADAL" clId="{FF828309-A499-4076-998D-45743FC88B67}" dt="2024-04-01T17:32:00.652" v="975"/>
        <pc:sldMkLst>
          <pc:docMk/>
          <pc:sldMk cId="1043684773" sldId="277"/>
        </pc:sldMkLst>
      </pc:sldChg>
      <pc:sldChg chg="add del setBg">
        <pc:chgData name="Kyle Winter" userId="34daa314-b499-4a63-812e-be72b148aed2" providerId="ADAL" clId="{FF828309-A499-4076-998D-45743FC88B67}" dt="2024-04-01T17:32:00.652" v="975"/>
        <pc:sldMkLst>
          <pc:docMk/>
          <pc:sldMk cId="1220322385" sldId="278"/>
        </pc:sldMkLst>
      </pc:sldChg>
      <pc:sldChg chg="add del setBg">
        <pc:chgData name="Kyle Winter" userId="34daa314-b499-4a63-812e-be72b148aed2" providerId="ADAL" clId="{FF828309-A499-4076-998D-45743FC88B67}" dt="2024-04-01T17:32:00.652" v="975"/>
        <pc:sldMkLst>
          <pc:docMk/>
          <pc:sldMk cId="1402370731" sldId="279"/>
        </pc:sldMkLst>
      </pc:sldChg>
      <pc:sldChg chg="add del setBg">
        <pc:chgData name="Kyle Winter" userId="34daa314-b499-4a63-812e-be72b148aed2" providerId="ADAL" clId="{FF828309-A499-4076-998D-45743FC88B67}" dt="2024-04-17T23:30:40.764" v="1534" actId="47"/>
        <pc:sldMkLst>
          <pc:docMk/>
          <pc:sldMk cId="1564092623" sldId="280"/>
        </pc:sldMkLst>
      </pc:sldChg>
      <pc:sldChg chg="add del">
        <pc:chgData name="Kyle Winter" userId="34daa314-b499-4a63-812e-be72b148aed2" providerId="ADAL" clId="{FF828309-A499-4076-998D-45743FC88B67}" dt="2024-04-01T17:35:14.643" v="978" actId="47"/>
        <pc:sldMkLst>
          <pc:docMk/>
          <pc:sldMk cId="1388092480" sldId="281"/>
        </pc:sldMkLst>
      </pc:sldChg>
      <pc:sldChg chg="add setBg modNotes">
        <pc:chgData name="Kyle Winter" userId="34daa314-b499-4a63-812e-be72b148aed2" providerId="ADAL" clId="{FF828309-A499-4076-998D-45743FC88B67}" dt="2024-04-01T17:34:07.905" v="977"/>
        <pc:sldMkLst>
          <pc:docMk/>
          <pc:sldMk cId="0" sldId="282"/>
        </pc:sldMkLst>
      </pc:sldChg>
      <pc:sldChg chg="add setBg modNotes">
        <pc:chgData name="Kyle Winter" userId="34daa314-b499-4a63-812e-be72b148aed2" providerId="ADAL" clId="{FF828309-A499-4076-998D-45743FC88B67}" dt="2024-04-01T17:34:07.905" v="977"/>
        <pc:sldMkLst>
          <pc:docMk/>
          <pc:sldMk cId="0" sldId="283"/>
        </pc:sldMkLst>
      </pc:sldChg>
      <pc:sldChg chg="add setBg modNotes">
        <pc:chgData name="Kyle Winter" userId="34daa314-b499-4a63-812e-be72b148aed2" providerId="ADAL" clId="{FF828309-A499-4076-998D-45743FC88B67}" dt="2024-04-01T17:34:07.905" v="977"/>
        <pc:sldMkLst>
          <pc:docMk/>
          <pc:sldMk cId="0" sldId="284"/>
        </pc:sldMkLst>
      </pc:sldChg>
      <pc:sldChg chg="add setBg modNotes">
        <pc:chgData name="Kyle Winter" userId="34daa314-b499-4a63-812e-be72b148aed2" providerId="ADAL" clId="{FF828309-A499-4076-998D-45743FC88B67}" dt="2024-04-01T17:34:07.905" v="977"/>
        <pc:sldMkLst>
          <pc:docMk/>
          <pc:sldMk cId="0" sldId="285"/>
        </pc:sldMkLst>
      </pc:sldChg>
      <pc:sldChg chg="add setBg modNotes">
        <pc:chgData name="Kyle Winter" userId="34daa314-b499-4a63-812e-be72b148aed2" providerId="ADAL" clId="{FF828309-A499-4076-998D-45743FC88B67}" dt="2024-04-01T17:34:07.905" v="977"/>
        <pc:sldMkLst>
          <pc:docMk/>
          <pc:sldMk cId="0" sldId="286"/>
        </pc:sldMkLst>
      </pc:sldChg>
      <pc:sldChg chg="add setBg modNotes">
        <pc:chgData name="Kyle Winter" userId="34daa314-b499-4a63-812e-be72b148aed2" providerId="ADAL" clId="{FF828309-A499-4076-998D-45743FC88B67}" dt="2024-04-01T17:34:07.905" v="977"/>
        <pc:sldMkLst>
          <pc:docMk/>
          <pc:sldMk cId="0" sldId="287"/>
        </pc:sldMkLst>
      </pc:sldChg>
      <pc:sldChg chg="add setBg modNotes">
        <pc:chgData name="Kyle Winter" userId="34daa314-b499-4a63-812e-be72b148aed2" providerId="ADAL" clId="{FF828309-A499-4076-998D-45743FC88B67}" dt="2024-04-01T17:34:07.905" v="977"/>
        <pc:sldMkLst>
          <pc:docMk/>
          <pc:sldMk cId="0" sldId="288"/>
        </pc:sldMkLst>
      </pc:sldChg>
      <pc:sldChg chg="add setBg modNotes">
        <pc:chgData name="Kyle Winter" userId="34daa314-b499-4a63-812e-be72b148aed2" providerId="ADAL" clId="{FF828309-A499-4076-998D-45743FC88B67}" dt="2024-04-01T17:34:07.905" v="977"/>
        <pc:sldMkLst>
          <pc:docMk/>
          <pc:sldMk cId="0" sldId="289"/>
        </pc:sldMkLst>
      </pc:sldChg>
      <pc:sldChg chg="add setBg modNotes">
        <pc:chgData name="Kyle Winter" userId="34daa314-b499-4a63-812e-be72b148aed2" providerId="ADAL" clId="{FF828309-A499-4076-998D-45743FC88B67}" dt="2024-04-01T17:34:07.905" v="977"/>
        <pc:sldMkLst>
          <pc:docMk/>
          <pc:sldMk cId="810604963" sldId="345"/>
        </pc:sldMkLst>
      </pc:sldChg>
      <pc:sldChg chg="add setBg modNotes">
        <pc:chgData name="Kyle Winter" userId="34daa314-b499-4a63-812e-be72b148aed2" providerId="ADAL" clId="{FF828309-A499-4076-998D-45743FC88B67}" dt="2024-04-01T17:34:07.905" v="977"/>
        <pc:sldMkLst>
          <pc:docMk/>
          <pc:sldMk cId="387664466" sldId="346"/>
        </pc:sldMkLst>
      </pc:sldChg>
      <pc:sldChg chg="add setBg modNotes">
        <pc:chgData name="Kyle Winter" userId="34daa314-b499-4a63-812e-be72b148aed2" providerId="ADAL" clId="{FF828309-A499-4076-998D-45743FC88B67}" dt="2024-04-01T17:34:07.905" v="977"/>
        <pc:sldMkLst>
          <pc:docMk/>
          <pc:sldMk cId="0" sldId="347"/>
        </pc:sldMkLst>
      </pc:sldChg>
      <pc:sldChg chg="add setBg modNotes">
        <pc:chgData name="Kyle Winter" userId="34daa314-b499-4a63-812e-be72b148aed2" providerId="ADAL" clId="{FF828309-A499-4076-998D-45743FC88B67}" dt="2024-04-01T17:34:07.905" v="977"/>
        <pc:sldMkLst>
          <pc:docMk/>
          <pc:sldMk cId="0" sldId="348"/>
        </pc:sldMkLst>
      </pc:sldChg>
      <pc:sldChg chg="add setBg modNotes">
        <pc:chgData name="Kyle Winter" userId="34daa314-b499-4a63-812e-be72b148aed2" providerId="ADAL" clId="{FF828309-A499-4076-998D-45743FC88B67}" dt="2024-04-01T17:34:07.905" v="977"/>
        <pc:sldMkLst>
          <pc:docMk/>
          <pc:sldMk cId="2350482198" sldId="349"/>
        </pc:sldMkLst>
      </pc:sldChg>
      <pc:sldChg chg="add setBg modNotes">
        <pc:chgData name="Kyle Winter" userId="34daa314-b499-4a63-812e-be72b148aed2" providerId="ADAL" clId="{FF828309-A499-4076-998D-45743FC88B67}" dt="2024-04-01T17:34:07.905" v="977"/>
        <pc:sldMkLst>
          <pc:docMk/>
          <pc:sldMk cId="0" sldId="350"/>
        </pc:sldMkLst>
      </pc:sldChg>
      <pc:sldChg chg="add setBg modNotes">
        <pc:chgData name="Kyle Winter" userId="34daa314-b499-4a63-812e-be72b148aed2" providerId="ADAL" clId="{FF828309-A499-4076-998D-45743FC88B67}" dt="2024-04-01T17:34:07.905" v="977"/>
        <pc:sldMkLst>
          <pc:docMk/>
          <pc:sldMk cId="3626865447" sldId="351"/>
        </pc:sldMkLst>
      </pc:sldChg>
      <pc:sldChg chg="add setBg modNotes">
        <pc:chgData name="Kyle Winter" userId="34daa314-b499-4a63-812e-be72b148aed2" providerId="ADAL" clId="{FF828309-A499-4076-998D-45743FC88B67}" dt="2024-04-01T17:34:07.905" v="977"/>
        <pc:sldMkLst>
          <pc:docMk/>
          <pc:sldMk cId="2605974586" sldId="352"/>
        </pc:sldMkLst>
      </pc:sldChg>
      <pc:sldChg chg="add setBg modNotes">
        <pc:chgData name="Kyle Winter" userId="34daa314-b499-4a63-812e-be72b148aed2" providerId="ADAL" clId="{FF828309-A499-4076-998D-45743FC88B67}" dt="2024-04-01T17:34:07.905" v="977"/>
        <pc:sldMkLst>
          <pc:docMk/>
          <pc:sldMk cId="1358255264" sldId="353"/>
        </pc:sldMkLst>
      </pc:sldChg>
      <pc:sldChg chg="add setBg modNotes">
        <pc:chgData name="Kyle Winter" userId="34daa314-b499-4a63-812e-be72b148aed2" providerId="ADAL" clId="{FF828309-A499-4076-998D-45743FC88B67}" dt="2024-04-01T17:34:07.905" v="977"/>
        <pc:sldMkLst>
          <pc:docMk/>
          <pc:sldMk cId="2892879638" sldId="354"/>
        </pc:sldMkLst>
      </pc:sldChg>
      <pc:sldChg chg="add setBg modNotes">
        <pc:chgData name="Kyle Winter" userId="34daa314-b499-4a63-812e-be72b148aed2" providerId="ADAL" clId="{FF828309-A499-4076-998D-45743FC88B67}" dt="2024-04-01T17:34:07.905" v="977"/>
        <pc:sldMkLst>
          <pc:docMk/>
          <pc:sldMk cId="0" sldId="355"/>
        </pc:sldMkLst>
      </pc:sldChg>
      <pc:sldChg chg="add setBg modNotes">
        <pc:chgData name="Kyle Winter" userId="34daa314-b499-4a63-812e-be72b148aed2" providerId="ADAL" clId="{FF828309-A499-4076-998D-45743FC88B67}" dt="2024-04-01T17:34:07.905" v="977"/>
        <pc:sldMkLst>
          <pc:docMk/>
          <pc:sldMk cId="1359392552" sldId="356"/>
        </pc:sldMkLst>
      </pc:sldChg>
      <pc:sldChg chg="add setBg modNotes">
        <pc:chgData name="Kyle Winter" userId="34daa314-b499-4a63-812e-be72b148aed2" providerId="ADAL" clId="{FF828309-A499-4076-998D-45743FC88B67}" dt="2024-04-01T17:34:07.905" v="977"/>
        <pc:sldMkLst>
          <pc:docMk/>
          <pc:sldMk cId="2622470330" sldId="357"/>
        </pc:sldMkLst>
      </pc:sldChg>
      <pc:sldChg chg="add setBg modNotes">
        <pc:chgData name="Kyle Winter" userId="34daa314-b499-4a63-812e-be72b148aed2" providerId="ADAL" clId="{FF828309-A499-4076-998D-45743FC88B67}" dt="2024-04-01T17:34:07.905" v="977"/>
        <pc:sldMkLst>
          <pc:docMk/>
          <pc:sldMk cId="1545767834" sldId="358"/>
        </pc:sldMkLst>
      </pc:sldChg>
      <pc:sldChg chg="add setBg modNotes">
        <pc:chgData name="Kyle Winter" userId="34daa314-b499-4a63-812e-be72b148aed2" providerId="ADAL" clId="{FF828309-A499-4076-998D-45743FC88B67}" dt="2024-04-01T17:34:07.905" v="977"/>
        <pc:sldMkLst>
          <pc:docMk/>
          <pc:sldMk cId="611879559" sldId="359"/>
        </pc:sldMkLst>
      </pc:sldChg>
      <pc:sldChg chg="add setBg modNotes">
        <pc:chgData name="Kyle Winter" userId="34daa314-b499-4a63-812e-be72b148aed2" providerId="ADAL" clId="{FF828309-A499-4076-998D-45743FC88B67}" dt="2024-04-01T17:34:07.905" v="977"/>
        <pc:sldMkLst>
          <pc:docMk/>
          <pc:sldMk cId="3033115123" sldId="360"/>
        </pc:sldMkLst>
      </pc:sldChg>
      <pc:sldChg chg="add setBg modNotes">
        <pc:chgData name="Kyle Winter" userId="34daa314-b499-4a63-812e-be72b148aed2" providerId="ADAL" clId="{FF828309-A499-4076-998D-45743FC88B67}" dt="2024-04-01T17:34:07.905" v="977"/>
        <pc:sldMkLst>
          <pc:docMk/>
          <pc:sldMk cId="3975606460" sldId="361"/>
        </pc:sldMkLst>
      </pc:sldChg>
      <pc:sldChg chg="addSp delSp modSp add mod">
        <pc:chgData name="Kyle Winter" userId="34daa314-b499-4a63-812e-be72b148aed2" providerId="ADAL" clId="{FF828309-A499-4076-998D-45743FC88B67}" dt="2024-04-17T23:28:40.534" v="1504" actId="1076"/>
        <pc:sldMkLst>
          <pc:docMk/>
          <pc:sldMk cId="1518029970" sldId="362"/>
        </pc:sldMkLst>
        <pc:spChg chg="mod">
          <ac:chgData name="Kyle Winter" userId="34daa314-b499-4a63-812e-be72b148aed2" providerId="ADAL" clId="{FF828309-A499-4076-998D-45743FC88B67}" dt="2024-04-17T23:28:23.659" v="1501" actId="20577"/>
          <ac:spMkLst>
            <pc:docMk/>
            <pc:sldMk cId="1518029970" sldId="362"/>
            <ac:spMk id="3" creationId="{F9DE7A63-3D59-CF04-4C5E-DB36EDA15642}"/>
          </ac:spMkLst>
        </pc:spChg>
        <pc:picChg chg="del">
          <ac:chgData name="Kyle Winter" userId="34daa314-b499-4a63-812e-be72b148aed2" providerId="ADAL" clId="{FF828309-A499-4076-998D-45743FC88B67}" dt="2024-04-17T23:28:26.204" v="1502" actId="478"/>
          <ac:picMkLst>
            <pc:docMk/>
            <pc:sldMk cId="1518029970" sldId="362"/>
            <ac:picMk id="5" creationId="{063E5342-53D7-B43B-A10B-F8053A30098F}"/>
          </ac:picMkLst>
        </pc:picChg>
        <pc:picChg chg="add mod">
          <ac:chgData name="Kyle Winter" userId="34daa314-b499-4a63-812e-be72b148aed2" providerId="ADAL" clId="{FF828309-A499-4076-998D-45743FC88B67}" dt="2024-04-17T23:28:40.534" v="1504" actId="1076"/>
          <ac:picMkLst>
            <pc:docMk/>
            <pc:sldMk cId="1518029970" sldId="362"/>
            <ac:picMk id="6" creationId="{2A079896-DE22-DB0C-227C-49E686503B3E}"/>
          </ac:picMkLst>
        </pc:picChg>
      </pc:sldChg>
      <pc:sldChg chg="addSp delSp modSp add mod setBg">
        <pc:chgData name="Kyle Winter" userId="34daa314-b499-4a63-812e-be72b148aed2" providerId="ADAL" clId="{FF828309-A499-4076-998D-45743FC88B67}" dt="2024-04-01T17:40:58.293" v="1133"/>
        <pc:sldMkLst>
          <pc:docMk/>
          <pc:sldMk cId="18762662" sldId="363"/>
        </pc:sldMkLst>
        <pc:spChg chg="del">
          <ac:chgData name="Kyle Winter" userId="34daa314-b499-4a63-812e-be72b148aed2" providerId="ADAL" clId="{FF828309-A499-4076-998D-45743FC88B67}" dt="2024-04-01T17:39:36.314" v="995" actId="478"/>
          <ac:spMkLst>
            <pc:docMk/>
            <pc:sldMk cId="18762662" sldId="363"/>
            <ac:spMk id="2" creationId="{7B9AC082-4507-20B0-757A-BED90C82AE93}"/>
          </ac:spMkLst>
        </pc:spChg>
        <pc:spChg chg="add mod">
          <ac:chgData name="Kyle Winter" userId="34daa314-b499-4a63-812e-be72b148aed2" providerId="ADAL" clId="{FF828309-A499-4076-998D-45743FC88B67}" dt="2024-04-01T17:39:36.314" v="995" actId="478"/>
          <ac:spMkLst>
            <pc:docMk/>
            <pc:sldMk cId="18762662" sldId="363"/>
            <ac:spMk id="5" creationId="{F1013442-1739-9BE1-75FD-F69EC3C6A913}"/>
          </ac:spMkLst>
        </pc:spChg>
        <pc:picChg chg="add">
          <ac:chgData name="Kyle Winter" userId="34daa314-b499-4a63-812e-be72b148aed2" providerId="ADAL" clId="{FF828309-A499-4076-998D-45743FC88B67}" dt="2024-04-01T17:39:40.422" v="996" actId="22"/>
          <ac:picMkLst>
            <pc:docMk/>
            <pc:sldMk cId="18762662" sldId="363"/>
            <ac:picMk id="7" creationId="{34716E9A-80D2-C676-3D32-E814BCBC15E4}"/>
          </ac:picMkLst>
        </pc:picChg>
      </pc:sldChg>
      <pc:sldChg chg="delSp modSp add mod setBg">
        <pc:chgData name="Kyle Winter" userId="34daa314-b499-4a63-812e-be72b148aed2" providerId="ADAL" clId="{FF828309-A499-4076-998D-45743FC88B67}" dt="2024-04-01T17:40:58.293" v="1133"/>
        <pc:sldMkLst>
          <pc:docMk/>
          <pc:sldMk cId="880119703" sldId="364"/>
        </pc:sldMkLst>
        <pc:spChg chg="mod">
          <ac:chgData name="Kyle Winter" userId="34daa314-b499-4a63-812e-be72b148aed2" providerId="ADAL" clId="{FF828309-A499-4076-998D-45743FC88B67}" dt="2024-04-01T17:40:36.332" v="1132" actId="1038"/>
          <ac:spMkLst>
            <pc:docMk/>
            <pc:sldMk cId="880119703" sldId="364"/>
            <ac:spMk id="3" creationId="{1A209149-2B32-E4F1-077C-B4B4196C95D4}"/>
          </ac:spMkLst>
        </pc:spChg>
        <pc:spChg chg="del">
          <ac:chgData name="Kyle Winter" userId="34daa314-b499-4a63-812e-be72b148aed2" providerId="ADAL" clId="{FF828309-A499-4076-998D-45743FC88B67}" dt="2024-04-01T17:40:08.961" v="1000" actId="478"/>
          <ac:spMkLst>
            <pc:docMk/>
            <pc:sldMk cId="880119703" sldId="364"/>
            <ac:spMk id="5" creationId="{54948773-50CA-9AF5-F279-00AAB453DB01}"/>
          </ac:spMkLst>
        </pc:spChg>
        <pc:picChg chg="ord">
          <ac:chgData name="Kyle Winter" userId="34daa314-b499-4a63-812e-be72b148aed2" providerId="ADAL" clId="{FF828309-A499-4076-998D-45743FC88B67}" dt="2024-04-01T17:40:06.750" v="999" actId="167"/>
          <ac:picMkLst>
            <pc:docMk/>
            <pc:sldMk cId="880119703" sldId="364"/>
            <ac:picMk id="7" creationId="{564A30A4-57AD-1B7D-AC0E-5747D4999C5C}"/>
          </ac:picMkLst>
        </pc:picChg>
      </pc:sldChg>
      <pc:sldChg chg="modSp add mod setBg">
        <pc:chgData name="Kyle Winter" userId="34daa314-b499-4a63-812e-be72b148aed2" providerId="ADAL" clId="{FF828309-A499-4076-998D-45743FC88B67}" dt="2024-04-01T17:50:30.005" v="1387"/>
        <pc:sldMkLst>
          <pc:docMk/>
          <pc:sldMk cId="830652500" sldId="365"/>
        </pc:sldMkLst>
        <pc:spChg chg="mod">
          <ac:chgData name="Kyle Winter" userId="34daa314-b499-4a63-812e-be72b148aed2" providerId="ADAL" clId="{FF828309-A499-4076-998D-45743FC88B67}" dt="2024-04-01T17:44:27.448" v="1193" actId="20577"/>
          <ac:spMkLst>
            <pc:docMk/>
            <pc:sldMk cId="830652500" sldId="365"/>
            <ac:spMk id="3" creationId="{92F4D1B6-4038-4DA6-D5C1-802F782CB2B4}"/>
          </ac:spMkLst>
        </pc:spChg>
      </pc:sldChg>
      <pc:sldChg chg="addSp delSp modSp add mod">
        <pc:chgData name="Kyle Winter" userId="34daa314-b499-4a63-812e-be72b148aed2" providerId="ADAL" clId="{FF828309-A499-4076-998D-45743FC88B67}" dt="2024-04-17T23:29:27.460" v="1517" actId="1076"/>
        <pc:sldMkLst>
          <pc:docMk/>
          <pc:sldMk cId="3634538084" sldId="366"/>
        </pc:sldMkLst>
        <pc:spChg chg="mod">
          <ac:chgData name="Kyle Winter" userId="34daa314-b499-4a63-812e-be72b148aed2" providerId="ADAL" clId="{FF828309-A499-4076-998D-45743FC88B67}" dt="2024-04-01T18:29:41.764" v="1420"/>
          <ac:spMkLst>
            <pc:docMk/>
            <pc:sldMk cId="3634538084" sldId="366"/>
            <ac:spMk id="6" creationId="{3A745145-0F94-BFF7-15C4-CF353C60FA38}"/>
          </ac:spMkLst>
        </pc:spChg>
        <pc:picChg chg="add mod">
          <ac:chgData name="Kyle Winter" userId="34daa314-b499-4a63-812e-be72b148aed2" providerId="ADAL" clId="{FF828309-A499-4076-998D-45743FC88B67}" dt="2024-04-01T17:47:45.453" v="1316" actId="1076"/>
          <ac:picMkLst>
            <pc:docMk/>
            <pc:sldMk cId="3634538084" sldId="366"/>
            <ac:picMk id="3" creationId="{D7FC1333-E85F-049B-0410-4E4BEF7F9B28}"/>
          </ac:picMkLst>
        </pc:picChg>
        <pc:picChg chg="add mod">
          <ac:chgData name="Kyle Winter" userId="34daa314-b499-4a63-812e-be72b148aed2" providerId="ADAL" clId="{FF828309-A499-4076-998D-45743FC88B67}" dt="2024-04-17T23:29:27.460" v="1517" actId="1076"/>
          <ac:picMkLst>
            <pc:docMk/>
            <pc:sldMk cId="3634538084" sldId="366"/>
            <ac:picMk id="4" creationId="{39A97F9A-BDC3-B3CA-4AF5-67FD14468DE1}"/>
          </ac:picMkLst>
        </pc:picChg>
        <pc:picChg chg="del">
          <ac:chgData name="Kyle Winter" userId="34daa314-b499-4a63-812e-be72b148aed2" providerId="ADAL" clId="{FF828309-A499-4076-998D-45743FC88B67}" dt="2024-04-17T23:29:22.440" v="1514" actId="478"/>
          <ac:picMkLst>
            <pc:docMk/>
            <pc:sldMk cId="3634538084" sldId="366"/>
            <ac:picMk id="5" creationId="{C9C522E2-547A-F82E-5FC6-E42936402BFB}"/>
          </ac:picMkLst>
        </pc:picChg>
        <pc:picChg chg="del">
          <ac:chgData name="Kyle Winter" userId="34daa314-b499-4a63-812e-be72b148aed2" providerId="ADAL" clId="{FF828309-A499-4076-998D-45743FC88B67}" dt="2024-04-01T17:47:04.585" v="1256" actId="478"/>
          <ac:picMkLst>
            <pc:docMk/>
            <pc:sldMk cId="3634538084" sldId="366"/>
            <ac:picMk id="2050" creationId="{C7763D1F-1CEA-91D0-1720-4AAD9AC2E0C2}"/>
          </ac:picMkLst>
        </pc:picChg>
      </pc:sldChg>
    </pc:docChg>
  </pc:docChgLst>
  <pc:docChgLst>
    <pc:chgData name="Kyle Winter" userId="34daa314-b499-4a63-812e-be72b148aed2" providerId="ADAL" clId="{0FBB39E3-B547-4300-80AE-3DE298B56A98}"/>
    <pc:docChg chg="custSel addSld delSld modSld sldOrd">
      <pc:chgData name="Kyle Winter" userId="34daa314-b499-4a63-812e-be72b148aed2" providerId="ADAL" clId="{0FBB39E3-B547-4300-80AE-3DE298B56A98}" dt="2024-06-18T14:06:11.350" v="632" actId="478"/>
      <pc:docMkLst>
        <pc:docMk/>
      </pc:docMkLst>
      <pc:sldChg chg="addSp delSp modSp mod">
        <pc:chgData name="Kyle Winter" userId="34daa314-b499-4a63-812e-be72b148aed2" providerId="ADAL" clId="{0FBB39E3-B547-4300-80AE-3DE298B56A98}" dt="2024-06-14T17:19:43.961" v="622" actId="20577"/>
        <pc:sldMkLst>
          <pc:docMk/>
          <pc:sldMk cId="3609167667" sldId="256"/>
        </pc:sldMkLst>
        <pc:spChg chg="mod">
          <ac:chgData name="Kyle Winter" userId="34daa314-b499-4a63-812e-be72b148aed2" providerId="ADAL" clId="{0FBB39E3-B547-4300-80AE-3DE298B56A98}" dt="2024-06-14T17:19:43.961" v="622" actId="20577"/>
          <ac:spMkLst>
            <pc:docMk/>
            <pc:sldMk cId="3609167667" sldId="256"/>
            <ac:spMk id="7" creationId="{06975A78-649C-0000-1500-DFA88FE20972}"/>
          </ac:spMkLst>
        </pc:spChg>
        <pc:spChg chg="del">
          <ac:chgData name="Kyle Winter" userId="34daa314-b499-4a63-812e-be72b148aed2" providerId="ADAL" clId="{0FBB39E3-B547-4300-80AE-3DE298B56A98}" dt="2024-06-14T17:06:13.912" v="20" actId="26606"/>
          <ac:spMkLst>
            <pc:docMk/>
            <pc:sldMk cId="3609167667" sldId="256"/>
            <ac:spMk id="6163" creationId="{0671A8AE-40A1-4631-A6B8-581AFF065482}"/>
          </ac:spMkLst>
        </pc:spChg>
        <pc:spChg chg="del">
          <ac:chgData name="Kyle Winter" userId="34daa314-b499-4a63-812e-be72b148aed2" providerId="ADAL" clId="{0FBB39E3-B547-4300-80AE-3DE298B56A98}" dt="2024-06-14T17:06:13.912" v="20" actId="26606"/>
          <ac:spMkLst>
            <pc:docMk/>
            <pc:sldMk cId="3609167667" sldId="256"/>
            <ac:spMk id="6165" creationId="{AB58EF07-17C2-48CF-ABB0-EEF1F17CB8F0}"/>
          </ac:spMkLst>
        </pc:spChg>
        <pc:spChg chg="del">
          <ac:chgData name="Kyle Winter" userId="34daa314-b499-4a63-812e-be72b148aed2" providerId="ADAL" clId="{0FBB39E3-B547-4300-80AE-3DE298B56A98}" dt="2024-06-14T17:06:13.912" v="20" actId="26606"/>
          <ac:spMkLst>
            <pc:docMk/>
            <pc:sldMk cId="3609167667" sldId="256"/>
            <ac:spMk id="6167" creationId="{AF2F604E-43BE-4DC3-B983-E071523364F8}"/>
          </ac:spMkLst>
        </pc:spChg>
        <pc:spChg chg="del">
          <ac:chgData name="Kyle Winter" userId="34daa314-b499-4a63-812e-be72b148aed2" providerId="ADAL" clId="{0FBB39E3-B547-4300-80AE-3DE298B56A98}" dt="2024-06-14T17:06:13.912" v="20" actId="26606"/>
          <ac:spMkLst>
            <pc:docMk/>
            <pc:sldMk cId="3609167667" sldId="256"/>
            <ac:spMk id="6169" creationId="{08C9B587-E65E-4B52-B37C-ABEBB6E87928}"/>
          </ac:spMkLst>
        </pc:spChg>
        <pc:spChg chg="add">
          <ac:chgData name="Kyle Winter" userId="34daa314-b499-4a63-812e-be72b148aed2" providerId="ADAL" clId="{0FBB39E3-B547-4300-80AE-3DE298B56A98}" dt="2024-06-14T17:06:13.912" v="20" actId="26606"/>
          <ac:spMkLst>
            <pc:docMk/>
            <pc:sldMk cId="3609167667" sldId="256"/>
            <ac:spMk id="6174" creationId="{9B7AD9F6-8CE7-4299-8FC6-328F4DCD3FF9}"/>
          </ac:spMkLst>
        </pc:spChg>
        <pc:spChg chg="add">
          <ac:chgData name="Kyle Winter" userId="34daa314-b499-4a63-812e-be72b148aed2" providerId="ADAL" clId="{0FBB39E3-B547-4300-80AE-3DE298B56A98}" dt="2024-06-14T17:06:13.912" v="20" actId="26606"/>
          <ac:spMkLst>
            <pc:docMk/>
            <pc:sldMk cId="3609167667" sldId="256"/>
            <ac:spMk id="6176" creationId="{F49775AF-8896-43EE-92C6-83497D6DC56F}"/>
          </ac:spMkLst>
        </pc:spChg>
        <pc:picChg chg="add mod">
          <ac:chgData name="Kyle Winter" userId="34daa314-b499-4a63-812e-be72b148aed2" providerId="ADAL" clId="{0FBB39E3-B547-4300-80AE-3DE298B56A98}" dt="2024-06-14T17:06:13.912" v="20" actId="26606"/>
          <ac:picMkLst>
            <pc:docMk/>
            <pc:sldMk cId="3609167667" sldId="256"/>
            <ac:picMk id="2" creationId="{6E0D1EEA-4A81-BADC-A22F-D208A6A95144}"/>
          </ac:picMkLst>
        </pc:picChg>
        <pc:picChg chg="add mod">
          <ac:chgData name="Kyle Winter" userId="34daa314-b499-4a63-812e-be72b148aed2" providerId="ADAL" clId="{0FBB39E3-B547-4300-80AE-3DE298B56A98}" dt="2024-06-14T17:06:05.046" v="18" actId="14100"/>
          <ac:picMkLst>
            <pc:docMk/>
            <pc:sldMk cId="3609167667" sldId="256"/>
            <ac:picMk id="1026" creationId="{242E6FA9-7B3F-BCF4-7484-D99DB014080B}"/>
          </ac:picMkLst>
        </pc:picChg>
        <pc:picChg chg="del">
          <ac:chgData name="Kyle Winter" userId="34daa314-b499-4a63-812e-be72b148aed2" providerId="ADAL" clId="{0FBB39E3-B547-4300-80AE-3DE298B56A98}" dt="2024-06-14T17:05:22.028" v="15" actId="478"/>
          <ac:picMkLst>
            <pc:docMk/>
            <pc:sldMk cId="3609167667" sldId="256"/>
            <ac:picMk id="1028" creationId="{441D6048-0A4B-EA05-638C-2C6A36F073E9}"/>
          </ac:picMkLst>
        </pc:picChg>
      </pc:sldChg>
      <pc:sldChg chg="addSp delSp modSp mod">
        <pc:chgData name="Kyle Winter" userId="34daa314-b499-4a63-812e-be72b148aed2" providerId="ADAL" clId="{0FBB39E3-B547-4300-80AE-3DE298B56A98}" dt="2024-06-18T14:05:05.599" v="630" actId="20577"/>
        <pc:sldMkLst>
          <pc:docMk/>
          <pc:sldMk cId="356156944" sldId="258"/>
        </pc:sldMkLst>
        <pc:spChg chg="mod">
          <ac:chgData name="Kyle Winter" userId="34daa314-b499-4a63-812e-be72b148aed2" providerId="ADAL" clId="{0FBB39E3-B547-4300-80AE-3DE298B56A98}" dt="2024-06-18T14:05:05.599" v="630" actId="20577"/>
          <ac:spMkLst>
            <pc:docMk/>
            <pc:sldMk cId="356156944" sldId="258"/>
            <ac:spMk id="2" creationId="{364008B8-7465-4F73-ADAC-E7648E6740CB}"/>
          </ac:spMkLst>
        </pc:spChg>
        <pc:spChg chg="mod">
          <ac:chgData name="Kyle Winter" userId="34daa314-b499-4a63-812e-be72b148aed2" providerId="ADAL" clId="{0FBB39E3-B547-4300-80AE-3DE298B56A98}" dt="2024-06-14T17:07:55.074" v="182" actId="1076"/>
          <ac:spMkLst>
            <pc:docMk/>
            <pc:sldMk cId="356156944" sldId="258"/>
            <ac:spMk id="6" creationId="{16FD5095-03A3-3CD6-4F38-C1F7B4FD6D59}"/>
          </ac:spMkLst>
        </pc:spChg>
        <pc:picChg chg="add del">
          <ac:chgData name="Kyle Winter" userId="34daa314-b499-4a63-812e-be72b148aed2" providerId="ADAL" clId="{0FBB39E3-B547-4300-80AE-3DE298B56A98}" dt="2024-06-14T17:06:55.401" v="22" actId="478"/>
          <ac:picMkLst>
            <pc:docMk/>
            <pc:sldMk cId="356156944" sldId="258"/>
            <ac:picMk id="2050" creationId="{5041D624-A839-74A4-3537-0EBCDD6AD9BB}"/>
          </ac:picMkLst>
        </pc:picChg>
      </pc:sldChg>
      <pc:sldChg chg="modSp mod">
        <pc:chgData name="Kyle Winter" userId="34daa314-b499-4a63-812e-be72b148aed2" providerId="ADAL" clId="{0FBB39E3-B547-4300-80AE-3DE298B56A98}" dt="2024-06-14T17:18:34.814" v="558" actId="20577"/>
        <pc:sldMkLst>
          <pc:docMk/>
          <pc:sldMk cId="3590887034" sldId="259"/>
        </pc:sldMkLst>
        <pc:spChg chg="mod">
          <ac:chgData name="Kyle Winter" userId="34daa314-b499-4a63-812e-be72b148aed2" providerId="ADAL" clId="{0FBB39E3-B547-4300-80AE-3DE298B56A98}" dt="2024-06-14T17:18:34.814" v="558" actId="20577"/>
          <ac:spMkLst>
            <pc:docMk/>
            <pc:sldMk cId="3590887034" sldId="259"/>
            <ac:spMk id="3" creationId="{B9B8057A-FD40-13E3-284A-FCE8A83B3E19}"/>
          </ac:spMkLst>
        </pc:spChg>
      </pc:sldChg>
      <pc:sldChg chg="modSp mod">
        <pc:chgData name="Kyle Winter" userId="34daa314-b499-4a63-812e-be72b148aed2" providerId="ADAL" clId="{0FBB39E3-B547-4300-80AE-3DE298B56A98}" dt="2024-06-14T17:16:31.200" v="417" actId="6549"/>
        <pc:sldMkLst>
          <pc:docMk/>
          <pc:sldMk cId="2596561" sldId="263"/>
        </pc:sldMkLst>
        <pc:spChg chg="mod">
          <ac:chgData name="Kyle Winter" userId="34daa314-b499-4a63-812e-be72b148aed2" providerId="ADAL" clId="{0FBB39E3-B547-4300-80AE-3DE298B56A98}" dt="2024-06-14T17:16:31.200" v="417" actId="6549"/>
          <ac:spMkLst>
            <pc:docMk/>
            <pc:sldMk cId="2596561" sldId="263"/>
            <ac:spMk id="3" creationId="{615D49D5-0868-51D2-04FF-76CF99B759D4}"/>
          </ac:spMkLst>
        </pc:spChg>
      </pc:sldChg>
      <pc:sldChg chg="ord">
        <pc:chgData name="Kyle Winter" userId="34daa314-b499-4a63-812e-be72b148aed2" providerId="ADAL" clId="{0FBB39E3-B547-4300-80AE-3DE298B56A98}" dt="2024-06-14T17:14:27.752" v="211"/>
        <pc:sldMkLst>
          <pc:docMk/>
          <pc:sldMk cId="2234594365" sldId="267"/>
        </pc:sldMkLst>
      </pc:sldChg>
      <pc:sldChg chg="addSp delSp modSp mod">
        <pc:chgData name="Kyle Winter" userId="34daa314-b499-4a63-812e-be72b148aed2" providerId="ADAL" clId="{0FBB39E3-B547-4300-80AE-3DE298B56A98}" dt="2024-06-14T17:16:18.999" v="394" actId="1076"/>
        <pc:sldMkLst>
          <pc:docMk/>
          <pc:sldMk cId="616238880" sldId="269"/>
        </pc:sldMkLst>
        <pc:spChg chg="mod">
          <ac:chgData name="Kyle Winter" userId="34daa314-b499-4a63-812e-be72b148aed2" providerId="ADAL" clId="{0FBB39E3-B547-4300-80AE-3DE298B56A98}" dt="2024-06-14T17:16:16.905" v="393" actId="20577"/>
          <ac:spMkLst>
            <pc:docMk/>
            <pc:sldMk cId="616238880" sldId="269"/>
            <ac:spMk id="4" creationId="{9FF40DF8-5F01-44C5-173F-207460293862}"/>
          </ac:spMkLst>
        </pc:spChg>
        <pc:picChg chg="del">
          <ac:chgData name="Kyle Winter" userId="34daa314-b499-4a63-812e-be72b148aed2" providerId="ADAL" clId="{0FBB39E3-B547-4300-80AE-3DE298B56A98}" dt="2024-06-14T17:16:03.169" v="342" actId="478"/>
          <ac:picMkLst>
            <pc:docMk/>
            <pc:sldMk cId="616238880" sldId="269"/>
            <ac:picMk id="2" creationId="{849886C7-1045-AF94-353D-BECA57486922}"/>
          </ac:picMkLst>
        </pc:picChg>
        <pc:picChg chg="add mod">
          <ac:chgData name="Kyle Winter" userId="34daa314-b499-4a63-812e-be72b148aed2" providerId="ADAL" clId="{0FBB39E3-B547-4300-80AE-3DE298B56A98}" dt="2024-06-14T17:16:18.999" v="394" actId="1076"/>
          <ac:picMkLst>
            <pc:docMk/>
            <pc:sldMk cId="616238880" sldId="269"/>
            <ac:picMk id="4098" creationId="{C43FD162-CAB5-5B4B-2616-F8577A71A79A}"/>
          </ac:picMkLst>
        </pc:picChg>
      </pc:sldChg>
      <pc:sldChg chg="del">
        <pc:chgData name="Kyle Winter" userId="34daa314-b499-4a63-812e-be72b148aed2" providerId="ADAL" clId="{0FBB39E3-B547-4300-80AE-3DE298B56A98}" dt="2024-06-14T17:16:48.094" v="418" actId="47"/>
        <pc:sldMkLst>
          <pc:docMk/>
          <pc:sldMk cId="0" sldId="290"/>
        </pc:sldMkLst>
      </pc:sldChg>
      <pc:sldChg chg="del">
        <pc:chgData name="Kyle Winter" userId="34daa314-b499-4a63-812e-be72b148aed2" providerId="ADAL" clId="{0FBB39E3-B547-4300-80AE-3DE298B56A98}" dt="2024-06-14T17:16:48.094" v="418" actId="47"/>
        <pc:sldMkLst>
          <pc:docMk/>
          <pc:sldMk cId="0" sldId="291"/>
        </pc:sldMkLst>
      </pc:sldChg>
      <pc:sldChg chg="add del setBg modNotes">
        <pc:chgData name="Kyle Winter" userId="34daa314-b499-4a63-812e-be72b148aed2" providerId="ADAL" clId="{0FBB39E3-B547-4300-80AE-3DE298B56A98}" dt="2024-06-14T17:17:46.786" v="421"/>
        <pc:sldMkLst>
          <pc:docMk/>
          <pc:sldMk cId="0" sldId="293"/>
        </pc:sldMkLst>
      </pc:sldChg>
      <pc:sldChg chg="add del setBg modNotes">
        <pc:chgData name="Kyle Winter" userId="34daa314-b499-4a63-812e-be72b148aed2" providerId="ADAL" clId="{0FBB39E3-B547-4300-80AE-3DE298B56A98}" dt="2024-06-14T17:17:46.786" v="421"/>
        <pc:sldMkLst>
          <pc:docMk/>
          <pc:sldMk cId="0" sldId="294"/>
        </pc:sldMkLst>
      </pc:sldChg>
      <pc:sldChg chg="add del setBg modNotes">
        <pc:chgData name="Kyle Winter" userId="34daa314-b499-4a63-812e-be72b148aed2" providerId="ADAL" clId="{0FBB39E3-B547-4300-80AE-3DE298B56A98}" dt="2024-06-14T17:17:46.786" v="421"/>
        <pc:sldMkLst>
          <pc:docMk/>
          <pc:sldMk cId="0" sldId="295"/>
        </pc:sldMkLst>
      </pc:sldChg>
      <pc:sldChg chg="add del setBg modNotes">
        <pc:chgData name="Kyle Winter" userId="34daa314-b499-4a63-812e-be72b148aed2" providerId="ADAL" clId="{0FBB39E3-B547-4300-80AE-3DE298B56A98}" dt="2024-06-14T17:17:46.786" v="421"/>
        <pc:sldMkLst>
          <pc:docMk/>
          <pc:sldMk cId="0" sldId="296"/>
        </pc:sldMkLst>
      </pc:sldChg>
      <pc:sldChg chg="add del setBg modNotes">
        <pc:chgData name="Kyle Winter" userId="34daa314-b499-4a63-812e-be72b148aed2" providerId="ADAL" clId="{0FBB39E3-B547-4300-80AE-3DE298B56A98}" dt="2024-06-14T17:17:46.786" v="421"/>
        <pc:sldMkLst>
          <pc:docMk/>
          <pc:sldMk cId="0" sldId="297"/>
        </pc:sldMkLst>
      </pc:sldChg>
      <pc:sldChg chg="add del setBg modNotes">
        <pc:chgData name="Kyle Winter" userId="34daa314-b499-4a63-812e-be72b148aed2" providerId="ADAL" clId="{0FBB39E3-B547-4300-80AE-3DE298B56A98}" dt="2024-06-14T17:17:46.786" v="421"/>
        <pc:sldMkLst>
          <pc:docMk/>
          <pc:sldMk cId="0" sldId="298"/>
        </pc:sldMkLst>
      </pc:sldChg>
      <pc:sldChg chg="add del setBg modNotes">
        <pc:chgData name="Kyle Winter" userId="34daa314-b499-4a63-812e-be72b148aed2" providerId="ADAL" clId="{0FBB39E3-B547-4300-80AE-3DE298B56A98}" dt="2024-06-14T17:17:46.786" v="421"/>
        <pc:sldMkLst>
          <pc:docMk/>
          <pc:sldMk cId="0" sldId="299"/>
        </pc:sldMkLst>
      </pc:sldChg>
      <pc:sldChg chg="add del setBg modNotes">
        <pc:chgData name="Kyle Winter" userId="34daa314-b499-4a63-812e-be72b148aed2" providerId="ADAL" clId="{0FBB39E3-B547-4300-80AE-3DE298B56A98}" dt="2024-06-14T17:17:46.786" v="421"/>
        <pc:sldMkLst>
          <pc:docMk/>
          <pc:sldMk cId="0" sldId="300"/>
        </pc:sldMkLst>
      </pc:sldChg>
      <pc:sldChg chg="add del setBg modNotes">
        <pc:chgData name="Kyle Winter" userId="34daa314-b499-4a63-812e-be72b148aed2" providerId="ADAL" clId="{0FBB39E3-B547-4300-80AE-3DE298B56A98}" dt="2024-06-14T17:17:46.786" v="421"/>
        <pc:sldMkLst>
          <pc:docMk/>
          <pc:sldMk cId="0" sldId="301"/>
        </pc:sldMkLst>
      </pc:sldChg>
      <pc:sldChg chg="add del setBg modNotes">
        <pc:chgData name="Kyle Winter" userId="34daa314-b499-4a63-812e-be72b148aed2" providerId="ADAL" clId="{0FBB39E3-B547-4300-80AE-3DE298B56A98}" dt="2024-06-14T17:17:46.786" v="421"/>
        <pc:sldMkLst>
          <pc:docMk/>
          <pc:sldMk cId="0" sldId="302"/>
        </pc:sldMkLst>
      </pc:sldChg>
      <pc:sldChg chg="add del setBg modNotes">
        <pc:chgData name="Kyle Winter" userId="34daa314-b499-4a63-812e-be72b148aed2" providerId="ADAL" clId="{0FBB39E3-B547-4300-80AE-3DE298B56A98}" dt="2024-06-14T17:17:46.786" v="421"/>
        <pc:sldMkLst>
          <pc:docMk/>
          <pc:sldMk cId="0" sldId="303"/>
        </pc:sldMkLst>
      </pc:sldChg>
      <pc:sldChg chg="delSp add del mod setBg modNotes">
        <pc:chgData name="Kyle Winter" userId="34daa314-b499-4a63-812e-be72b148aed2" providerId="ADAL" clId="{0FBB39E3-B547-4300-80AE-3DE298B56A98}" dt="2024-06-18T14:06:11.350" v="632" actId="478"/>
        <pc:sldMkLst>
          <pc:docMk/>
          <pc:sldMk cId="0" sldId="304"/>
        </pc:sldMkLst>
        <pc:grpChg chg="del">
          <ac:chgData name="Kyle Winter" userId="34daa314-b499-4a63-812e-be72b148aed2" providerId="ADAL" clId="{0FBB39E3-B547-4300-80AE-3DE298B56A98}" dt="2024-06-18T14:06:10.031" v="631" actId="478"/>
          <ac:grpSpMkLst>
            <pc:docMk/>
            <pc:sldMk cId="0" sldId="304"/>
            <ac:grpSpMk id="5" creationId="{01BF3355-A876-E8CB-469D-3F4859591106}"/>
          </ac:grpSpMkLst>
        </pc:grpChg>
        <pc:inkChg chg="del">
          <ac:chgData name="Kyle Winter" userId="34daa314-b499-4a63-812e-be72b148aed2" providerId="ADAL" clId="{0FBB39E3-B547-4300-80AE-3DE298B56A98}" dt="2024-06-18T14:06:11.350" v="632" actId="478"/>
          <ac:inkMkLst>
            <pc:docMk/>
            <pc:sldMk cId="0" sldId="304"/>
            <ac:inkMk id="6" creationId="{444428AF-E652-A6F9-CA28-E92AFB631780}"/>
          </ac:inkMkLst>
        </pc:inkChg>
      </pc:sldChg>
      <pc:sldChg chg="add del setBg modNotes">
        <pc:chgData name="Kyle Winter" userId="34daa314-b499-4a63-812e-be72b148aed2" providerId="ADAL" clId="{0FBB39E3-B547-4300-80AE-3DE298B56A98}" dt="2024-06-14T17:17:46.786" v="421"/>
        <pc:sldMkLst>
          <pc:docMk/>
          <pc:sldMk cId="0" sldId="305"/>
        </pc:sldMkLst>
      </pc:sldChg>
      <pc:sldChg chg="add del setBg modNotes">
        <pc:chgData name="Kyle Winter" userId="34daa314-b499-4a63-812e-be72b148aed2" providerId="ADAL" clId="{0FBB39E3-B547-4300-80AE-3DE298B56A98}" dt="2024-06-14T17:17:46.786" v="421"/>
        <pc:sldMkLst>
          <pc:docMk/>
          <pc:sldMk cId="0" sldId="307"/>
        </pc:sldMkLst>
      </pc:sldChg>
      <pc:sldChg chg="add del setBg modNotes">
        <pc:chgData name="Kyle Winter" userId="34daa314-b499-4a63-812e-be72b148aed2" providerId="ADAL" clId="{0FBB39E3-B547-4300-80AE-3DE298B56A98}" dt="2024-06-14T17:17:46.786" v="421"/>
        <pc:sldMkLst>
          <pc:docMk/>
          <pc:sldMk cId="0" sldId="308"/>
        </pc:sldMkLst>
      </pc:sldChg>
      <pc:sldChg chg="add del setBg modNotes">
        <pc:chgData name="Kyle Winter" userId="34daa314-b499-4a63-812e-be72b148aed2" providerId="ADAL" clId="{0FBB39E3-B547-4300-80AE-3DE298B56A98}" dt="2024-06-14T17:17:46.786" v="421"/>
        <pc:sldMkLst>
          <pc:docMk/>
          <pc:sldMk cId="0" sldId="309"/>
        </pc:sldMkLst>
      </pc:sldChg>
      <pc:sldChg chg="add del setBg modNotes">
        <pc:chgData name="Kyle Winter" userId="34daa314-b499-4a63-812e-be72b148aed2" providerId="ADAL" clId="{0FBB39E3-B547-4300-80AE-3DE298B56A98}" dt="2024-06-14T17:17:46.786" v="421"/>
        <pc:sldMkLst>
          <pc:docMk/>
          <pc:sldMk cId="0" sldId="310"/>
        </pc:sldMkLst>
      </pc:sldChg>
      <pc:sldChg chg="add del setBg modNotes">
        <pc:chgData name="Kyle Winter" userId="34daa314-b499-4a63-812e-be72b148aed2" providerId="ADAL" clId="{0FBB39E3-B547-4300-80AE-3DE298B56A98}" dt="2024-06-14T17:17:46.786" v="421"/>
        <pc:sldMkLst>
          <pc:docMk/>
          <pc:sldMk cId="0" sldId="311"/>
        </pc:sldMkLst>
      </pc:sldChg>
      <pc:sldChg chg="add del setBg modNotes">
        <pc:chgData name="Kyle Winter" userId="34daa314-b499-4a63-812e-be72b148aed2" providerId="ADAL" clId="{0FBB39E3-B547-4300-80AE-3DE298B56A98}" dt="2024-06-14T17:17:46.786" v="421"/>
        <pc:sldMkLst>
          <pc:docMk/>
          <pc:sldMk cId="0" sldId="312"/>
        </pc:sldMkLst>
      </pc:sldChg>
      <pc:sldChg chg="add del setBg modNotes">
        <pc:chgData name="Kyle Winter" userId="34daa314-b499-4a63-812e-be72b148aed2" providerId="ADAL" clId="{0FBB39E3-B547-4300-80AE-3DE298B56A98}" dt="2024-06-14T17:17:46.786" v="421"/>
        <pc:sldMkLst>
          <pc:docMk/>
          <pc:sldMk cId="0" sldId="313"/>
        </pc:sldMkLst>
      </pc:sldChg>
      <pc:sldChg chg="add del setBg modNotes">
        <pc:chgData name="Kyle Winter" userId="34daa314-b499-4a63-812e-be72b148aed2" providerId="ADAL" clId="{0FBB39E3-B547-4300-80AE-3DE298B56A98}" dt="2024-06-14T17:17:46.786" v="421"/>
        <pc:sldMkLst>
          <pc:docMk/>
          <pc:sldMk cId="0" sldId="314"/>
        </pc:sldMkLst>
      </pc:sldChg>
      <pc:sldChg chg="add del setBg modNotes">
        <pc:chgData name="Kyle Winter" userId="34daa314-b499-4a63-812e-be72b148aed2" providerId="ADAL" clId="{0FBB39E3-B547-4300-80AE-3DE298B56A98}" dt="2024-06-14T17:17:46.786" v="421"/>
        <pc:sldMkLst>
          <pc:docMk/>
          <pc:sldMk cId="0" sldId="315"/>
        </pc:sldMkLst>
      </pc:sldChg>
      <pc:sldChg chg="add del setBg modNotes">
        <pc:chgData name="Kyle Winter" userId="34daa314-b499-4a63-812e-be72b148aed2" providerId="ADAL" clId="{0FBB39E3-B547-4300-80AE-3DE298B56A98}" dt="2024-06-14T17:17:46.786" v="421"/>
        <pc:sldMkLst>
          <pc:docMk/>
          <pc:sldMk cId="0" sldId="316"/>
        </pc:sldMkLst>
      </pc:sldChg>
      <pc:sldChg chg="add del setBg modNotes">
        <pc:chgData name="Kyle Winter" userId="34daa314-b499-4a63-812e-be72b148aed2" providerId="ADAL" clId="{0FBB39E3-B547-4300-80AE-3DE298B56A98}" dt="2024-06-14T17:17:46.786" v="421"/>
        <pc:sldMkLst>
          <pc:docMk/>
          <pc:sldMk cId="0" sldId="317"/>
        </pc:sldMkLst>
      </pc:sldChg>
      <pc:sldChg chg="add del setBg modNotes">
        <pc:chgData name="Kyle Winter" userId="34daa314-b499-4a63-812e-be72b148aed2" providerId="ADAL" clId="{0FBB39E3-B547-4300-80AE-3DE298B56A98}" dt="2024-06-14T17:17:46.786" v="421"/>
        <pc:sldMkLst>
          <pc:docMk/>
          <pc:sldMk cId="0" sldId="318"/>
        </pc:sldMkLst>
      </pc:sldChg>
      <pc:sldChg chg="add del setBg modNotes">
        <pc:chgData name="Kyle Winter" userId="34daa314-b499-4a63-812e-be72b148aed2" providerId="ADAL" clId="{0FBB39E3-B547-4300-80AE-3DE298B56A98}" dt="2024-06-14T17:17:46.786" v="421"/>
        <pc:sldMkLst>
          <pc:docMk/>
          <pc:sldMk cId="0" sldId="319"/>
        </pc:sldMkLst>
      </pc:sldChg>
      <pc:sldChg chg="add del setBg modNotes">
        <pc:chgData name="Kyle Winter" userId="34daa314-b499-4a63-812e-be72b148aed2" providerId="ADAL" clId="{0FBB39E3-B547-4300-80AE-3DE298B56A98}" dt="2024-06-14T17:17:46.786" v="421"/>
        <pc:sldMkLst>
          <pc:docMk/>
          <pc:sldMk cId="0" sldId="320"/>
        </pc:sldMkLst>
      </pc:sldChg>
      <pc:sldChg chg="add del setBg modNotes">
        <pc:chgData name="Kyle Winter" userId="34daa314-b499-4a63-812e-be72b148aed2" providerId="ADAL" clId="{0FBB39E3-B547-4300-80AE-3DE298B56A98}" dt="2024-06-14T17:17:46.786" v="421"/>
        <pc:sldMkLst>
          <pc:docMk/>
          <pc:sldMk cId="0" sldId="321"/>
        </pc:sldMkLst>
      </pc:sldChg>
      <pc:sldChg chg="add del setBg modNotes">
        <pc:chgData name="Kyle Winter" userId="34daa314-b499-4a63-812e-be72b148aed2" providerId="ADAL" clId="{0FBB39E3-B547-4300-80AE-3DE298B56A98}" dt="2024-06-14T17:17:46.786" v="421"/>
        <pc:sldMkLst>
          <pc:docMk/>
          <pc:sldMk cId="0" sldId="322"/>
        </pc:sldMkLst>
      </pc:sldChg>
      <pc:sldChg chg="add del setBg modNotes">
        <pc:chgData name="Kyle Winter" userId="34daa314-b499-4a63-812e-be72b148aed2" providerId="ADAL" clId="{0FBB39E3-B547-4300-80AE-3DE298B56A98}" dt="2024-06-14T17:17:46.786" v="421"/>
        <pc:sldMkLst>
          <pc:docMk/>
          <pc:sldMk cId="0" sldId="323"/>
        </pc:sldMkLst>
      </pc:sldChg>
      <pc:sldChg chg="add del setBg modNotes">
        <pc:chgData name="Kyle Winter" userId="34daa314-b499-4a63-812e-be72b148aed2" providerId="ADAL" clId="{0FBB39E3-B547-4300-80AE-3DE298B56A98}" dt="2024-06-14T17:17:46.786" v="421"/>
        <pc:sldMkLst>
          <pc:docMk/>
          <pc:sldMk cId="0" sldId="324"/>
        </pc:sldMkLst>
      </pc:sldChg>
      <pc:sldChg chg="add del setBg modNotes">
        <pc:chgData name="Kyle Winter" userId="34daa314-b499-4a63-812e-be72b148aed2" providerId="ADAL" clId="{0FBB39E3-B547-4300-80AE-3DE298B56A98}" dt="2024-06-14T17:17:46.786" v="421"/>
        <pc:sldMkLst>
          <pc:docMk/>
          <pc:sldMk cId="0" sldId="325"/>
        </pc:sldMkLst>
      </pc:sldChg>
      <pc:sldChg chg="add del setBg modNotes">
        <pc:chgData name="Kyle Winter" userId="34daa314-b499-4a63-812e-be72b148aed2" providerId="ADAL" clId="{0FBB39E3-B547-4300-80AE-3DE298B56A98}" dt="2024-06-14T17:17:46.786" v="421"/>
        <pc:sldMkLst>
          <pc:docMk/>
          <pc:sldMk cId="0" sldId="327"/>
        </pc:sldMkLst>
      </pc:sldChg>
      <pc:sldChg chg="add del setBg modNotes">
        <pc:chgData name="Kyle Winter" userId="34daa314-b499-4a63-812e-be72b148aed2" providerId="ADAL" clId="{0FBB39E3-B547-4300-80AE-3DE298B56A98}" dt="2024-06-14T17:17:46.786" v="421"/>
        <pc:sldMkLst>
          <pc:docMk/>
          <pc:sldMk cId="0" sldId="328"/>
        </pc:sldMkLst>
      </pc:sldChg>
      <pc:sldChg chg="add del setBg modNotes">
        <pc:chgData name="Kyle Winter" userId="34daa314-b499-4a63-812e-be72b148aed2" providerId="ADAL" clId="{0FBB39E3-B547-4300-80AE-3DE298B56A98}" dt="2024-06-14T17:17:46.786" v="421"/>
        <pc:sldMkLst>
          <pc:docMk/>
          <pc:sldMk cId="0" sldId="329"/>
        </pc:sldMkLst>
      </pc:sldChg>
      <pc:sldChg chg="add del setBg modNotes">
        <pc:chgData name="Kyle Winter" userId="34daa314-b499-4a63-812e-be72b148aed2" providerId="ADAL" clId="{0FBB39E3-B547-4300-80AE-3DE298B56A98}" dt="2024-06-14T17:17:46.786" v="421"/>
        <pc:sldMkLst>
          <pc:docMk/>
          <pc:sldMk cId="0" sldId="330"/>
        </pc:sldMkLst>
      </pc:sldChg>
      <pc:sldChg chg="add del setBg modNotes">
        <pc:chgData name="Kyle Winter" userId="34daa314-b499-4a63-812e-be72b148aed2" providerId="ADAL" clId="{0FBB39E3-B547-4300-80AE-3DE298B56A98}" dt="2024-06-14T17:17:46.786" v="421"/>
        <pc:sldMkLst>
          <pc:docMk/>
          <pc:sldMk cId="0" sldId="331"/>
        </pc:sldMkLst>
      </pc:sldChg>
      <pc:sldChg chg="add del setBg modNotes">
        <pc:chgData name="Kyle Winter" userId="34daa314-b499-4a63-812e-be72b148aed2" providerId="ADAL" clId="{0FBB39E3-B547-4300-80AE-3DE298B56A98}" dt="2024-06-14T17:17:46.786" v="421"/>
        <pc:sldMkLst>
          <pc:docMk/>
          <pc:sldMk cId="0" sldId="332"/>
        </pc:sldMkLst>
      </pc:sldChg>
      <pc:sldChg chg="add del setBg modNotes">
        <pc:chgData name="Kyle Winter" userId="34daa314-b499-4a63-812e-be72b148aed2" providerId="ADAL" clId="{0FBB39E3-B547-4300-80AE-3DE298B56A98}" dt="2024-06-14T17:17:46.786" v="421"/>
        <pc:sldMkLst>
          <pc:docMk/>
          <pc:sldMk cId="0" sldId="333"/>
        </pc:sldMkLst>
      </pc:sldChg>
      <pc:sldChg chg="add del setBg modNotes">
        <pc:chgData name="Kyle Winter" userId="34daa314-b499-4a63-812e-be72b148aed2" providerId="ADAL" clId="{0FBB39E3-B547-4300-80AE-3DE298B56A98}" dt="2024-06-14T17:17:46.786" v="421"/>
        <pc:sldMkLst>
          <pc:docMk/>
          <pc:sldMk cId="0" sldId="334"/>
        </pc:sldMkLst>
      </pc:sldChg>
      <pc:sldChg chg="add del setBg modNotes">
        <pc:chgData name="Kyle Winter" userId="34daa314-b499-4a63-812e-be72b148aed2" providerId="ADAL" clId="{0FBB39E3-B547-4300-80AE-3DE298B56A98}" dt="2024-06-14T17:17:46.786" v="421"/>
        <pc:sldMkLst>
          <pc:docMk/>
          <pc:sldMk cId="0" sldId="335"/>
        </pc:sldMkLst>
      </pc:sldChg>
      <pc:sldChg chg="add del setBg modNotes">
        <pc:chgData name="Kyle Winter" userId="34daa314-b499-4a63-812e-be72b148aed2" providerId="ADAL" clId="{0FBB39E3-B547-4300-80AE-3DE298B56A98}" dt="2024-06-14T17:17:46.786" v="421"/>
        <pc:sldMkLst>
          <pc:docMk/>
          <pc:sldMk cId="0" sldId="336"/>
        </pc:sldMkLst>
      </pc:sldChg>
      <pc:sldChg chg="add del setBg modNotes">
        <pc:chgData name="Kyle Winter" userId="34daa314-b499-4a63-812e-be72b148aed2" providerId="ADAL" clId="{0FBB39E3-B547-4300-80AE-3DE298B56A98}" dt="2024-06-14T17:17:46.786" v="421"/>
        <pc:sldMkLst>
          <pc:docMk/>
          <pc:sldMk cId="0" sldId="337"/>
        </pc:sldMkLst>
      </pc:sldChg>
      <pc:sldChg chg="add del setBg modNotes">
        <pc:chgData name="Kyle Winter" userId="34daa314-b499-4a63-812e-be72b148aed2" providerId="ADAL" clId="{0FBB39E3-B547-4300-80AE-3DE298B56A98}" dt="2024-06-14T17:17:46.786" v="421"/>
        <pc:sldMkLst>
          <pc:docMk/>
          <pc:sldMk cId="0" sldId="338"/>
        </pc:sldMkLst>
      </pc:sldChg>
      <pc:sldChg chg="add del setBg modNotes">
        <pc:chgData name="Kyle Winter" userId="34daa314-b499-4a63-812e-be72b148aed2" providerId="ADAL" clId="{0FBB39E3-B547-4300-80AE-3DE298B56A98}" dt="2024-06-14T17:17:46.786" v="421"/>
        <pc:sldMkLst>
          <pc:docMk/>
          <pc:sldMk cId="0" sldId="339"/>
        </pc:sldMkLst>
      </pc:sldChg>
      <pc:sldChg chg="add del setBg modNotes">
        <pc:chgData name="Kyle Winter" userId="34daa314-b499-4a63-812e-be72b148aed2" providerId="ADAL" clId="{0FBB39E3-B547-4300-80AE-3DE298B56A98}" dt="2024-06-14T17:17:46.786" v="421"/>
        <pc:sldMkLst>
          <pc:docMk/>
          <pc:sldMk cId="0" sldId="340"/>
        </pc:sldMkLst>
      </pc:sldChg>
      <pc:sldChg chg="add del setBg modNotes">
        <pc:chgData name="Kyle Winter" userId="34daa314-b499-4a63-812e-be72b148aed2" providerId="ADAL" clId="{0FBB39E3-B547-4300-80AE-3DE298B56A98}" dt="2024-06-14T17:17:46.786" v="421"/>
        <pc:sldMkLst>
          <pc:docMk/>
          <pc:sldMk cId="0" sldId="341"/>
        </pc:sldMkLst>
      </pc:sldChg>
      <pc:sldChg chg="add del setBg modNotes">
        <pc:chgData name="Kyle Winter" userId="34daa314-b499-4a63-812e-be72b148aed2" providerId="ADAL" clId="{0FBB39E3-B547-4300-80AE-3DE298B56A98}" dt="2024-06-14T17:17:46.786" v="421"/>
        <pc:sldMkLst>
          <pc:docMk/>
          <pc:sldMk cId="0" sldId="342"/>
        </pc:sldMkLst>
      </pc:sldChg>
      <pc:sldChg chg="add del setBg modNotes">
        <pc:chgData name="Kyle Winter" userId="34daa314-b499-4a63-812e-be72b148aed2" providerId="ADAL" clId="{0FBB39E3-B547-4300-80AE-3DE298B56A98}" dt="2024-06-14T17:17:46.786" v="421"/>
        <pc:sldMkLst>
          <pc:docMk/>
          <pc:sldMk cId="0" sldId="343"/>
        </pc:sldMkLst>
      </pc:sldChg>
      <pc:sldChg chg="add del setBg modNotes">
        <pc:chgData name="Kyle Winter" userId="34daa314-b499-4a63-812e-be72b148aed2" providerId="ADAL" clId="{0FBB39E3-B547-4300-80AE-3DE298B56A98}" dt="2024-06-14T17:17:46.786" v="421"/>
        <pc:sldMkLst>
          <pc:docMk/>
          <pc:sldMk cId="0" sldId="344"/>
        </pc:sldMkLst>
      </pc:sldChg>
      <pc:sldChg chg="add del setBg modNotes">
        <pc:chgData name="Kyle Winter" userId="34daa314-b499-4a63-812e-be72b148aed2" providerId="ADAL" clId="{0FBB39E3-B547-4300-80AE-3DE298B56A98}" dt="2024-06-14T17:17:46.786" v="421"/>
        <pc:sldMkLst>
          <pc:docMk/>
          <pc:sldMk cId="2350482198" sldId="349"/>
        </pc:sldMkLst>
      </pc:sldChg>
      <pc:sldChg chg="add del setBg modNotes">
        <pc:chgData name="Kyle Winter" userId="34daa314-b499-4a63-812e-be72b148aed2" providerId="ADAL" clId="{0FBB39E3-B547-4300-80AE-3DE298B56A98}" dt="2024-06-14T17:17:46.786" v="421"/>
        <pc:sldMkLst>
          <pc:docMk/>
          <pc:sldMk cId="3626865447" sldId="351"/>
        </pc:sldMkLst>
      </pc:sldChg>
      <pc:sldChg chg="add del setBg modNotes">
        <pc:chgData name="Kyle Winter" userId="34daa314-b499-4a63-812e-be72b148aed2" providerId="ADAL" clId="{0FBB39E3-B547-4300-80AE-3DE298B56A98}" dt="2024-06-14T17:17:46.786" v="421"/>
        <pc:sldMkLst>
          <pc:docMk/>
          <pc:sldMk cId="2605974586" sldId="352"/>
        </pc:sldMkLst>
      </pc:sldChg>
      <pc:sldChg chg="add del setBg modNotes">
        <pc:chgData name="Kyle Winter" userId="34daa314-b499-4a63-812e-be72b148aed2" providerId="ADAL" clId="{0FBB39E3-B547-4300-80AE-3DE298B56A98}" dt="2024-06-14T17:17:46.786" v="421"/>
        <pc:sldMkLst>
          <pc:docMk/>
          <pc:sldMk cId="1358255264" sldId="353"/>
        </pc:sldMkLst>
      </pc:sldChg>
      <pc:sldChg chg="add del setBg modNotes">
        <pc:chgData name="Kyle Winter" userId="34daa314-b499-4a63-812e-be72b148aed2" providerId="ADAL" clId="{0FBB39E3-B547-4300-80AE-3DE298B56A98}" dt="2024-06-14T17:17:46.786" v="421"/>
        <pc:sldMkLst>
          <pc:docMk/>
          <pc:sldMk cId="2892879638" sldId="354"/>
        </pc:sldMkLst>
      </pc:sldChg>
      <pc:sldChg chg="add del setBg modNotes">
        <pc:chgData name="Kyle Winter" userId="34daa314-b499-4a63-812e-be72b148aed2" providerId="ADAL" clId="{0FBB39E3-B547-4300-80AE-3DE298B56A98}" dt="2024-06-14T17:17:46.786" v="421"/>
        <pc:sldMkLst>
          <pc:docMk/>
          <pc:sldMk cId="1359392552" sldId="356"/>
        </pc:sldMkLst>
      </pc:sldChg>
      <pc:sldChg chg="add del setBg modNotes">
        <pc:chgData name="Kyle Winter" userId="34daa314-b499-4a63-812e-be72b148aed2" providerId="ADAL" clId="{0FBB39E3-B547-4300-80AE-3DE298B56A98}" dt="2024-06-14T17:17:46.786" v="421"/>
        <pc:sldMkLst>
          <pc:docMk/>
          <pc:sldMk cId="2622470330" sldId="357"/>
        </pc:sldMkLst>
      </pc:sldChg>
      <pc:sldChg chg="add del setBg modNotes">
        <pc:chgData name="Kyle Winter" userId="34daa314-b499-4a63-812e-be72b148aed2" providerId="ADAL" clId="{0FBB39E3-B547-4300-80AE-3DE298B56A98}" dt="2024-06-14T17:17:46.786" v="421"/>
        <pc:sldMkLst>
          <pc:docMk/>
          <pc:sldMk cId="1545767834" sldId="358"/>
        </pc:sldMkLst>
      </pc:sldChg>
      <pc:sldChg chg="add del setBg modNotes">
        <pc:chgData name="Kyle Winter" userId="34daa314-b499-4a63-812e-be72b148aed2" providerId="ADAL" clId="{0FBB39E3-B547-4300-80AE-3DE298B56A98}" dt="2024-06-14T17:17:46.786" v="421"/>
        <pc:sldMkLst>
          <pc:docMk/>
          <pc:sldMk cId="611879559" sldId="359"/>
        </pc:sldMkLst>
      </pc:sldChg>
      <pc:sldChg chg="add del setBg modNotes">
        <pc:chgData name="Kyle Winter" userId="34daa314-b499-4a63-812e-be72b148aed2" providerId="ADAL" clId="{0FBB39E3-B547-4300-80AE-3DE298B56A98}" dt="2024-06-14T17:17:46.786" v="421"/>
        <pc:sldMkLst>
          <pc:docMk/>
          <pc:sldMk cId="3033115123" sldId="360"/>
        </pc:sldMkLst>
      </pc:sldChg>
      <pc:sldChg chg="add del setBg modNotes">
        <pc:chgData name="Kyle Winter" userId="34daa314-b499-4a63-812e-be72b148aed2" providerId="ADAL" clId="{0FBB39E3-B547-4300-80AE-3DE298B56A98}" dt="2024-06-14T17:17:46.786" v="421"/>
        <pc:sldMkLst>
          <pc:docMk/>
          <pc:sldMk cId="3975606460" sldId="361"/>
        </pc:sldMkLst>
      </pc:sldChg>
      <pc:sldChg chg="add del setBg modNotes">
        <pc:chgData name="Kyle Winter" userId="34daa314-b499-4a63-812e-be72b148aed2" providerId="ADAL" clId="{0FBB39E3-B547-4300-80AE-3DE298B56A98}" dt="2024-06-14T17:17:46.786" v="421"/>
        <pc:sldMkLst>
          <pc:docMk/>
          <pc:sldMk cId="2687460800" sldId="363"/>
        </pc:sldMkLst>
      </pc:sldChg>
      <pc:sldChg chg="add del setBg modNotes">
        <pc:chgData name="Kyle Winter" userId="34daa314-b499-4a63-812e-be72b148aed2" providerId="ADAL" clId="{0FBB39E3-B547-4300-80AE-3DE298B56A98}" dt="2024-06-14T17:17:46.786" v="421"/>
        <pc:sldMkLst>
          <pc:docMk/>
          <pc:sldMk cId="2286380167" sldId="364"/>
        </pc:sldMkLst>
      </pc:sldChg>
      <pc:sldChg chg="add del setBg modNotes">
        <pc:chgData name="Kyle Winter" userId="34daa314-b499-4a63-812e-be72b148aed2" providerId="ADAL" clId="{0FBB39E3-B547-4300-80AE-3DE298B56A98}" dt="2024-06-14T17:17:46.786" v="421"/>
        <pc:sldMkLst>
          <pc:docMk/>
          <pc:sldMk cId="2569321420" sldId="366"/>
        </pc:sldMkLst>
      </pc:sldChg>
      <pc:sldChg chg="del">
        <pc:chgData name="Kyle Winter" userId="34daa314-b499-4a63-812e-be72b148aed2" providerId="ADAL" clId="{0FBB39E3-B547-4300-80AE-3DE298B56A98}" dt="2024-06-14T17:14:24.273" v="209" actId="47"/>
        <pc:sldMkLst>
          <pc:docMk/>
          <pc:sldMk cId="94685472" sldId="367"/>
        </pc:sldMkLst>
      </pc:sldChg>
      <pc:sldChg chg="add del setBg modNotes">
        <pc:chgData name="Kyle Winter" userId="34daa314-b499-4a63-812e-be72b148aed2" providerId="ADAL" clId="{0FBB39E3-B547-4300-80AE-3DE298B56A98}" dt="2024-06-14T17:17:46.786" v="421"/>
        <pc:sldMkLst>
          <pc:docMk/>
          <pc:sldMk cId="3673971937" sldId="367"/>
        </pc:sldMkLst>
      </pc:sldChg>
      <pc:sldChg chg="addSp delSp modSp mod">
        <pc:chgData name="Kyle Winter" userId="34daa314-b499-4a63-812e-be72b148aed2" providerId="ADAL" clId="{0FBB39E3-B547-4300-80AE-3DE298B56A98}" dt="2024-06-14T17:15:43.766" v="341" actId="1076"/>
        <pc:sldMkLst>
          <pc:docMk/>
          <pc:sldMk cId="1746306086" sldId="368"/>
        </pc:sldMkLst>
        <pc:spChg chg="mod">
          <ac:chgData name="Kyle Winter" userId="34daa314-b499-4a63-812e-be72b148aed2" providerId="ADAL" clId="{0FBB39E3-B547-4300-80AE-3DE298B56A98}" dt="2024-06-14T17:15:10.956" v="337" actId="20577"/>
          <ac:spMkLst>
            <pc:docMk/>
            <pc:sldMk cId="1746306086" sldId="368"/>
            <ac:spMk id="3" creationId="{0E187165-A175-C432-C12C-654D6F26C140}"/>
          </ac:spMkLst>
        </pc:spChg>
        <pc:picChg chg="del">
          <ac:chgData name="Kyle Winter" userId="34daa314-b499-4a63-812e-be72b148aed2" providerId="ADAL" clId="{0FBB39E3-B547-4300-80AE-3DE298B56A98}" dt="2024-06-14T17:15:37.825" v="338" actId="478"/>
          <ac:picMkLst>
            <pc:docMk/>
            <pc:sldMk cId="1746306086" sldId="368"/>
            <ac:picMk id="5" creationId="{4117D84B-C31D-7F27-1EC6-9E2000D3BF54}"/>
          </ac:picMkLst>
        </pc:picChg>
        <pc:picChg chg="add mod">
          <ac:chgData name="Kyle Winter" userId="34daa314-b499-4a63-812e-be72b148aed2" providerId="ADAL" clId="{0FBB39E3-B547-4300-80AE-3DE298B56A98}" dt="2024-06-14T17:15:43.766" v="341" actId="1076"/>
          <ac:picMkLst>
            <pc:docMk/>
            <pc:sldMk cId="1746306086" sldId="368"/>
            <ac:picMk id="3074" creationId="{C0B6947A-EA3D-7D28-9BAB-49918442718A}"/>
          </ac:picMkLst>
        </pc:picChg>
      </pc:sldChg>
      <pc:sldChg chg="add del setBg modNotes">
        <pc:chgData name="Kyle Winter" userId="34daa314-b499-4a63-812e-be72b148aed2" providerId="ADAL" clId="{0FBB39E3-B547-4300-80AE-3DE298B56A98}" dt="2024-06-14T17:17:46.786" v="421"/>
        <pc:sldMkLst>
          <pc:docMk/>
          <pc:sldMk cId="2044854553" sldId="369"/>
        </pc:sldMkLst>
      </pc:sldChg>
      <pc:sldChg chg="del">
        <pc:chgData name="Kyle Winter" userId="34daa314-b499-4a63-812e-be72b148aed2" providerId="ADAL" clId="{0FBB39E3-B547-4300-80AE-3DE298B56A98}" dt="2024-06-14T17:16:48.094" v="418" actId="47"/>
        <pc:sldMkLst>
          <pc:docMk/>
          <pc:sldMk cId="3198015683" sldId="369"/>
        </pc:sldMkLst>
      </pc:sldChg>
      <pc:sldChg chg="modSp mod">
        <pc:chgData name="Kyle Winter" userId="34daa314-b499-4a63-812e-be72b148aed2" providerId="ADAL" clId="{0FBB39E3-B547-4300-80AE-3DE298B56A98}" dt="2024-06-14T17:19:07.887" v="598" actId="20577"/>
        <pc:sldMkLst>
          <pc:docMk/>
          <pc:sldMk cId="2703699042" sldId="370"/>
        </pc:sldMkLst>
        <pc:spChg chg="mod">
          <ac:chgData name="Kyle Winter" userId="34daa314-b499-4a63-812e-be72b148aed2" providerId="ADAL" clId="{0FBB39E3-B547-4300-80AE-3DE298B56A98}" dt="2024-06-14T17:19:07.887" v="598" actId="20577"/>
          <ac:spMkLst>
            <pc:docMk/>
            <pc:sldMk cId="2703699042" sldId="370"/>
            <ac:spMk id="5" creationId="{F1013442-1739-9BE1-75FD-F69EC3C6A913}"/>
          </ac:spMkLst>
        </pc:spChg>
      </pc:sldChg>
      <pc:sldChg chg="addSp delSp modSp add mod setBg setClrOvrMap">
        <pc:chgData name="Kyle Winter" userId="34daa314-b499-4a63-812e-be72b148aed2" providerId="ADAL" clId="{0FBB39E3-B547-4300-80AE-3DE298B56A98}" dt="2024-06-14T17:13:27.271" v="208" actId="478"/>
        <pc:sldMkLst>
          <pc:docMk/>
          <pc:sldMk cId="332933719" sldId="371"/>
        </pc:sldMkLst>
        <pc:spChg chg="del mod">
          <ac:chgData name="Kyle Winter" userId="34daa314-b499-4a63-812e-be72b148aed2" providerId="ADAL" clId="{0FBB39E3-B547-4300-80AE-3DE298B56A98}" dt="2024-06-14T17:12:50.442" v="190" actId="478"/>
          <ac:spMkLst>
            <pc:docMk/>
            <pc:sldMk cId="332933719" sldId="371"/>
            <ac:spMk id="2" creationId="{364008B8-7465-4F73-ADAC-E7648E6740CB}"/>
          </ac:spMkLst>
        </pc:spChg>
        <pc:spChg chg="add del mod">
          <ac:chgData name="Kyle Winter" userId="34daa314-b499-4a63-812e-be72b148aed2" providerId="ADAL" clId="{0FBB39E3-B547-4300-80AE-3DE298B56A98}" dt="2024-06-14T17:13:27.271" v="208" actId="478"/>
          <ac:spMkLst>
            <pc:docMk/>
            <pc:sldMk cId="332933719" sldId="371"/>
            <ac:spMk id="5" creationId="{45B3D2B3-D58F-0705-0166-DCEB13350EB8}"/>
          </ac:spMkLst>
        </pc:spChg>
        <pc:spChg chg="mod">
          <ac:chgData name="Kyle Winter" userId="34daa314-b499-4a63-812e-be72b148aed2" providerId="ADAL" clId="{0FBB39E3-B547-4300-80AE-3DE298B56A98}" dt="2024-06-14T17:13:20.835" v="207" actId="13926"/>
          <ac:spMkLst>
            <pc:docMk/>
            <pc:sldMk cId="332933719" sldId="371"/>
            <ac:spMk id="6" creationId="{16FD5095-03A3-3CD6-4F38-C1F7B4FD6D59}"/>
          </ac:spMkLst>
        </pc:spChg>
        <pc:spChg chg="add">
          <ac:chgData name="Kyle Winter" userId="34daa314-b499-4a63-812e-be72b148aed2" providerId="ADAL" clId="{0FBB39E3-B547-4300-80AE-3DE298B56A98}" dt="2024-06-14T17:12:40.858" v="189" actId="26606"/>
          <ac:spMkLst>
            <pc:docMk/>
            <pc:sldMk cId="332933719" sldId="371"/>
            <ac:spMk id="2061" creationId="{F6E384F5-137A-40B1-97F0-694CC6ECD59C}"/>
          </ac:spMkLst>
        </pc:spChg>
        <pc:spChg chg="add">
          <ac:chgData name="Kyle Winter" userId="34daa314-b499-4a63-812e-be72b148aed2" providerId="ADAL" clId="{0FBB39E3-B547-4300-80AE-3DE298B56A98}" dt="2024-06-14T17:12:40.858" v="189" actId="26606"/>
          <ac:spMkLst>
            <pc:docMk/>
            <pc:sldMk cId="332933719" sldId="371"/>
            <ac:spMk id="2063" creationId="{9DBC4630-03DA-474F-BBCB-BA3AE6B317A4}"/>
          </ac:spMkLst>
        </pc:spChg>
        <pc:spChg chg="add">
          <ac:chgData name="Kyle Winter" userId="34daa314-b499-4a63-812e-be72b148aed2" providerId="ADAL" clId="{0FBB39E3-B547-4300-80AE-3DE298B56A98}" dt="2024-06-14T17:12:40.858" v="189" actId="26606"/>
          <ac:spMkLst>
            <pc:docMk/>
            <pc:sldMk cId="332933719" sldId="371"/>
            <ac:spMk id="2065" creationId="{78418A25-6EAC-4140-BFE6-284E1925B5EE}"/>
          </ac:spMkLst>
        </pc:spChg>
        <pc:spChg chg="add">
          <ac:chgData name="Kyle Winter" userId="34daa314-b499-4a63-812e-be72b148aed2" providerId="ADAL" clId="{0FBB39E3-B547-4300-80AE-3DE298B56A98}" dt="2024-06-14T17:12:40.858" v="189" actId="26606"/>
          <ac:spMkLst>
            <pc:docMk/>
            <pc:sldMk cId="332933719" sldId="371"/>
            <ac:spMk id="2067" creationId="{6B9D64DB-4D5C-4A91-B45F-F301E3174F9F}"/>
          </ac:spMkLst>
        </pc:spChg>
        <pc:spChg chg="add">
          <ac:chgData name="Kyle Winter" userId="34daa314-b499-4a63-812e-be72b148aed2" providerId="ADAL" clId="{0FBB39E3-B547-4300-80AE-3DE298B56A98}" dt="2024-06-14T17:12:40.858" v="189" actId="26606"/>
          <ac:spMkLst>
            <pc:docMk/>
            <pc:sldMk cId="332933719" sldId="371"/>
            <ac:spMk id="2069" creationId="{CB14CE1B-4BC5-4EF2-BE3D-05E4F580B3DB}"/>
          </ac:spMkLst>
        </pc:spChg>
        <pc:picChg chg="add mod">
          <ac:chgData name="Kyle Winter" userId="34daa314-b499-4a63-812e-be72b148aed2" providerId="ADAL" clId="{0FBB39E3-B547-4300-80AE-3DE298B56A98}" dt="2024-06-14T17:12:40.858" v="189" actId="26606"/>
          <ac:picMkLst>
            <pc:docMk/>
            <pc:sldMk cId="332933719" sldId="371"/>
            <ac:picMk id="3" creationId="{0D1206DD-EEE1-856D-6793-0771A9E10454}"/>
          </ac:picMkLst>
        </pc:picChg>
        <pc:picChg chg="mod ord">
          <ac:chgData name="Kyle Winter" userId="34daa314-b499-4a63-812e-be72b148aed2" providerId="ADAL" clId="{0FBB39E3-B547-4300-80AE-3DE298B56A98}" dt="2024-06-14T17:12:40.858" v="189" actId="26606"/>
          <ac:picMkLst>
            <pc:docMk/>
            <pc:sldMk cId="332933719" sldId="371"/>
            <ac:picMk id="7" creationId="{F3AAC5AA-A1A9-79CA-323E-1A205B936432}"/>
          </ac:picMkLst>
        </pc:picChg>
        <pc:picChg chg="del">
          <ac:chgData name="Kyle Winter" userId="34daa314-b499-4a63-812e-be72b148aed2" providerId="ADAL" clId="{0FBB39E3-B547-4300-80AE-3DE298B56A98}" dt="2024-06-14T17:08:30.957" v="184" actId="478"/>
          <ac:picMkLst>
            <pc:docMk/>
            <pc:sldMk cId="332933719" sldId="371"/>
            <ac:picMk id="2050" creationId="{5041D624-A839-74A4-3537-0EBCDD6AD9BB}"/>
          </ac:picMkLst>
        </pc:picChg>
        <pc:picChg chg="add mod ord">
          <ac:chgData name="Kyle Winter" userId="34daa314-b499-4a63-812e-be72b148aed2" providerId="ADAL" clId="{0FBB39E3-B547-4300-80AE-3DE298B56A98}" dt="2024-06-14T17:12:40.858" v="189" actId="26606"/>
          <ac:picMkLst>
            <pc:docMk/>
            <pc:sldMk cId="332933719" sldId="371"/>
            <ac:picMk id="2052" creationId="{02686DCB-27A2-AC0A-8BE1-5EF7B548D0B4}"/>
          </ac:picMkLst>
        </pc:picChg>
        <pc:picChg chg="add mod ord">
          <ac:chgData name="Kyle Winter" userId="34daa314-b499-4a63-812e-be72b148aed2" providerId="ADAL" clId="{0FBB39E3-B547-4300-80AE-3DE298B56A98}" dt="2024-06-14T17:12:40.858" v="189" actId="26606"/>
          <ac:picMkLst>
            <pc:docMk/>
            <pc:sldMk cId="332933719" sldId="371"/>
            <ac:picMk id="2054" creationId="{DA5163F3-4C02-656E-B685-4A7BC768147A}"/>
          </ac:picMkLst>
        </pc:picChg>
        <pc:picChg chg="add mod">
          <ac:chgData name="Kyle Winter" userId="34daa314-b499-4a63-812e-be72b148aed2" providerId="ADAL" clId="{0FBB39E3-B547-4300-80AE-3DE298B56A98}" dt="2024-06-14T17:12:40.858" v="189" actId="26606"/>
          <ac:picMkLst>
            <pc:docMk/>
            <pc:sldMk cId="332933719" sldId="371"/>
            <ac:picMk id="2056" creationId="{F815E88C-7FD1-2655-105D-25C347B4D0F3}"/>
          </ac:picMkLst>
        </pc:picChg>
      </pc:sldChg>
      <pc:sldChg chg="add del setBg modNotes">
        <pc:chgData name="Kyle Winter" userId="34daa314-b499-4a63-812e-be72b148aed2" providerId="ADAL" clId="{0FBB39E3-B547-4300-80AE-3DE298B56A98}" dt="2024-06-14T17:17:46.786" v="421"/>
        <pc:sldMkLst>
          <pc:docMk/>
          <pc:sldMk cId="3575312343" sldId="372"/>
        </pc:sldMkLst>
      </pc:sldChg>
      <pc:sldChg chg="add del setBg modNotes">
        <pc:chgData name="Kyle Winter" userId="34daa314-b499-4a63-812e-be72b148aed2" providerId="ADAL" clId="{0FBB39E3-B547-4300-80AE-3DE298B56A98}" dt="2024-06-14T17:17:46.786" v="421"/>
        <pc:sldMkLst>
          <pc:docMk/>
          <pc:sldMk cId="4003948800" sldId="373"/>
        </pc:sldMkLst>
      </pc:sldChg>
      <pc:sldChg chg="add del setBg modNotes">
        <pc:chgData name="Kyle Winter" userId="34daa314-b499-4a63-812e-be72b148aed2" providerId="ADAL" clId="{0FBB39E3-B547-4300-80AE-3DE298B56A98}" dt="2024-06-14T17:17:46.786" v="421"/>
        <pc:sldMkLst>
          <pc:docMk/>
          <pc:sldMk cId="3691104238" sldId="374"/>
        </pc:sldMkLst>
      </pc:sldChg>
    </pc:docChg>
  </pc:docChgLst>
  <pc:docChgLst>
    <pc:chgData name="Kyle Winter" userId="34daa314-b499-4a63-812e-be72b148aed2" providerId="ADAL" clId="{1CC503A0-A087-4AF0-9407-79C9DD36758C}"/>
    <pc:docChg chg="custSel modSld">
      <pc:chgData name="Kyle Winter" userId="34daa314-b499-4a63-812e-be72b148aed2" providerId="ADAL" clId="{1CC503A0-A087-4AF0-9407-79C9DD36758C}" dt="2024-06-20T17:28:39.474" v="53" actId="20577"/>
      <pc:docMkLst>
        <pc:docMk/>
      </pc:docMkLst>
      <pc:sldChg chg="modSp">
        <pc:chgData name="Kyle Winter" userId="34daa314-b499-4a63-812e-be72b148aed2" providerId="ADAL" clId="{1CC503A0-A087-4AF0-9407-79C9DD36758C}" dt="2024-06-20T17:28:39.474" v="53" actId="20577"/>
        <pc:sldMkLst>
          <pc:docMk/>
          <pc:sldMk cId="3609167667" sldId="256"/>
        </pc:sldMkLst>
        <pc:spChg chg="mod">
          <ac:chgData name="Kyle Winter" userId="34daa314-b499-4a63-812e-be72b148aed2" providerId="ADAL" clId="{1CC503A0-A087-4AF0-9407-79C9DD36758C}" dt="2024-06-20T17:28:39.474" v="53" actId="20577"/>
          <ac:spMkLst>
            <pc:docMk/>
            <pc:sldMk cId="3609167667" sldId="256"/>
            <ac:spMk id="7" creationId="{06975A78-649C-0000-1500-DFA88FE20972}"/>
          </ac:spMkLst>
        </pc:spChg>
      </pc:sldChg>
      <pc:sldChg chg="modSp mod">
        <pc:chgData name="Kyle Winter" userId="34daa314-b499-4a63-812e-be72b148aed2" providerId="ADAL" clId="{1CC503A0-A087-4AF0-9407-79C9DD36758C}" dt="2024-06-18T19:22:15.473" v="12" actId="20577"/>
        <pc:sldMkLst>
          <pc:docMk/>
          <pc:sldMk cId="0" sldId="293"/>
        </pc:sldMkLst>
        <pc:spChg chg="mod">
          <ac:chgData name="Kyle Winter" userId="34daa314-b499-4a63-812e-be72b148aed2" providerId="ADAL" clId="{1CC503A0-A087-4AF0-9407-79C9DD36758C}" dt="2024-06-18T19:22:15.473" v="12" actId="20577"/>
          <ac:spMkLst>
            <pc:docMk/>
            <pc:sldMk cId="0" sldId="293"/>
            <ac:spMk id="387" creationId="{00000000-0000-0000-0000-000000000000}"/>
          </ac:spMkLst>
        </pc:spChg>
      </pc:sldChg>
      <pc:sldChg chg="modSp mod">
        <pc:chgData name="Kyle Winter" userId="34daa314-b499-4a63-812e-be72b148aed2" providerId="ADAL" clId="{1CC503A0-A087-4AF0-9407-79C9DD36758C}" dt="2024-06-18T19:22:20.033" v="14" actId="20577"/>
        <pc:sldMkLst>
          <pc:docMk/>
          <pc:sldMk cId="0" sldId="294"/>
        </pc:sldMkLst>
        <pc:spChg chg="mod">
          <ac:chgData name="Kyle Winter" userId="34daa314-b499-4a63-812e-be72b148aed2" providerId="ADAL" clId="{1CC503A0-A087-4AF0-9407-79C9DD36758C}" dt="2024-06-18T19:22:20.033" v="14" actId="20577"/>
          <ac:spMkLst>
            <pc:docMk/>
            <pc:sldMk cId="0" sldId="294"/>
            <ac:spMk id="393" creationId="{00000000-0000-0000-0000-000000000000}"/>
          </ac:spMkLst>
        </pc:spChg>
      </pc:sldChg>
      <pc:sldChg chg="addSp delSp mod delAnim">
        <pc:chgData name="Kyle Winter" userId="34daa314-b499-4a63-812e-be72b148aed2" providerId="ADAL" clId="{1CC503A0-A087-4AF0-9407-79C9DD36758C}" dt="2024-06-18T19:19:48.112" v="4" actId="22"/>
        <pc:sldMkLst>
          <pc:docMk/>
          <pc:sldMk cId="0" sldId="295"/>
        </pc:sldMkLst>
        <pc:spChg chg="del">
          <ac:chgData name="Kyle Winter" userId="34daa314-b499-4a63-812e-be72b148aed2" providerId="ADAL" clId="{1CC503A0-A087-4AF0-9407-79C9DD36758C}" dt="2024-06-18T19:19:47.010" v="3" actId="478"/>
          <ac:spMkLst>
            <pc:docMk/>
            <pc:sldMk cId="0" sldId="295"/>
            <ac:spMk id="403" creationId="{00000000-0000-0000-0000-000000000000}"/>
          </ac:spMkLst>
        </pc:spChg>
        <pc:spChg chg="del">
          <ac:chgData name="Kyle Winter" userId="34daa314-b499-4a63-812e-be72b148aed2" providerId="ADAL" clId="{1CC503A0-A087-4AF0-9407-79C9DD36758C}" dt="2024-06-18T19:19:46.577" v="2" actId="478"/>
          <ac:spMkLst>
            <pc:docMk/>
            <pc:sldMk cId="0" sldId="295"/>
            <ac:spMk id="404" creationId="{00000000-0000-0000-0000-000000000000}"/>
          </ac:spMkLst>
        </pc:spChg>
        <pc:spChg chg="del">
          <ac:chgData name="Kyle Winter" userId="34daa314-b499-4a63-812e-be72b148aed2" providerId="ADAL" clId="{1CC503A0-A087-4AF0-9407-79C9DD36758C}" dt="2024-06-18T19:19:46.217" v="1" actId="478"/>
          <ac:spMkLst>
            <pc:docMk/>
            <pc:sldMk cId="0" sldId="295"/>
            <ac:spMk id="405" creationId="{00000000-0000-0000-0000-000000000000}"/>
          </ac:spMkLst>
        </pc:spChg>
        <pc:picChg chg="add">
          <ac:chgData name="Kyle Winter" userId="34daa314-b499-4a63-812e-be72b148aed2" providerId="ADAL" clId="{1CC503A0-A087-4AF0-9407-79C9DD36758C}" dt="2024-06-18T19:19:48.112" v="4" actId="22"/>
          <ac:picMkLst>
            <pc:docMk/>
            <pc:sldMk cId="0" sldId="295"/>
            <ac:picMk id="3" creationId="{9C873B60-EAEB-8B63-EDE9-8C042EDA262E}"/>
          </ac:picMkLst>
        </pc:picChg>
        <pc:picChg chg="del">
          <ac:chgData name="Kyle Winter" userId="34daa314-b499-4a63-812e-be72b148aed2" providerId="ADAL" clId="{1CC503A0-A087-4AF0-9407-79C9DD36758C}" dt="2024-06-18T19:19:44.195" v="0" actId="478"/>
          <ac:picMkLst>
            <pc:docMk/>
            <pc:sldMk cId="0" sldId="295"/>
            <ac:picMk id="402" creationId="{00000000-0000-0000-0000-000000000000}"/>
          </ac:picMkLst>
        </pc:picChg>
      </pc:sldChg>
      <pc:sldChg chg="modSp mod">
        <pc:chgData name="Kyle Winter" userId="34daa314-b499-4a63-812e-be72b148aed2" providerId="ADAL" clId="{1CC503A0-A087-4AF0-9407-79C9DD36758C}" dt="2024-06-18T19:22:24.505" v="16" actId="20577"/>
        <pc:sldMkLst>
          <pc:docMk/>
          <pc:sldMk cId="0" sldId="296"/>
        </pc:sldMkLst>
        <pc:spChg chg="mod">
          <ac:chgData name="Kyle Winter" userId="34daa314-b499-4a63-812e-be72b148aed2" providerId="ADAL" clId="{1CC503A0-A087-4AF0-9407-79C9DD36758C}" dt="2024-06-18T19:22:24.505" v="16" actId="20577"/>
          <ac:spMkLst>
            <pc:docMk/>
            <pc:sldMk cId="0" sldId="296"/>
            <ac:spMk id="410" creationId="{00000000-0000-0000-0000-000000000000}"/>
          </ac:spMkLst>
        </pc:spChg>
      </pc:sldChg>
      <pc:sldChg chg="addSp delSp mod delAnim">
        <pc:chgData name="Kyle Winter" userId="34daa314-b499-4a63-812e-be72b148aed2" providerId="ADAL" clId="{1CC503A0-A087-4AF0-9407-79C9DD36758C}" dt="2024-06-18T19:20:04.888" v="10" actId="22"/>
        <pc:sldMkLst>
          <pc:docMk/>
          <pc:sldMk cId="0" sldId="299"/>
        </pc:sldMkLst>
        <pc:spChg chg="del">
          <ac:chgData name="Kyle Winter" userId="34daa314-b499-4a63-812e-be72b148aed2" providerId="ADAL" clId="{1CC503A0-A087-4AF0-9407-79C9DD36758C}" dt="2024-06-18T19:20:02.067" v="6" actId="478"/>
          <ac:spMkLst>
            <pc:docMk/>
            <pc:sldMk cId="0" sldId="299"/>
            <ac:spMk id="441" creationId="{00000000-0000-0000-0000-000000000000}"/>
          </ac:spMkLst>
        </pc:spChg>
        <pc:spChg chg="del">
          <ac:chgData name="Kyle Winter" userId="34daa314-b499-4a63-812e-be72b148aed2" providerId="ADAL" clId="{1CC503A0-A087-4AF0-9407-79C9DD36758C}" dt="2024-06-18T19:20:02.347" v="7" actId="478"/>
          <ac:spMkLst>
            <pc:docMk/>
            <pc:sldMk cId="0" sldId="299"/>
            <ac:spMk id="442" creationId="{00000000-0000-0000-0000-000000000000}"/>
          </ac:spMkLst>
        </pc:spChg>
        <pc:spChg chg="del">
          <ac:chgData name="Kyle Winter" userId="34daa314-b499-4a63-812e-be72b148aed2" providerId="ADAL" clId="{1CC503A0-A087-4AF0-9407-79C9DD36758C}" dt="2024-06-18T19:20:02.656" v="8" actId="478"/>
          <ac:spMkLst>
            <pc:docMk/>
            <pc:sldMk cId="0" sldId="299"/>
            <ac:spMk id="443" creationId="{00000000-0000-0000-0000-000000000000}"/>
          </ac:spMkLst>
        </pc:spChg>
        <pc:grpChg chg="del">
          <ac:chgData name="Kyle Winter" userId="34daa314-b499-4a63-812e-be72b148aed2" providerId="ADAL" clId="{1CC503A0-A087-4AF0-9407-79C9DD36758C}" dt="2024-06-18T19:20:03.792" v="9" actId="478"/>
          <ac:grpSpMkLst>
            <pc:docMk/>
            <pc:sldMk cId="0" sldId="299"/>
            <ac:grpSpMk id="444" creationId="{00000000-0000-0000-0000-000000000000}"/>
          </ac:grpSpMkLst>
        </pc:grpChg>
        <pc:picChg chg="add">
          <ac:chgData name="Kyle Winter" userId="34daa314-b499-4a63-812e-be72b148aed2" providerId="ADAL" clId="{1CC503A0-A087-4AF0-9407-79C9DD36758C}" dt="2024-06-18T19:20:04.888" v="10" actId="22"/>
          <ac:picMkLst>
            <pc:docMk/>
            <pc:sldMk cId="0" sldId="299"/>
            <ac:picMk id="3" creationId="{CE182889-2464-D8B3-FD09-126E5414F7F4}"/>
          </ac:picMkLst>
        </pc:picChg>
        <pc:picChg chg="del">
          <ac:chgData name="Kyle Winter" userId="34daa314-b499-4a63-812e-be72b148aed2" providerId="ADAL" clId="{1CC503A0-A087-4AF0-9407-79C9DD36758C}" dt="2024-06-18T19:20:01.123" v="5" actId="478"/>
          <ac:picMkLst>
            <pc:docMk/>
            <pc:sldMk cId="0" sldId="299"/>
            <ac:picMk id="440" creationId="{00000000-0000-0000-0000-000000000000}"/>
          </ac:picMkLst>
        </pc:picChg>
      </pc:sldChg>
      <pc:sldChg chg="modSp mod">
        <pc:chgData name="Kyle Winter" userId="34daa314-b499-4a63-812e-be72b148aed2" providerId="ADAL" clId="{1CC503A0-A087-4AF0-9407-79C9DD36758C}" dt="2024-06-18T19:22:32.154" v="19" actId="20577"/>
        <pc:sldMkLst>
          <pc:docMk/>
          <pc:sldMk cId="0" sldId="301"/>
        </pc:sldMkLst>
        <pc:spChg chg="mod">
          <ac:chgData name="Kyle Winter" userId="34daa314-b499-4a63-812e-be72b148aed2" providerId="ADAL" clId="{1CC503A0-A087-4AF0-9407-79C9DD36758C}" dt="2024-06-18T19:22:32.154" v="19" actId="20577"/>
          <ac:spMkLst>
            <pc:docMk/>
            <pc:sldMk cId="0" sldId="301"/>
            <ac:spMk id="457" creationId="{00000000-0000-0000-0000-000000000000}"/>
          </ac:spMkLst>
        </pc:spChg>
      </pc:sldChg>
      <pc:sldChg chg="modSp mod">
        <pc:chgData name="Kyle Winter" userId="34daa314-b499-4a63-812e-be72b148aed2" providerId="ADAL" clId="{1CC503A0-A087-4AF0-9407-79C9DD36758C}" dt="2024-06-18T19:22:36.882" v="22" actId="20577"/>
        <pc:sldMkLst>
          <pc:docMk/>
          <pc:sldMk cId="0" sldId="302"/>
        </pc:sldMkLst>
        <pc:spChg chg="mod">
          <ac:chgData name="Kyle Winter" userId="34daa314-b499-4a63-812e-be72b148aed2" providerId="ADAL" clId="{1CC503A0-A087-4AF0-9407-79C9DD36758C}" dt="2024-06-18T19:22:36.882" v="22" actId="20577"/>
          <ac:spMkLst>
            <pc:docMk/>
            <pc:sldMk cId="0" sldId="302"/>
            <ac:spMk id="463" creationId="{00000000-0000-0000-0000-000000000000}"/>
          </ac:spMkLst>
        </pc:spChg>
      </pc:sldChg>
      <pc:sldChg chg="modSp mod">
        <pc:chgData name="Kyle Winter" userId="34daa314-b499-4a63-812e-be72b148aed2" providerId="ADAL" clId="{1CC503A0-A087-4AF0-9407-79C9DD36758C}" dt="2024-06-18T19:22:47.895" v="28" actId="20577"/>
        <pc:sldMkLst>
          <pc:docMk/>
          <pc:sldMk cId="0" sldId="303"/>
        </pc:sldMkLst>
        <pc:spChg chg="mod">
          <ac:chgData name="Kyle Winter" userId="34daa314-b499-4a63-812e-be72b148aed2" providerId="ADAL" clId="{1CC503A0-A087-4AF0-9407-79C9DD36758C}" dt="2024-06-18T19:22:47.895" v="28" actId="20577"/>
          <ac:spMkLst>
            <pc:docMk/>
            <pc:sldMk cId="0" sldId="303"/>
            <ac:spMk id="4" creationId="{848646A6-8BD2-D08A-FC7D-B5968B3F9479}"/>
          </ac:spMkLst>
        </pc:spChg>
      </pc:sldChg>
      <pc:sldChg chg="modSp mod">
        <pc:chgData name="Kyle Winter" userId="34daa314-b499-4a63-812e-be72b148aed2" providerId="ADAL" clId="{1CC503A0-A087-4AF0-9407-79C9DD36758C}" dt="2024-06-18T19:22:51.238" v="31" actId="20577"/>
        <pc:sldMkLst>
          <pc:docMk/>
          <pc:sldMk cId="0" sldId="304"/>
        </pc:sldMkLst>
        <pc:spChg chg="mod">
          <ac:chgData name="Kyle Winter" userId="34daa314-b499-4a63-812e-be72b148aed2" providerId="ADAL" clId="{1CC503A0-A087-4AF0-9407-79C9DD36758C}" dt="2024-06-18T19:22:51.238" v="31" actId="20577"/>
          <ac:spMkLst>
            <pc:docMk/>
            <pc:sldMk cId="0" sldId="304"/>
            <ac:spMk id="479" creationId="{00000000-0000-0000-0000-000000000000}"/>
          </ac:spMkLst>
        </pc:spChg>
      </pc:sldChg>
      <pc:sldChg chg="modSp mod">
        <pc:chgData name="Kyle Winter" userId="34daa314-b499-4a63-812e-be72b148aed2" providerId="ADAL" clId="{1CC503A0-A087-4AF0-9407-79C9DD36758C}" dt="2024-06-18T19:22:54.114" v="34" actId="20577"/>
        <pc:sldMkLst>
          <pc:docMk/>
          <pc:sldMk cId="0" sldId="305"/>
        </pc:sldMkLst>
        <pc:spChg chg="mod">
          <ac:chgData name="Kyle Winter" userId="34daa314-b499-4a63-812e-be72b148aed2" providerId="ADAL" clId="{1CC503A0-A087-4AF0-9407-79C9DD36758C}" dt="2024-06-18T19:22:54.114" v="34" actId="20577"/>
          <ac:spMkLst>
            <pc:docMk/>
            <pc:sldMk cId="0" sldId="305"/>
            <ac:spMk id="485" creationId="{00000000-0000-0000-0000-000000000000}"/>
          </ac:spMkLst>
        </pc:spChg>
      </pc:sldChg>
      <pc:sldChg chg="modSp mod">
        <pc:chgData name="Kyle Winter" userId="34daa314-b499-4a63-812e-be72b148aed2" providerId="ADAL" clId="{1CC503A0-A087-4AF0-9407-79C9DD36758C}" dt="2024-06-18T19:24:24.002" v="48" actId="20577"/>
        <pc:sldMkLst>
          <pc:docMk/>
          <pc:sldMk cId="0" sldId="316"/>
        </pc:sldMkLst>
        <pc:spChg chg="mod">
          <ac:chgData name="Kyle Winter" userId="34daa314-b499-4a63-812e-be72b148aed2" providerId="ADAL" clId="{1CC503A0-A087-4AF0-9407-79C9DD36758C}" dt="2024-06-18T19:24:24.002" v="48" actId="20577"/>
          <ac:spMkLst>
            <pc:docMk/>
            <pc:sldMk cId="0" sldId="316"/>
            <ac:spMk id="619" creationId="{00000000-0000-0000-0000-000000000000}"/>
          </ac:spMkLst>
        </pc:spChg>
      </pc:sldChg>
      <pc:sldChg chg="modSp mod">
        <pc:chgData name="Kyle Winter" userId="34daa314-b499-4a63-812e-be72b148aed2" providerId="ADAL" clId="{1CC503A0-A087-4AF0-9407-79C9DD36758C}" dt="2024-06-18T19:24:21.610" v="45" actId="20577"/>
        <pc:sldMkLst>
          <pc:docMk/>
          <pc:sldMk cId="0" sldId="317"/>
        </pc:sldMkLst>
        <pc:spChg chg="mod">
          <ac:chgData name="Kyle Winter" userId="34daa314-b499-4a63-812e-be72b148aed2" providerId="ADAL" clId="{1CC503A0-A087-4AF0-9407-79C9DD36758C}" dt="2024-06-18T19:24:21.610" v="45" actId="20577"/>
          <ac:spMkLst>
            <pc:docMk/>
            <pc:sldMk cId="0" sldId="317"/>
            <ac:spMk id="654" creationId="{00000000-0000-0000-0000-000000000000}"/>
          </ac:spMkLst>
        </pc:spChg>
      </pc:sldChg>
      <pc:sldChg chg="modSp mod">
        <pc:chgData name="Kyle Winter" userId="34daa314-b499-4a63-812e-be72b148aed2" providerId="ADAL" clId="{1CC503A0-A087-4AF0-9407-79C9DD36758C}" dt="2024-06-18T19:24:11.047" v="42" actId="20577"/>
        <pc:sldMkLst>
          <pc:docMk/>
          <pc:sldMk cId="0" sldId="320"/>
        </pc:sldMkLst>
        <pc:spChg chg="mod">
          <ac:chgData name="Kyle Winter" userId="34daa314-b499-4a63-812e-be72b148aed2" providerId="ADAL" clId="{1CC503A0-A087-4AF0-9407-79C9DD36758C}" dt="2024-06-18T19:24:11.047" v="42" actId="20577"/>
          <ac:spMkLst>
            <pc:docMk/>
            <pc:sldMk cId="0" sldId="320"/>
            <ac:spMk id="673" creationId="{00000000-0000-0000-0000-000000000000}"/>
          </ac:spMkLst>
        </pc:spChg>
      </pc:sldChg>
      <pc:sldChg chg="modSp mod">
        <pc:chgData name="Kyle Winter" userId="34daa314-b499-4a63-812e-be72b148aed2" providerId="ADAL" clId="{1CC503A0-A087-4AF0-9407-79C9DD36758C}" dt="2024-06-18T19:22:41.433" v="25" actId="20577"/>
        <pc:sldMkLst>
          <pc:docMk/>
          <pc:sldMk cId="3626865447" sldId="351"/>
        </pc:sldMkLst>
        <pc:spChg chg="mod">
          <ac:chgData name="Kyle Winter" userId="34daa314-b499-4a63-812e-be72b148aed2" providerId="ADAL" clId="{1CC503A0-A087-4AF0-9407-79C9DD36758C}" dt="2024-06-18T19:22:41.433" v="25" actId="20577"/>
          <ac:spMkLst>
            <pc:docMk/>
            <pc:sldMk cId="3626865447" sldId="351"/>
            <ac:spMk id="463" creationId="{00000000-0000-0000-0000-000000000000}"/>
          </ac:spMkLst>
        </pc:spChg>
      </pc:sldChg>
      <pc:sldChg chg="modSp mod">
        <pc:chgData name="Kyle Winter" userId="34daa314-b499-4a63-812e-be72b148aed2" providerId="ADAL" clId="{1CC503A0-A087-4AF0-9407-79C9DD36758C}" dt="2024-06-18T19:24:41.618" v="51" actId="20577"/>
        <pc:sldMkLst>
          <pc:docMk/>
          <pc:sldMk cId="1359392552" sldId="356"/>
        </pc:sldMkLst>
        <pc:spChg chg="mod">
          <ac:chgData name="Kyle Winter" userId="34daa314-b499-4a63-812e-be72b148aed2" providerId="ADAL" clId="{1CC503A0-A087-4AF0-9407-79C9DD36758C}" dt="2024-06-18T19:24:41.618" v="51" actId="20577"/>
          <ac:spMkLst>
            <pc:docMk/>
            <pc:sldMk cId="1359392552" sldId="356"/>
            <ac:spMk id="499" creationId="{00000000-0000-0000-0000-000000000000}"/>
          </ac:spMkLst>
        </pc:spChg>
      </pc:sldChg>
      <pc:sldChg chg="modSp mod">
        <pc:chgData name="Kyle Winter" userId="34daa314-b499-4a63-812e-be72b148aed2" providerId="ADAL" clId="{1CC503A0-A087-4AF0-9407-79C9DD36758C}" dt="2024-06-18T19:23:58.067" v="40" actId="20577"/>
        <pc:sldMkLst>
          <pc:docMk/>
          <pc:sldMk cId="3673971937" sldId="367"/>
        </pc:sldMkLst>
        <pc:spChg chg="mod">
          <ac:chgData name="Kyle Winter" userId="34daa314-b499-4a63-812e-be72b148aed2" providerId="ADAL" clId="{1CC503A0-A087-4AF0-9407-79C9DD36758C}" dt="2024-06-18T19:23:58.067" v="40" actId="20577"/>
          <ac:spMkLst>
            <pc:docMk/>
            <pc:sldMk cId="3673971937" sldId="367"/>
            <ac:spMk id="734" creationId="{00000000-0000-0000-0000-000000000000}"/>
          </ac:spMkLst>
        </pc:spChg>
      </pc:sldChg>
    </pc:docChg>
  </pc:docChgLst>
  <pc:docChgLst>
    <pc:chgData name="Kyle Winter" userId="34daa314-b499-4a63-812e-be72b148aed2" providerId="ADAL" clId="{3DC921C0-1B01-44F1-81F7-8C834224FC97}"/>
    <pc:docChg chg="undo custSel addSld delSld modSld">
      <pc:chgData name="Kyle Winter" userId="34daa314-b499-4a63-812e-be72b148aed2" providerId="ADAL" clId="{3DC921C0-1B01-44F1-81F7-8C834224FC97}" dt="2024-06-14T17:02:20.548" v="308" actId="20577"/>
      <pc:docMkLst>
        <pc:docMk/>
      </pc:docMkLst>
      <pc:sldChg chg="addSp delSp modSp mod addAnim">
        <pc:chgData name="Kyle Winter" userId="34daa314-b499-4a63-812e-be72b148aed2" providerId="ADAL" clId="{3DC921C0-1B01-44F1-81F7-8C834224FC97}" dt="2024-06-14T16:53:24.277" v="126"/>
        <pc:sldMkLst>
          <pc:docMk/>
          <pc:sldMk cId="3609167667" sldId="256"/>
        </pc:sldMkLst>
        <pc:spChg chg="add">
          <ac:chgData name="Kyle Winter" userId="34daa314-b499-4a63-812e-be72b148aed2" providerId="ADAL" clId="{3DC921C0-1B01-44F1-81F7-8C834224FC97}" dt="2024-06-14T16:53:06.414" v="123"/>
          <ac:spMkLst>
            <pc:docMk/>
            <pc:sldMk cId="3609167667" sldId="256"/>
            <ac:spMk id="2" creationId="{8FD1D3AE-98AF-5E14-D2DC-341AD73BAAA6}"/>
          </ac:spMkLst>
        </pc:spChg>
        <pc:spChg chg="mod ord">
          <ac:chgData name="Kyle Winter" userId="34daa314-b499-4a63-812e-be72b148aed2" providerId="ADAL" clId="{3DC921C0-1B01-44F1-81F7-8C834224FC97}" dt="2024-06-14T16:53:24.274" v="125" actId="26606"/>
          <ac:spMkLst>
            <pc:docMk/>
            <pc:sldMk cId="3609167667" sldId="256"/>
            <ac:spMk id="7" creationId="{06975A78-649C-0000-1500-DFA88FE20972}"/>
          </ac:spMkLst>
        </pc:spChg>
        <pc:spChg chg="del">
          <ac:chgData name="Kyle Winter" userId="34daa314-b499-4a63-812e-be72b148aed2" providerId="ADAL" clId="{3DC921C0-1B01-44F1-81F7-8C834224FC97}" dt="2024-06-14T16:53:24.274" v="125" actId="26606"/>
          <ac:spMkLst>
            <pc:docMk/>
            <pc:sldMk cId="3609167667" sldId="256"/>
            <ac:spMk id="6156" creationId="{9B7AD9F6-8CE7-4299-8FC6-328F4DCD3FF9}"/>
          </ac:spMkLst>
        </pc:spChg>
        <pc:spChg chg="del">
          <ac:chgData name="Kyle Winter" userId="34daa314-b499-4a63-812e-be72b148aed2" providerId="ADAL" clId="{3DC921C0-1B01-44F1-81F7-8C834224FC97}" dt="2024-06-14T16:53:24.274" v="125" actId="26606"/>
          <ac:spMkLst>
            <pc:docMk/>
            <pc:sldMk cId="3609167667" sldId="256"/>
            <ac:spMk id="6158" creationId="{F49775AF-8896-43EE-92C6-83497D6DC56F}"/>
          </ac:spMkLst>
        </pc:spChg>
        <pc:spChg chg="add">
          <ac:chgData name="Kyle Winter" userId="34daa314-b499-4a63-812e-be72b148aed2" providerId="ADAL" clId="{3DC921C0-1B01-44F1-81F7-8C834224FC97}" dt="2024-06-14T16:53:24.274" v="125" actId="26606"/>
          <ac:spMkLst>
            <pc:docMk/>
            <pc:sldMk cId="3609167667" sldId="256"/>
            <ac:spMk id="6163" creationId="{0671A8AE-40A1-4631-A6B8-581AFF065482}"/>
          </ac:spMkLst>
        </pc:spChg>
        <pc:spChg chg="add">
          <ac:chgData name="Kyle Winter" userId="34daa314-b499-4a63-812e-be72b148aed2" providerId="ADAL" clId="{3DC921C0-1B01-44F1-81F7-8C834224FC97}" dt="2024-06-14T16:53:24.274" v="125" actId="26606"/>
          <ac:spMkLst>
            <pc:docMk/>
            <pc:sldMk cId="3609167667" sldId="256"/>
            <ac:spMk id="6165" creationId="{AB58EF07-17C2-48CF-ABB0-EEF1F17CB8F0}"/>
          </ac:spMkLst>
        </pc:spChg>
        <pc:spChg chg="add">
          <ac:chgData name="Kyle Winter" userId="34daa314-b499-4a63-812e-be72b148aed2" providerId="ADAL" clId="{3DC921C0-1B01-44F1-81F7-8C834224FC97}" dt="2024-06-14T16:53:24.274" v="125" actId="26606"/>
          <ac:spMkLst>
            <pc:docMk/>
            <pc:sldMk cId="3609167667" sldId="256"/>
            <ac:spMk id="6167" creationId="{AF2F604E-43BE-4DC3-B983-E071523364F8}"/>
          </ac:spMkLst>
        </pc:spChg>
        <pc:spChg chg="add">
          <ac:chgData name="Kyle Winter" userId="34daa314-b499-4a63-812e-be72b148aed2" providerId="ADAL" clId="{3DC921C0-1B01-44F1-81F7-8C834224FC97}" dt="2024-06-14T16:53:24.274" v="125" actId="26606"/>
          <ac:spMkLst>
            <pc:docMk/>
            <pc:sldMk cId="3609167667" sldId="256"/>
            <ac:spMk id="6169" creationId="{08C9B587-E65E-4B52-B37C-ABEBB6E87928}"/>
          </ac:spMkLst>
        </pc:spChg>
        <pc:picChg chg="del">
          <ac:chgData name="Kyle Winter" userId="34daa314-b499-4a63-812e-be72b148aed2" providerId="ADAL" clId="{3DC921C0-1B01-44F1-81F7-8C834224FC97}" dt="2024-06-14T16:53:04.784" v="122" actId="478"/>
          <ac:picMkLst>
            <pc:docMk/>
            <pc:sldMk cId="3609167667" sldId="256"/>
            <ac:picMk id="1026" creationId="{7849BA31-2DCC-C10A-5440-A6276EE6E892}"/>
          </ac:picMkLst>
        </pc:picChg>
        <pc:picChg chg="add mod">
          <ac:chgData name="Kyle Winter" userId="34daa314-b499-4a63-812e-be72b148aed2" providerId="ADAL" clId="{3DC921C0-1B01-44F1-81F7-8C834224FC97}" dt="2024-06-14T16:53:24.274" v="125" actId="26606"/>
          <ac:picMkLst>
            <pc:docMk/>
            <pc:sldMk cId="3609167667" sldId="256"/>
            <ac:picMk id="1028" creationId="{441D6048-0A4B-EA05-638C-2C6A36F073E9}"/>
          </ac:picMkLst>
        </pc:picChg>
      </pc:sldChg>
      <pc:sldChg chg="addSp delSp modSp add del mod">
        <pc:chgData name="Kyle Winter" userId="34daa314-b499-4a63-812e-be72b148aed2" providerId="ADAL" clId="{3DC921C0-1B01-44F1-81F7-8C834224FC97}" dt="2024-06-14T16:53:52.134" v="132" actId="2696"/>
        <pc:sldMkLst>
          <pc:docMk/>
          <pc:sldMk cId="356156944" sldId="258"/>
        </pc:sldMkLst>
        <pc:spChg chg="mod">
          <ac:chgData name="Kyle Winter" userId="34daa314-b499-4a63-812e-be72b148aed2" providerId="ADAL" clId="{3DC921C0-1B01-44F1-81F7-8C834224FC97}" dt="2024-06-14T16:51:24.927" v="102" actId="20577"/>
          <ac:spMkLst>
            <pc:docMk/>
            <pc:sldMk cId="356156944" sldId="258"/>
            <ac:spMk id="6" creationId="{16FD5095-03A3-3CD6-4F38-C1F7B4FD6D59}"/>
          </ac:spMkLst>
        </pc:spChg>
        <pc:picChg chg="del">
          <ac:chgData name="Kyle Winter" userId="34daa314-b499-4a63-812e-be72b148aed2" providerId="ADAL" clId="{3DC921C0-1B01-44F1-81F7-8C834224FC97}" dt="2024-06-14T16:51:26.593" v="103" actId="478"/>
          <ac:picMkLst>
            <pc:docMk/>
            <pc:sldMk cId="356156944" sldId="258"/>
            <ac:picMk id="3" creationId="{90525FCD-E5CE-AB5C-8355-4069264A8A2F}"/>
          </ac:picMkLst>
        </pc:picChg>
        <pc:picChg chg="del">
          <ac:chgData name="Kyle Winter" userId="34daa314-b499-4a63-812e-be72b148aed2" providerId="ADAL" clId="{3DC921C0-1B01-44F1-81F7-8C834224FC97}" dt="2024-06-14T16:51:57.701" v="108" actId="478"/>
          <ac:picMkLst>
            <pc:docMk/>
            <pc:sldMk cId="356156944" sldId="258"/>
            <ac:picMk id="4" creationId="{18C03181-1510-9315-1695-87B455A2C404}"/>
          </ac:picMkLst>
        </pc:picChg>
        <pc:picChg chg="add mod">
          <ac:chgData name="Kyle Winter" userId="34daa314-b499-4a63-812e-be72b148aed2" providerId="ADAL" clId="{3DC921C0-1B01-44F1-81F7-8C834224FC97}" dt="2024-06-14T16:51:36.995" v="107" actId="14100"/>
          <ac:picMkLst>
            <pc:docMk/>
            <pc:sldMk cId="356156944" sldId="258"/>
            <ac:picMk id="7" creationId="{F3AAC5AA-A1A9-79CA-323E-1A205B936432}"/>
          </ac:picMkLst>
        </pc:picChg>
        <pc:picChg chg="add mod">
          <ac:chgData name="Kyle Winter" userId="34daa314-b499-4a63-812e-be72b148aed2" providerId="ADAL" clId="{3DC921C0-1B01-44F1-81F7-8C834224FC97}" dt="2024-06-14T16:53:39.729" v="129" actId="1076"/>
          <ac:picMkLst>
            <pc:docMk/>
            <pc:sldMk cId="356156944" sldId="258"/>
            <ac:picMk id="2050" creationId="{5041D624-A839-74A4-3537-0EBCDD6AD9BB}"/>
          </ac:picMkLst>
        </pc:picChg>
      </pc:sldChg>
      <pc:sldChg chg="del">
        <pc:chgData name="Kyle Winter" userId="34daa314-b499-4a63-812e-be72b148aed2" providerId="ADAL" clId="{3DC921C0-1B01-44F1-81F7-8C834224FC97}" dt="2024-06-14T16:59:51.142" v="257" actId="47"/>
        <pc:sldMkLst>
          <pc:docMk/>
          <pc:sldMk cId="1072975402" sldId="262"/>
        </pc:sldMkLst>
      </pc:sldChg>
      <pc:sldChg chg="modSp mod">
        <pc:chgData name="Kyle Winter" userId="34daa314-b499-4a63-812e-be72b148aed2" providerId="ADAL" clId="{3DC921C0-1B01-44F1-81F7-8C834224FC97}" dt="2024-06-14T16:59:44.266" v="256" actId="6549"/>
        <pc:sldMkLst>
          <pc:docMk/>
          <pc:sldMk cId="2596561" sldId="263"/>
        </pc:sldMkLst>
        <pc:spChg chg="mod">
          <ac:chgData name="Kyle Winter" userId="34daa314-b499-4a63-812e-be72b148aed2" providerId="ADAL" clId="{3DC921C0-1B01-44F1-81F7-8C834224FC97}" dt="2024-06-14T16:59:44.266" v="256" actId="6549"/>
          <ac:spMkLst>
            <pc:docMk/>
            <pc:sldMk cId="2596561" sldId="263"/>
            <ac:spMk id="3" creationId="{615D49D5-0868-51D2-04FF-76CF99B759D4}"/>
          </ac:spMkLst>
        </pc:spChg>
      </pc:sldChg>
      <pc:sldChg chg="delSp del">
        <pc:chgData name="Kyle Winter" userId="34daa314-b499-4a63-812e-be72b148aed2" providerId="ADAL" clId="{3DC921C0-1B01-44F1-81F7-8C834224FC97}" dt="2024-06-14T16:52:13.232" v="117" actId="47"/>
        <pc:sldMkLst>
          <pc:docMk/>
          <pc:sldMk cId="3743219360" sldId="264"/>
        </pc:sldMkLst>
        <pc:picChg chg="del">
          <ac:chgData name="Kyle Winter" userId="34daa314-b499-4a63-812e-be72b148aed2" providerId="ADAL" clId="{3DC921C0-1B01-44F1-81F7-8C834224FC97}" dt="2024-06-14T16:52:03.411" v="113" actId="478"/>
          <ac:picMkLst>
            <pc:docMk/>
            <pc:sldMk cId="3743219360" sldId="264"/>
            <ac:picMk id="1026" creationId="{15A5E3B3-E822-6D50-D902-30C0B5E9AA58}"/>
          </ac:picMkLst>
        </pc:picChg>
        <pc:picChg chg="del">
          <ac:chgData name="Kyle Winter" userId="34daa314-b499-4a63-812e-be72b148aed2" providerId="ADAL" clId="{3DC921C0-1B01-44F1-81F7-8C834224FC97}" dt="2024-06-14T16:52:03.061" v="112" actId="478"/>
          <ac:picMkLst>
            <pc:docMk/>
            <pc:sldMk cId="3743219360" sldId="264"/>
            <ac:picMk id="1027" creationId="{1A998CA6-1C37-5C8F-7008-2EE6DD50C786}"/>
          </ac:picMkLst>
        </pc:picChg>
        <pc:picChg chg="del">
          <ac:chgData name="Kyle Winter" userId="34daa314-b499-4a63-812e-be72b148aed2" providerId="ADAL" clId="{3DC921C0-1B01-44F1-81F7-8C834224FC97}" dt="2024-06-14T16:52:04.332" v="115" actId="478"/>
          <ac:picMkLst>
            <pc:docMk/>
            <pc:sldMk cId="3743219360" sldId="264"/>
            <ac:picMk id="1028" creationId="{FD2EF255-E0EE-4BAB-30D3-5E510B39AF72}"/>
          </ac:picMkLst>
        </pc:picChg>
        <pc:picChg chg="del">
          <ac:chgData name="Kyle Winter" userId="34daa314-b499-4a63-812e-be72b148aed2" providerId="ADAL" clId="{3DC921C0-1B01-44F1-81F7-8C834224FC97}" dt="2024-06-14T16:52:02.649" v="111" actId="478"/>
          <ac:picMkLst>
            <pc:docMk/>
            <pc:sldMk cId="3743219360" sldId="264"/>
            <ac:picMk id="1029" creationId="{CCB36BDD-9287-D78E-9746-932DDAE3E689}"/>
          </ac:picMkLst>
        </pc:picChg>
        <pc:picChg chg="del">
          <ac:chgData name="Kyle Winter" userId="34daa314-b499-4a63-812e-be72b148aed2" providerId="ADAL" clId="{3DC921C0-1B01-44F1-81F7-8C834224FC97}" dt="2024-06-14T16:52:03.900" v="114" actId="478"/>
          <ac:picMkLst>
            <pc:docMk/>
            <pc:sldMk cId="3743219360" sldId="264"/>
            <ac:picMk id="1030" creationId="{CAE650CA-C67E-9C35-FF20-FA2EC5D4D397}"/>
          </ac:picMkLst>
        </pc:picChg>
        <pc:picChg chg="del">
          <ac:chgData name="Kyle Winter" userId="34daa314-b499-4a63-812e-be72b148aed2" providerId="ADAL" clId="{3DC921C0-1B01-44F1-81F7-8C834224FC97}" dt="2024-06-14T16:52:04.733" v="116" actId="478"/>
          <ac:picMkLst>
            <pc:docMk/>
            <pc:sldMk cId="3743219360" sldId="264"/>
            <ac:picMk id="1031" creationId="{056C928B-1656-9C5D-EAD7-862F04233A49}"/>
          </ac:picMkLst>
        </pc:picChg>
      </pc:sldChg>
      <pc:sldChg chg="del">
        <pc:chgData name="Kyle Winter" userId="34daa314-b499-4a63-812e-be72b148aed2" providerId="ADAL" clId="{3DC921C0-1B01-44F1-81F7-8C834224FC97}" dt="2024-06-14T16:52:13.232" v="117" actId="47"/>
        <pc:sldMkLst>
          <pc:docMk/>
          <pc:sldMk cId="861987282" sldId="265"/>
        </pc:sldMkLst>
      </pc:sldChg>
      <pc:sldChg chg="delSp del">
        <pc:chgData name="Kyle Winter" userId="34daa314-b499-4a63-812e-be72b148aed2" providerId="ADAL" clId="{3DC921C0-1B01-44F1-81F7-8C834224FC97}" dt="2024-06-14T16:52:13.232" v="117" actId="47"/>
        <pc:sldMkLst>
          <pc:docMk/>
          <pc:sldMk cId="2977991270" sldId="266"/>
        </pc:sldMkLst>
        <pc:picChg chg="del">
          <ac:chgData name="Kyle Winter" userId="34daa314-b499-4a63-812e-be72b148aed2" providerId="ADAL" clId="{3DC921C0-1B01-44F1-81F7-8C834224FC97}" dt="2024-06-14T16:51:59.650" v="109" actId="478"/>
          <ac:picMkLst>
            <pc:docMk/>
            <pc:sldMk cId="2977991270" sldId="266"/>
            <ac:picMk id="3074" creationId="{672747FD-627B-8FCD-F4F6-5939E4727551}"/>
          </ac:picMkLst>
        </pc:picChg>
        <pc:picChg chg="del">
          <ac:chgData name="Kyle Winter" userId="34daa314-b499-4a63-812e-be72b148aed2" providerId="ADAL" clId="{3DC921C0-1B01-44F1-81F7-8C834224FC97}" dt="2024-06-14T16:52:00.210" v="110" actId="478"/>
          <ac:picMkLst>
            <pc:docMk/>
            <pc:sldMk cId="2977991270" sldId="266"/>
            <ac:picMk id="3076" creationId="{F6865230-4BD6-8061-19BA-0B371E1BDBA6}"/>
          </ac:picMkLst>
        </pc:picChg>
      </pc:sldChg>
      <pc:sldChg chg="addSp delSp modSp mod">
        <pc:chgData name="Kyle Winter" userId="34daa314-b499-4a63-812e-be72b148aed2" providerId="ADAL" clId="{3DC921C0-1B01-44F1-81F7-8C834224FC97}" dt="2024-06-14T16:52:25.770" v="121" actId="1076"/>
        <pc:sldMkLst>
          <pc:docMk/>
          <pc:sldMk cId="2234594365" sldId="267"/>
        </pc:sldMkLst>
        <pc:picChg chg="add mod">
          <ac:chgData name="Kyle Winter" userId="34daa314-b499-4a63-812e-be72b148aed2" providerId="ADAL" clId="{3DC921C0-1B01-44F1-81F7-8C834224FC97}" dt="2024-06-14T16:52:25.770" v="121" actId="1076"/>
          <ac:picMkLst>
            <pc:docMk/>
            <pc:sldMk cId="2234594365" sldId="267"/>
            <ac:picMk id="4" creationId="{8EA8C3AE-5C9E-BE9F-1BCB-A72E8ABD8F4C}"/>
          </ac:picMkLst>
        </pc:picChg>
        <pc:picChg chg="del">
          <ac:chgData name="Kyle Winter" userId="34daa314-b499-4a63-812e-be72b148aed2" providerId="ADAL" clId="{3DC921C0-1B01-44F1-81F7-8C834224FC97}" dt="2024-06-14T16:52:20.689" v="118" actId="478"/>
          <ac:picMkLst>
            <pc:docMk/>
            <pc:sldMk cId="2234594365" sldId="267"/>
            <ac:picMk id="6" creationId="{0A543D14-A086-2BB5-7078-A19393F9630C}"/>
          </ac:picMkLst>
        </pc:picChg>
      </pc:sldChg>
      <pc:sldChg chg="del">
        <pc:chgData name="Kyle Winter" userId="34daa314-b499-4a63-812e-be72b148aed2" providerId="ADAL" clId="{3DC921C0-1B01-44F1-81F7-8C834224FC97}" dt="2024-06-14T16:56:59.368" v="197" actId="47"/>
        <pc:sldMkLst>
          <pc:docMk/>
          <pc:sldMk cId="2734179381" sldId="268"/>
        </pc:sldMkLst>
      </pc:sldChg>
      <pc:sldChg chg="addSp delSp modSp mod">
        <pc:chgData name="Kyle Winter" userId="34daa314-b499-4a63-812e-be72b148aed2" providerId="ADAL" clId="{3DC921C0-1B01-44F1-81F7-8C834224FC97}" dt="2024-06-14T16:57:50.321" v="224" actId="1076"/>
        <pc:sldMkLst>
          <pc:docMk/>
          <pc:sldMk cId="616238880" sldId="269"/>
        </pc:sldMkLst>
        <pc:spChg chg="mod">
          <ac:chgData name="Kyle Winter" userId="34daa314-b499-4a63-812e-be72b148aed2" providerId="ADAL" clId="{3DC921C0-1B01-44F1-81F7-8C834224FC97}" dt="2024-06-14T16:57:16.126" v="218" actId="20577"/>
          <ac:spMkLst>
            <pc:docMk/>
            <pc:sldMk cId="616238880" sldId="269"/>
            <ac:spMk id="4" creationId="{9FF40DF8-5F01-44C5-173F-207460293862}"/>
          </ac:spMkLst>
        </pc:spChg>
        <pc:picChg chg="add mod">
          <ac:chgData name="Kyle Winter" userId="34daa314-b499-4a63-812e-be72b148aed2" providerId="ADAL" clId="{3DC921C0-1B01-44F1-81F7-8C834224FC97}" dt="2024-06-14T16:57:50.321" v="224" actId="1076"/>
          <ac:picMkLst>
            <pc:docMk/>
            <pc:sldMk cId="616238880" sldId="269"/>
            <ac:picMk id="2" creationId="{849886C7-1045-AF94-353D-BECA57486922}"/>
          </ac:picMkLst>
        </pc:picChg>
        <pc:picChg chg="del">
          <ac:chgData name="Kyle Winter" userId="34daa314-b499-4a63-812e-be72b148aed2" providerId="ADAL" clId="{3DC921C0-1B01-44F1-81F7-8C834224FC97}" dt="2024-06-14T16:57:23.235" v="219" actId="478"/>
          <ac:picMkLst>
            <pc:docMk/>
            <pc:sldMk cId="616238880" sldId="269"/>
            <ac:picMk id="4098" creationId="{A51DC16E-3A6A-B166-35CD-CCD781DDF5D8}"/>
          </ac:picMkLst>
        </pc:picChg>
      </pc:sldChg>
      <pc:sldChg chg="del">
        <pc:chgData name="Kyle Winter" userId="34daa314-b499-4a63-812e-be72b148aed2" providerId="ADAL" clId="{3DC921C0-1B01-44F1-81F7-8C834224FC97}" dt="2024-06-14T16:57:55.796" v="225" actId="47"/>
        <pc:sldMkLst>
          <pc:docMk/>
          <pc:sldMk cId="3394178021" sldId="270"/>
        </pc:sldMkLst>
      </pc:sldChg>
      <pc:sldChg chg="del">
        <pc:chgData name="Kyle Winter" userId="34daa314-b499-4a63-812e-be72b148aed2" providerId="ADAL" clId="{3DC921C0-1B01-44F1-81F7-8C834224FC97}" dt="2024-06-14T16:59:51.142" v="257" actId="47"/>
        <pc:sldMkLst>
          <pc:docMk/>
          <pc:sldMk cId="2707469551" sldId="271"/>
        </pc:sldMkLst>
      </pc:sldChg>
      <pc:sldChg chg="del">
        <pc:chgData name="Kyle Winter" userId="34daa314-b499-4a63-812e-be72b148aed2" providerId="ADAL" clId="{3DC921C0-1B01-44F1-81F7-8C834224FC97}" dt="2024-06-14T16:59:51.142" v="257" actId="47"/>
        <pc:sldMkLst>
          <pc:docMk/>
          <pc:sldMk cId="3108277528" sldId="272"/>
        </pc:sldMkLst>
      </pc:sldChg>
      <pc:sldChg chg="del">
        <pc:chgData name="Kyle Winter" userId="34daa314-b499-4a63-812e-be72b148aed2" providerId="ADAL" clId="{3DC921C0-1B01-44F1-81F7-8C834224FC97}" dt="2024-06-14T16:59:51.142" v="257" actId="47"/>
        <pc:sldMkLst>
          <pc:docMk/>
          <pc:sldMk cId="2344292517" sldId="273"/>
        </pc:sldMkLst>
      </pc:sldChg>
      <pc:sldChg chg="del">
        <pc:chgData name="Kyle Winter" userId="34daa314-b499-4a63-812e-be72b148aed2" providerId="ADAL" clId="{3DC921C0-1B01-44F1-81F7-8C834224FC97}" dt="2024-06-14T16:59:51.142" v="257" actId="47"/>
        <pc:sldMkLst>
          <pc:docMk/>
          <pc:sldMk cId="2844518812" sldId="274"/>
        </pc:sldMkLst>
      </pc:sldChg>
      <pc:sldChg chg="del">
        <pc:chgData name="Kyle Winter" userId="34daa314-b499-4a63-812e-be72b148aed2" providerId="ADAL" clId="{3DC921C0-1B01-44F1-81F7-8C834224FC97}" dt="2024-06-14T16:59:51.142" v="257" actId="47"/>
        <pc:sldMkLst>
          <pc:docMk/>
          <pc:sldMk cId="1676606732" sldId="275"/>
        </pc:sldMkLst>
      </pc:sldChg>
      <pc:sldChg chg="del">
        <pc:chgData name="Kyle Winter" userId="34daa314-b499-4a63-812e-be72b148aed2" providerId="ADAL" clId="{3DC921C0-1B01-44F1-81F7-8C834224FC97}" dt="2024-06-14T16:59:51.142" v="257" actId="47"/>
        <pc:sldMkLst>
          <pc:docMk/>
          <pc:sldMk cId="2587924477" sldId="276"/>
        </pc:sldMkLst>
      </pc:sldChg>
      <pc:sldChg chg="del">
        <pc:chgData name="Kyle Winter" userId="34daa314-b499-4a63-812e-be72b148aed2" providerId="ADAL" clId="{3DC921C0-1B01-44F1-81F7-8C834224FC97}" dt="2024-06-14T16:59:51.142" v="257" actId="47"/>
        <pc:sldMkLst>
          <pc:docMk/>
          <pc:sldMk cId="1043684773" sldId="277"/>
        </pc:sldMkLst>
      </pc:sldChg>
      <pc:sldChg chg="del">
        <pc:chgData name="Kyle Winter" userId="34daa314-b499-4a63-812e-be72b148aed2" providerId="ADAL" clId="{3DC921C0-1B01-44F1-81F7-8C834224FC97}" dt="2024-06-14T16:59:51.142" v="257" actId="47"/>
        <pc:sldMkLst>
          <pc:docMk/>
          <pc:sldMk cId="1220322385" sldId="278"/>
        </pc:sldMkLst>
      </pc:sldChg>
      <pc:sldChg chg="del">
        <pc:chgData name="Kyle Winter" userId="34daa314-b499-4a63-812e-be72b148aed2" providerId="ADAL" clId="{3DC921C0-1B01-44F1-81F7-8C834224FC97}" dt="2024-06-14T16:59:51.142" v="257" actId="47"/>
        <pc:sldMkLst>
          <pc:docMk/>
          <pc:sldMk cId="1402370731" sldId="279"/>
        </pc:sldMkLst>
      </pc:sldChg>
      <pc:sldChg chg="del">
        <pc:chgData name="Kyle Winter" userId="34daa314-b499-4a63-812e-be72b148aed2" providerId="ADAL" clId="{3DC921C0-1B01-44F1-81F7-8C834224FC97}" dt="2024-06-14T17:01:07.859" v="260" actId="47"/>
        <pc:sldMkLst>
          <pc:docMk/>
          <pc:sldMk cId="0" sldId="282"/>
        </pc:sldMkLst>
      </pc:sldChg>
      <pc:sldChg chg="del">
        <pc:chgData name="Kyle Winter" userId="34daa314-b499-4a63-812e-be72b148aed2" providerId="ADAL" clId="{3DC921C0-1B01-44F1-81F7-8C834224FC97}" dt="2024-06-14T17:01:07.859" v="260" actId="47"/>
        <pc:sldMkLst>
          <pc:docMk/>
          <pc:sldMk cId="0" sldId="283"/>
        </pc:sldMkLst>
      </pc:sldChg>
      <pc:sldChg chg="del">
        <pc:chgData name="Kyle Winter" userId="34daa314-b499-4a63-812e-be72b148aed2" providerId="ADAL" clId="{3DC921C0-1B01-44F1-81F7-8C834224FC97}" dt="2024-06-14T17:01:07.859" v="260" actId="47"/>
        <pc:sldMkLst>
          <pc:docMk/>
          <pc:sldMk cId="0" sldId="284"/>
        </pc:sldMkLst>
      </pc:sldChg>
      <pc:sldChg chg="del">
        <pc:chgData name="Kyle Winter" userId="34daa314-b499-4a63-812e-be72b148aed2" providerId="ADAL" clId="{3DC921C0-1B01-44F1-81F7-8C834224FC97}" dt="2024-06-14T17:01:07.859" v="260" actId="47"/>
        <pc:sldMkLst>
          <pc:docMk/>
          <pc:sldMk cId="0" sldId="285"/>
        </pc:sldMkLst>
      </pc:sldChg>
      <pc:sldChg chg="del">
        <pc:chgData name="Kyle Winter" userId="34daa314-b499-4a63-812e-be72b148aed2" providerId="ADAL" clId="{3DC921C0-1B01-44F1-81F7-8C834224FC97}" dt="2024-06-14T17:01:07.859" v="260" actId="47"/>
        <pc:sldMkLst>
          <pc:docMk/>
          <pc:sldMk cId="0" sldId="286"/>
        </pc:sldMkLst>
      </pc:sldChg>
      <pc:sldChg chg="del">
        <pc:chgData name="Kyle Winter" userId="34daa314-b499-4a63-812e-be72b148aed2" providerId="ADAL" clId="{3DC921C0-1B01-44F1-81F7-8C834224FC97}" dt="2024-06-14T17:01:07.859" v="260" actId="47"/>
        <pc:sldMkLst>
          <pc:docMk/>
          <pc:sldMk cId="0" sldId="287"/>
        </pc:sldMkLst>
      </pc:sldChg>
      <pc:sldChg chg="del">
        <pc:chgData name="Kyle Winter" userId="34daa314-b499-4a63-812e-be72b148aed2" providerId="ADAL" clId="{3DC921C0-1B01-44F1-81F7-8C834224FC97}" dt="2024-06-14T17:01:07.859" v="260" actId="47"/>
        <pc:sldMkLst>
          <pc:docMk/>
          <pc:sldMk cId="0" sldId="288"/>
        </pc:sldMkLst>
      </pc:sldChg>
      <pc:sldChg chg="del">
        <pc:chgData name="Kyle Winter" userId="34daa314-b499-4a63-812e-be72b148aed2" providerId="ADAL" clId="{3DC921C0-1B01-44F1-81F7-8C834224FC97}" dt="2024-06-14T17:01:07.859" v="260" actId="47"/>
        <pc:sldMkLst>
          <pc:docMk/>
          <pc:sldMk cId="0" sldId="289"/>
        </pc:sldMkLst>
      </pc:sldChg>
      <pc:sldChg chg="add setBg modNotes">
        <pc:chgData name="Kyle Winter" userId="34daa314-b499-4a63-812e-be72b148aed2" providerId="ADAL" clId="{3DC921C0-1B01-44F1-81F7-8C834224FC97}" dt="2024-06-14T17:00:50.237" v="259"/>
        <pc:sldMkLst>
          <pc:docMk/>
          <pc:sldMk cId="0" sldId="290"/>
        </pc:sldMkLst>
      </pc:sldChg>
      <pc:sldChg chg="add setBg modNotes">
        <pc:chgData name="Kyle Winter" userId="34daa314-b499-4a63-812e-be72b148aed2" providerId="ADAL" clId="{3DC921C0-1B01-44F1-81F7-8C834224FC97}" dt="2024-06-14T17:00:50.237" v="259"/>
        <pc:sldMkLst>
          <pc:docMk/>
          <pc:sldMk cId="0" sldId="291"/>
        </pc:sldMkLst>
      </pc:sldChg>
      <pc:sldChg chg="del">
        <pc:chgData name="Kyle Winter" userId="34daa314-b499-4a63-812e-be72b148aed2" providerId="ADAL" clId="{3DC921C0-1B01-44F1-81F7-8C834224FC97}" dt="2024-06-14T17:01:07.859" v="260" actId="47"/>
        <pc:sldMkLst>
          <pc:docMk/>
          <pc:sldMk cId="810604963" sldId="345"/>
        </pc:sldMkLst>
      </pc:sldChg>
      <pc:sldChg chg="del">
        <pc:chgData name="Kyle Winter" userId="34daa314-b499-4a63-812e-be72b148aed2" providerId="ADAL" clId="{3DC921C0-1B01-44F1-81F7-8C834224FC97}" dt="2024-06-14T17:01:07.859" v="260" actId="47"/>
        <pc:sldMkLst>
          <pc:docMk/>
          <pc:sldMk cId="387664466" sldId="346"/>
        </pc:sldMkLst>
      </pc:sldChg>
      <pc:sldChg chg="del">
        <pc:chgData name="Kyle Winter" userId="34daa314-b499-4a63-812e-be72b148aed2" providerId="ADAL" clId="{3DC921C0-1B01-44F1-81F7-8C834224FC97}" dt="2024-06-14T17:01:07.859" v="260" actId="47"/>
        <pc:sldMkLst>
          <pc:docMk/>
          <pc:sldMk cId="0" sldId="347"/>
        </pc:sldMkLst>
      </pc:sldChg>
      <pc:sldChg chg="del">
        <pc:chgData name="Kyle Winter" userId="34daa314-b499-4a63-812e-be72b148aed2" providerId="ADAL" clId="{3DC921C0-1B01-44F1-81F7-8C834224FC97}" dt="2024-06-14T17:01:07.859" v="260" actId="47"/>
        <pc:sldMkLst>
          <pc:docMk/>
          <pc:sldMk cId="0" sldId="348"/>
        </pc:sldMkLst>
      </pc:sldChg>
      <pc:sldChg chg="del">
        <pc:chgData name="Kyle Winter" userId="34daa314-b499-4a63-812e-be72b148aed2" providerId="ADAL" clId="{3DC921C0-1B01-44F1-81F7-8C834224FC97}" dt="2024-06-14T17:01:07.859" v="260" actId="47"/>
        <pc:sldMkLst>
          <pc:docMk/>
          <pc:sldMk cId="2350482198" sldId="349"/>
        </pc:sldMkLst>
      </pc:sldChg>
      <pc:sldChg chg="del">
        <pc:chgData name="Kyle Winter" userId="34daa314-b499-4a63-812e-be72b148aed2" providerId="ADAL" clId="{3DC921C0-1B01-44F1-81F7-8C834224FC97}" dt="2024-06-14T17:01:07.859" v="260" actId="47"/>
        <pc:sldMkLst>
          <pc:docMk/>
          <pc:sldMk cId="0" sldId="350"/>
        </pc:sldMkLst>
      </pc:sldChg>
      <pc:sldChg chg="del">
        <pc:chgData name="Kyle Winter" userId="34daa314-b499-4a63-812e-be72b148aed2" providerId="ADAL" clId="{3DC921C0-1B01-44F1-81F7-8C834224FC97}" dt="2024-06-14T17:01:07.859" v="260" actId="47"/>
        <pc:sldMkLst>
          <pc:docMk/>
          <pc:sldMk cId="3626865447" sldId="351"/>
        </pc:sldMkLst>
      </pc:sldChg>
      <pc:sldChg chg="del">
        <pc:chgData name="Kyle Winter" userId="34daa314-b499-4a63-812e-be72b148aed2" providerId="ADAL" clId="{3DC921C0-1B01-44F1-81F7-8C834224FC97}" dt="2024-06-14T17:01:07.859" v="260" actId="47"/>
        <pc:sldMkLst>
          <pc:docMk/>
          <pc:sldMk cId="2605974586" sldId="352"/>
        </pc:sldMkLst>
      </pc:sldChg>
      <pc:sldChg chg="del">
        <pc:chgData name="Kyle Winter" userId="34daa314-b499-4a63-812e-be72b148aed2" providerId="ADAL" clId="{3DC921C0-1B01-44F1-81F7-8C834224FC97}" dt="2024-06-14T17:01:07.859" v="260" actId="47"/>
        <pc:sldMkLst>
          <pc:docMk/>
          <pc:sldMk cId="1358255264" sldId="353"/>
        </pc:sldMkLst>
      </pc:sldChg>
      <pc:sldChg chg="del">
        <pc:chgData name="Kyle Winter" userId="34daa314-b499-4a63-812e-be72b148aed2" providerId="ADAL" clId="{3DC921C0-1B01-44F1-81F7-8C834224FC97}" dt="2024-06-14T17:01:07.859" v="260" actId="47"/>
        <pc:sldMkLst>
          <pc:docMk/>
          <pc:sldMk cId="2892879638" sldId="354"/>
        </pc:sldMkLst>
      </pc:sldChg>
      <pc:sldChg chg="del">
        <pc:chgData name="Kyle Winter" userId="34daa314-b499-4a63-812e-be72b148aed2" providerId="ADAL" clId="{3DC921C0-1B01-44F1-81F7-8C834224FC97}" dt="2024-06-14T17:01:07.859" v="260" actId="47"/>
        <pc:sldMkLst>
          <pc:docMk/>
          <pc:sldMk cId="0" sldId="355"/>
        </pc:sldMkLst>
      </pc:sldChg>
      <pc:sldChg chg="del">
        <pc:chgData name="Kyle Winter" userId="34daa314-b499-4a63-812e-be72b148aed2" providerId="ADAL" clId="{3DC921C0-1B01-44F1-81F7-8C834224FC97}" dt="2024-06-14T17:01:07.859" v="260" actId="47"/>
        <pc:sldMkLst>
          <pc:docMk/>
          <pc:sldMk cId="1359392552" sldId="356"/>
        </pc:sldMkLst>
      </pc:sldChg>
      <pc:sldChg chg="del">
        <pc:chgData name="Kyle Winter" userId="34daa314-b499-4a63-812e-be72b148aed2" providerId="ADAL" clId="{3DC921C0-1B01-44F1-81F7-8C834224FC97}" dt="2024-06-14T17:01:07.859" v="260" actId="47"/>
        <pc:sldMkLst>
          <pc:docMk/>
          <pc:sldMk cId="2622470330" sldId="357"/>
        </pc:sldMkLst>
      </pc:sldChg>
      <pc:sldChg chg="del">
        <pc:chgData name="Kyle Winter" userId="34daa314-b499-4a63-812e-be72b148aed2" providerId="ADAL" clId="{3DC921C0-1B01-44F1-81F7-8C834224FC97}" dt="2024-06-14T17:01:07.859" v="260" actId="47"/>
        <pc:sldMkLst>
          <pc:docMk/>
          <pc:sldMk cId="1545767834" sldId="358"/>
        </pc:sldMkLst>
      </pc:sldChg>
      <pc:sldChg chg="del">
        <pc:chgData name="Kyle Winter" userId="34daa314-b499-4a63-812e-be72b148aed2" providerId="ADAL" clId="{3DC921C0-1B01-44F1-81F7-8C834224FC97}" dt="2024-06-14T17:01:07.859" v="260" actId="47"/>
        <pc:sldMkLst>
          <pc:docMk/>
          <pc:sldMk cId="611879559" sldId="359"/>
        </pc:sldMkLst>
      </pc:sldChg>
      <pc:sldChg chg="del">
        <pc:chgData name="Kyle Winter" userId="34daa314-b499-4a63-812e-be72b148aed2" providerId="ADAL" clId="{3DC921C0-1B01-44F1-81F7-8C834224FC97}" dt="2024-06-14T17:01:07.859" v="260" actId="47"/>
        <pc:sldMkLst>
          <pc:docMk/>
          <pc:sldMk cId="3033115123" sldId="360"/>
        </pc:sldMkLst>
      </pc:sldChg>
      <pc:sldChg chg="del">
        <pc:chgData name="Kyle Winter" userId="34daa314-b499-4a63-812e-be72b148aed2" providerId="ADAL" clId="{3DC921C0-1B01-44F1-81F7-8C834224FC97}" dt="2024-06-14T17:01:07.859" v="260" actId="47"/>
        <pc:sldMkLst>
          <pc:docMk/>
          <pc:sldMk cId="3975606460" sldId="361"/>
        </pc:sldMkLst>
      </pc:sldChg>
      <pc:sldChg chg="addSp delSp modSp mod">
        <pc:chgData name="Kyle Winter" userId="34daa314-b499-4a63-812e-be72b148aed2" providerId="ADAL" clId="{3DC921C0-1B01-44F1-81F7-8C834224FC97}" dt="2024-06-14T16:50:30.267" v="24" actId="1076"/>
        <pc:sldMkLst>
          <pc:docMk/>
          <pc:sldMk cId="1518029970" sldId="362"/>
        </pc:sldMkLst>
        <pc:picChg chg="add mod">
          <ac:chgData name="Kyle Winter" userId="34daa314-b499-4a63-812e-be72b148aed2" providerId="ADAL" clId="{3DC921C0-1B01-44F1-81F7-8C834224FC97}" dt="2024-06-14T16:50:30.267" v="24" actId="1076"/>
          <ac:picMkLst>
            <pc:docMk/>
            <pc:sldMk cId="1518029970" sldId="362"/>
            <ac:picMk id="5" creationId="{A9260622-FD9D-B9AD-C56C-6DB84142490E}"/>
          </ac:picMkLst>
        </pc:picChg>
        <pc:picChg chg="del">
          <ac:chgData name="Kyle Winter" userId="34daa314-b499-4a63-812e-be72b148aed2" providerId="ADAL" clId="{3DC921C0-1B01-44F1-81F7-8C834224FC97}" dt="2024-06-14T16:50:24.844" v="20" actId="478"/>
          <ac:picMkLst>
            <pc:docMk/>
            <pc:sldMk cId="1518029970" sldId="362"/>
            <ac:picMk id="6" creationId="{2A079896-DE22-DB0C-227C-49E686503B3E}"/>
          </ac:picMkLst>
        </pc:picChg>
      </pc:sldChg>
      <pc:sldChg chg="addSp delSp modSp del mod">
        <pc:chgData name="Kyle Winter" userId="34daa314-b499-4a63-812e-be72b148aed2" providerId="ADAL" clId="{3DC921C0-1B01-44F1-81F7-8C834224FC97}" dt="2024-06-14T17:02:11.832" v="299" actId="47"/>
        <pc:sldMkLst>
          <pc:docMk/>
          <pc:sldMk cId="18762662" sldId="363"/>
        </pc:sldMkLst>
        <pc:picChg chg="add mod">
          <ac:chgData name="Kyle Winter" userId="34daa314-b499-4a63-812e-be72b148aed2" providerId="ADAL" clId="{3DC921C0-1B01-44F1-81F7-8C834224FC97}" dt="2024-06-14T17:01:29.944" v="266" actId="1076"/>
          <ac:picMkLst>
            <pc:docMk/>
            <pc:sldMk cId="18762662" sldId="363"/>
            <ac:picMk id="2" creationId="{4DBEE579-C927-6824-12F2-613A49B138AE}"/>
          </ac:picMkLst>
        </pc:picChg>
        <pc:picChg chg="del">
          <ac:chgData name="Kyle Winter" userId="34daa314-b499-4a63-812e-be72b148aed2" providerId="ADAL" clId="{3DC921C0-1B01-44F1-81F7-8C834224FC97}" dt="2024-06-14T17:01:23.418" v="261" actId="478"/>
          <ac:picMkLst>
            <pc:docMk/>
            <pc:sldMk cId="18762662" sldId="363"/>
            <ac:picMk id="7" creationId="{34716E9A-80D2-C676-3D32-E814BCBC15E4}"/>
          </ac:picMkLst>
        </pc:picChg>
      </pc:sldChg>
      <pc:sldChg chg="del">
        <pc:chgData name="Kyle Winter" userId="34daa314-b499-4a63-812e-be72b148aed2" providerId="ADAL" clId="{3DC921C0-1B01-44F1-81F7-8C834224FC97}" dt="2024-06-14T17:01:34.697" v="267" actId="47"/>
        <pc:sldMkLst>
          <pc:docMk/>
          <pc:sldMk cId="880119703" sldId="364"/>
        </pc:sldMkLst>
      </pc:sldChg>
      <pc:sldChg chg="modSp mod">
        <pc:chgData name="Kyle Winter" userId="34daa314-b499-4a63-812e-be72b148aed2" providerId="ADAL" clId="{3DC921C0-1B01-44F1-81F7-8C834224FC97}" dt="2024-06-14T17:02:20.548" v="308" actId="20577"/>
        <pc:sldMkLst>
          <pc:docMk/>
          <pc:sldMk cId="830652500" sldId="365"/>
        </pc:sldMkLst>
        <pc:spChg chg="mod">
          <ac:chgData name="Kyle Winter" userId="34daa314-b499-4a63-812e-be72b148aed2" providerId="ADAL" clId="{3DC921C0-1B01-44F1-81F7-8C834224FC97}" dt="2024-06-14T17:02:20.548" v="308" actId="20577"/>
          <ac:spMkLst>
            <pc:docMk/>
            <pc:sldMk cId="830652500" sldId="365"/>
            <ac:spMk id="3" creationId="{92F4D1B6-4038-4DA6-D5C1-802F782CB2B4}"/>
          </ac:spMkLst>
        </pc:spChg>
      </pc:sldChg>
      <pc:sldChg chg="delSp del mod">
        <pc:chgData name="Kyle Winter" userId="34daa314-b499-4a63-812e-be72b148aed2" providerId="ADAL" clId="{3DC921C0-1B01-44F1-81F7-8C834224FC97}" dt="2024-06-14T16:54:04.609" v="134" actId="47"/>
        <pc:sldMkLst>
          <pc:docMk/>
          <pc:sldMk cId="3634538084" sldId="366"/>
        </pc:sldMkLst>
        <pc:picChg chg="del">
          <ac:chgData name="Kyle Winter" userId="34daa314-b499-4a63-812e-be72b148aed2" providerId="ADAL" clId="{3DC921C0-1B01-44F1-81F7-8C834224FC97}" dt="2024-06-14T16:53:42.709" v="130" actId="478"/>
          <ac:picMkLst>
            <pc:docMk/>
            <pc:sldMk cId="3634538084" sldId="366"/>
            <ac:picMk id="3" creationId="{D7FC1333-E85F-049B-0410-4E4BEF7F9B28}"/>
          </ac:picMkLst>
        </pc:picChg>
      </pc:sldChg>
      <pc:sldChg chg="addSp delSp modSp add">
        <pc:chgData name="Kyle Winter" userId="34daa314-b499-4a63-812e-be72b148aed2" providerId="ADAL" clId="{3DC921C0-1B01-44F1-81F7-8C834224FC97}" dt="2024-06-14T16:54:36.408" v="141" actId="1076"/>
        <pc:sldMkLst>
          <pc:docMk/>
          <pc:sldMk cId="94685472" sldId="367"/>
        </pc:sldMkLst>
        <pc:picChg chg="del">
          <ac:chgData name="Kyle Winter" userId="34daa314-b499-4a63-812e-be72b148aed2" providerId="ADAL" clId="{3DC921C0-1B01-44F1-81F7-8C834224FC97}" dt="2024-06-14T16:54:27.499" v="135" actId="478"/>
          <ac:picMkLst>
            <pc:docMk/>
            <pc:sldMk cId="94685472" sldId="367"/>
            <ac:picMk id="2050" creationId="{5041D624-A839-74A4-3537-0EBCDD6AD9BB}"/>
          </ac:picMkLst>
        </pc:picChg>
        <pc:picChg chg="add mod">
          <ac:chgData name="Kyle Winter" userId="34daa314-b499-4a63-812e-be72b148aed2" providerId="ADAL" clId="{3DC921C0-1B01-44F1-81F7-8C834224FC97}" dt="2024-06-14T16:54:36.408" v="141" actId="1076"/>
          <ac:picMkLst>
            <pc:docMk/>
            <pc:sldMk cId="94685472" sldId="367"/>
            <ac:picMk id="3074" creationId="{7445C693-20CB-4CEE-E18D-336BA3220F6B}"/>
          </ac:picMkLst>
        </pc:picChg>
      </pc:sldChg>
      <pc:sldChg chg="addSp delSp modSp add mod setBg">
        <pc:chgData name="Kyle Winter" userId="34daa314-b499-4a63-812e-be72b148aed2" providerId="ADAL" clId="{3DC921C0-1B01-44F1-81F7-8C834224FC97}" dt="2024-06-14T16:56:17.277" v="196"/>
        <pc:sldMkLst>
          <pc:docMk/>
          <pc:sldMk cId="1746306086" sldId="368"/>
        </pc:sldMkLst>
        <pc:spChg chg="mod">
          <ac:chgData name="Kyle Winter" userId="34daa314-b499-4a63-812e-be72b148aed2" providerId="ADAL" clId="{3DC921C0-1B01-44F1-81F7-8C834224FC97}" dt="2024-06-14T16:55:46.033" v="186" actId="26606"/>
          <ac:spMkLst>
            <pc:docMk/>
            <pc:sldMk cId="1746306086" sldId="368"/>
            <ac:spMk id="2" creationId="{C01B880D-51F0-9F8C-2C0A-11093ABC926D}"/>
          </ac:spMkLst>
        </pc:spChg>
        <pc:spChg chg="mod">
          <ac:chgData name="Kyle Winter" userId="34daa314-b499-4a63-812e-be72b148aed2" providerId="ADAL" clId="{3DC921C0-1B01-44F1-81F7-8C834224FC97}" dt="2024-06-14T16:55:46.033" v="186" actId="26606"/>
          <ac:spMkLst>
            <pc:docMk/>
            <pc:sldMk cId="1746306086" sldId="368"/>
            <ac:spMk id="3" creationId="{0E187165-A175-C432-C12C-654D6F26C140}"/>
          </ac:spMkLst>
        </pc:spChg>
        <pc:spChg chg="add del">
          <ac:chgData name="Kyle Winter" userId="34daa314-b499-4a63-812e-be72b148aed2" providerId="ADAL" clId="{3DC921C0-1B01-44F1-81F7-8C834224FC97}" dt="2024-06-14T16:55:46.033" v="186" actId="26606"/>
          <ac:spMkLst>
            <pc:docMk/>
            <pc:sldMk cId="1746306086" sldId="368"/>
            <ac:spMk id="10" creationId="{89277DEE-AB3F-12D3-0FBE-2B92A33EB329}"/>
          </ac:spMkLst>
        </pc:spChg>
        <pc:spChg chg="add del">
          <ac:chgData name="Kyle Winter" userId="34daa314-b499-4a63-812e-be72b148aed2" providerId="ADAL" clId="{3DC921C0-1B01-44F1-81F7-8C834224FC97}" dt="2024-06-14T16:55:46.033" v="186" actId="26606"/>
          <ac:spMkLst>
            <pc:docMk/>
            <pc:sldMk cId="1746306086" sldId="368"/>
            <ac:spMk id="12" creationId="{4197CFD9-28DB-D2ED-0CC8-44A8CEE7A0D1}"/>
          </ac:spMkLst>
        </pc:spChg>
        <pc:spChg chg="add del">
          <ac:chgData name="Kyle Winter" userId="34daa314-b499-4a63-812e-be72b148aed2" providerId="ADAL" clId="{3DC921C0-1B01-44F1-81F7-8C834224FC97}" dt="2024-06-14T16:55:46.020" v="185" actId="26606"/>
          <ac:spMkLst>
            <pc:docMk/>
            <pc:sldMk cId="1746306086" sldId="368"/>
            <ac:spMk id="17" creationId="{F8446B12-7391-4711-8B31-112A0B896C76}"/>
          </ac:spMkLst>
        </pc:spChg>
        <pc:spChg chg="add">
          <ac:chgData name="Kyle Winter" userId="34daa314-b499-4a63-812e-be72b148aed2" providerId="ADAL" clId="{3DC921C0-1B01-44F1-81F7-8C834224FC97}" dt="2024-06-14T16:55:46.033" v="186" actId="26606"/>
          <ac:spMkLst>
            <pc:docMk/>
            <pc:sldMk cId="1746306086" sldId="368"/>
            <ac:spMk id="23" creationId="{D5FD337D-4D6B-4C8B-B6F5-121097E09881}"/>
          </ac:spMkLst>
        </pc:spChg>
        <pc:spChg chg="add">
          <ac:chgData name="Kyle Winter" userId="34daa314-b499-4a63-812e-be72b148aed2" providerId="ADAL" clId="{3DC921C0-1B01-44F1-81F7-8C834224FC97}" dt="2024-06-14T16:55:46.033" v="186" actId="26606"/>
          <ac:spMkLst>
            <pc:docMk/>
            <pc:sldMk cId="1746306086" sldId="368"/>
            <ac:spMk id="24" creationId="{88263A24-0C1F-4677-B43C-4AE14E276B27}"/>
          </ac:spMkLst>
        </pc:spChg>
        <pc:spChg chg="add">
          <ac:chgData name="Kyle Winter" userId="34daa314-b499-4a63-812e-be72b148aed2" providerId="ADAL" clId="{3DC921C0-1B01-44F1-81F7-8C834224FC97}" dt="2024-06-14T16:55:46.033" v="186" actId="26606"/>
          <ac:spMkLst>
            <pc:docMk/>
            <pc:sldMk cId="1746306086" sldId="368"/>
            <ac:spMk id="25" creationId="{0ADDB668-2CA4-4D2B-9C34-3487CA330BA8}"/>
          </ac:spMkLst>
        </pc:spChg>
        <pc:spChg chg="add">
          <ac:chgData name="Kyle Winter" userId="34daa314-b499-4a63-812e-be72b148aed2" providerId="ADAL" clId="{3DC921C0-1B01-44F1-81F7-8C834224FC97}" dt="2024-06-14T16:55:46.033" v="186" actId="26606"/>
          <ac:spMkLst>
            <pc:docMk/>
            <pc:sldMk cId="1746306086" sldId="368"/>
            <ac:spMk id="26" creationId="{2568BC19-F052-4108-93E1-6A3D1DEC072F}"/>
          </ac:spMkLst>
        </pc:spChg>
        <pc:grpChg chg="add del">
          <ac:chgData name="Kyle Winter" userId="34daa314-b499-4a63-812e-be72b148aed2" providerId="ADAL" clId="{3DC921C0-1B01-44F1-81F7-8C834224FC97}" dt="2024-06-14T16:55:46.020" v="185" actId="26606"/>
          <ac:grpSpMkLst>
            <pc:docMk/>
            <pc:sldMk cId="1746306086" sldId="368"/>
            <ac:grpSpMk id="19" creationId="{AC0B7807-0C83-4963-821A-69B172722E49}"/>
          </ac:grpSpMkLst>
        </pc:grpChg>
        <pc:picChg chg="mod ord">
          <ac:chgData name="Kyle Winter" userId="34daa314-b499-4a63-812e-be72b148aed2" providerId="ADAL" clId="{3DC921C0-1B01-44F1-81F7-8C834224FC97}" dt="2024-06-14T16:56:00.161" v="195" actId="1076"/>
          <ac:picMkLst>
            <pc:docMk/>
            <pc:sldMk cId="1746306086" sldId="368"/>
            <ac:picMk id="4" creationId="{8EA8C3AE-5C9E-BE9F-1BCB-A72E8ABD8F4C}"/>
          </ac:picMkLst>
        </pc:picChg>
        <pc:picChg chg="add mod">
          <ac:chgData name="Kyle Winter" userId="34daa314-b499-4a63-812e-be72b148aed2" providerId="ADAL" clId="{3DC921C0-1B01-44F1-81F7-8C834224FC97}" dt="2024-06-14T16:55:57.448" v="193" actId="1076"/>
          <ac:picMkLst>
            <pc:docMk/>
            <pc:sldMk cId="1746306086" sldId="368"/>
            <ac:picMk id="5" creationId="{4117D84B-C31D-7F27-1EC6-9E2000D3BF54}"/>
          </ac:picMkLst>
        </pc:picChg>
      </pc:sldChg>
      <pc:sldChg chg="add setBg modNotes">
        <pc:chgData name="Kyle Winter" userId="34daa314-b499-4a63-812e-be72b148aed2" providerId="ADAL" clId="{3DC921C0-1B01-44F1-81F7-8C834224FC97}" dt="2024-06-14T17:00:50.237" v="259"/>
        <pc:sldMkLst>
          <pc:docMk/>
          <pc:sldMk cId="3198015683" sldId="369"/>
        </pc:sldMkLst>
      </pc:sldChg>
      <pc:sldChg chg="delSp modSp add mod">
        <pc:chgData name="Kyle Winter" userId="34daa314-b499-4a63-812e-be72b148aed2" providerId="ADAL" clId="{3DC921C0-1B01-44F1-81F7-8C834224FC97}" dt="2024-06-14T17:02:09.129" v="298" actId="1076"/>
        <pc:sldMkLst>
          <pc:docMk/>
          <pc:sldMk cId="2703699042" sldId="370"/>
        </pc:sldMkLst>
        <pc:spChg chg="del">
          <ac:chgData name="Kyle Winter" userId="34daa314-b499-4a63-812e-be72b148aed2" providerId="ADAL" clId="{3DC921C0-1B01-44F1-81F7-8C834224FC97}" dt="2024-06-14T17:01:47.924" v="270" actId="478"/>
          <ac:spMkLst>
            <pc:docMk/>
            <pc:sldMk cId="2703699042" sldId="370"/>
            <ac:spMk id="3" creationId="{9E843394-B123-975F-1EEB-544668D0B432}"/>
          </ac:spMkLst>
        </pc:spChg>
        <pc:spChg chg="mod">
          <ac:chgData name="Kyle Winter" userId="34daa314-b499-4a63-812e-be72b148aed2" providerId="ADAL" clId="{3DC921C0-1B01-44F1-81F7-8C834224FC97}" dt="2024-06-14T17:02:09.129" v="298" actId="1076"/>
          <ac:spMkLst>
            <pc:docMk/>
            <pc:sldMk cId="2703699042" sldId="370"/>
            <ac:spMk id="5" creationId="{F1013442-1739-9BE1-75FD-F69EC3C6A913}"/>
          </ac:spMkLst>
        </pc:spChg>
        <pc:picChg chg="ord">
          <ac:chgData name="Kyle Winter" userId="34daa314-b499-4a63-812e-be72b148aed2" providerId="ADAL" clId="{3DC921C0-1B01-44F1-81F7-8C834224FC97}" dt="2024-06-14T17:01:45.043" v="269" actId="167"/>
          <ac:picMkLst>
            <pc:docMk/>
            <pc:sldMk cId="2703699042" sldId="370"/>
            <ac:picMk id="2" creationId="{4DBEE579-C927-6824-12F2-613A49B138AE}"/>
          </ac:picMkLst>
        </pc:pic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3-11-15T13:09:36.820"/>
    </inkml:context>
    <inkml:brush xml:id="br0">
      <inkml:brushProperty name="width" value="0.1" units="cm"/>
      <inkml:brushProperty name="height" value="0.1" units="cm"/>
      <inkml:brushProperty name="color" value="#FFC114"/>
      <inkml:brushProperty name="ignorePressure" value="1"/>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77C863-880F-4274-B7AC-FB403030E84E}" type="datetimeFigureOut">
              <a:rPr lang="en-US" smtClean="0"/>
              <a:t>6/20/2024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D4E392C-641F-4701-BBC5-365CDFD56B7F}" type="slidenum">
              <a:rPr lang="en-US" smtClean="0"/>
              <a:t>‹#›</a:t>
            </a:fld>
            <a:endParaRPr lang="en-US"/>
          </a:p>
        </p:txBody>
      </p:sp>
    </p:spTree>
    <p:extLst>
      <p:ext uri="{BB962C8B-B14F-4D97-AF65-F5344CB8AC3E}">
        <p14:creationId xmlns:p14="http://schemas.microsoft.com/office/powerpoint/2010/main" val="2993017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5" name="Google Shape;385;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g462e925cd5_0_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1" name="Google Shape;391;g462e925cd5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p3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0" name="Google Shape;400;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462e925cd5_0_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0" name="Google Shape;420;g462e925cd5_0_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1" name="Google Shape;421;g462e925cd5_0_68: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08" name="Google Shape;408;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p3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7" name="Google Shape;427;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p3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38" name="Google Shape;438;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4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9" name="Google Shape;449;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p4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59046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4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61" name="Google Shape;461;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888413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p4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5"/>
        <p:cNvGrpSpPr/>
        <p:nvPr/>
      </p:nvGrpSpPr>
      <p:grpSpPr>
        <a:xfrm>
          <a:off x="0" y="0"/>
          <a:ext cx="0" cy="0"/>
          <a:chOff x="0" y="0"/>
          <a:chExt cx="0" cy="0"/>
        </a:xfrm>
      </p:grpSpPr>
      <p:sp>
        <p:nvSpPr>
          <p:cNvPr id="476" name="Google Shape;476;p4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7" name="Google Shape;477;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4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3" name="Google Shape;483;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20027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404110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3100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27166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2577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09429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4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3" name="Google Shape;503;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5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5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5" name="Google Shape;545;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19101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p5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6" name="Google Shape;566;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5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3" name="Google Shape;573;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1"/>
        <p:cNvGrpSpPr/>
        <p:nvPr/>
      </p:nvGrpSpPr>
      <p:grpSpPr>
        <a:xfrm>
          <a:off x="0" y="0"/>
          <a:ext cx="0" cy="0"/>
          <a:chOff x="0" y="0"/>
          <a:chExt cx="0" cy="0"/>
        </a:xfrm>
      </p:grpSpPr>
      <p:sp>
        <p:nvSpPr>
          <p:cNvPr id="582" name="Google Shape;582;p5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3" name="Google Shape;583;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p5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93" name="Google Shape;593;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5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3" name="Google Shape;603;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785234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5" name="Google Shape;665;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95668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g462e925cd5_0_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8" name="Google Shape;658;g462e925cd5_0_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g462e925cd5_0_81: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44</a:t>
            </a:fld>
            <a:endParaRPr kumimoji="0" sz="1400" b="0" i="0" u="none" strike="noStrike" kern="0" cap="none" spc="0" normalizeH="0" baseline="0" noProof="0">
              <a:ln>
                <a:noFill/>
              </a:ln>
              <a:solidFill>
                <a:srgbClr val="000000"/>
              </a:solidFill>
              <a:effectLst/>
              <a:uLnTx/>
              <a:uFillTx/>
              <a:latin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3"/>
        <p:cNvGrpSpPr/>
        <p:nvPr/>
      </p:nvGrpSpPr>
      <p:grpSpPr>
        <a:xfrm>
          <a:off x="0" y="0"/>
          <a:ext cx="0" cy="0"/>
          <a:chOff x="0" y="0"/>
          <a:chExt cx="0" cy="0"/>
        </a:xfrm>
      </p:grpSpPr>
      <p:sp>
        <p:nvSpPr>
          <p:cNvPr id="664" name="Google Shape;664;p6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5" name="Google Shape;665;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5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7" name="Google Shape;617;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4892007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9704515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6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2" name="Google Shape;702;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4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7" name="Google Shape;497;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522915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6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1" name="Google Shape;671;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6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7" name="Google Shape;687;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p6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8" name="Google Shape;708;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4" name="Google Shape;714;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4" name="Google Shape;714;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636853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2"/>
        <p:cNvGrpSpPr/>
        <p:nvPr/>
      </p:nvGrpSpPr>
      <p:grpSpPr>
        <a:xfrm>
          <a:off x="0" y="0"/>
          <a:ext cx="0" cy="0"/>
          <a:chOff x="0" y="0"/>
          <a:chExt cx="0" cy="0"/>
        </a:xfrm>
      </p:grpSpPr>
      <p:sp>
        <p:nvSpPr>
          <p:cNvPr id="713" name="Google Shape;713;p6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14" name="Google Shape;714;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9963695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20" name="Google Shape;720;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2" name="Google Shape;732;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6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2" name="Google Shape;732;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98702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1" name="Google Shape;741;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9"/>
        <p:cNvGrpSpPr/>
        <p:nvPr/>
      </p:nvGrpSpPr>
      <p:grpSpPr>
        <a:xfrm>
          <a:off x="0" y="0"/>
          <a:ext cx="0" cy="0"/>
          <a:chOff x="0" y="0"/>
          <a:chExt cx="0" cy="0"/>
        </a:xfrm>
      </p:grpSpPr>
      <p:sp>
        <p:nvSpPr>
          <p:cNvPr id="740" name="Google Shape;740;p6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1" name="Google Shape;741;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322380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4"/>
        <p:cNvGrpSpPr/>
        <p:nvPr/>
      </p:nvGrpSpPr>
      <p:grpSpPr>
        <a:xfrm>
          <a:off x="0" y="0"/>
          <a:ext cx="0" cy="0"/>
          <a:chOff x="0" y="0"/>
          <a:chExt cx="0" cy="0"/>
        </a:xfrm>
      </p:grpSpPr>
      <p:sp>
        <p:nvSpPr>
          <p:cNvPr id="745" name="Google Shape;745;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6" name="Google Shape;746;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6962991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p7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2" name="Google Shape;752;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6"/>
        <p:cNvGrpSpPr/>
        <p:nvPr/>
      </p:nvGrpSpPr>
      <p:grpSpPr>
        <a:xfrm>
          <a:off x="0" y="0"/>
          <a:ext cx="0" cy="0"/>
          <a:chOff x="0" y="0"/>
          <a:chExt cx="0" cy="0"/>
        </a:xfrm>
      </p:grpSpPr>
      <p:sp>
        <p:nvSpPr>
          <p:cNvPr id="757" name="Google Shape;757;p7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58" name="Google Shape;758;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7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65" name="Google Shape;765;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2" name="Google Shape;772;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8"/>
        <p:cNvGrpSpPr/>
        <p:nvPr/>
      </p:nvGrpSpPr>
      <p:grpSpPr>
        <a:xfrm>
          <a:off x="0" y="0"/>
          <a:ext cx="0" cy="0"/>
          <a:chOff x="0" y="0"/>
          <a:chExt cx="0" cy="0"/>
        </a:xfrm>
      </p:grpSpPr>
      <p:sp>
        <p:nvSpPr>
          <p:cNvPr id="779" name="Google Shape;779;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0" name="Google Shape;780;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7" name="Google Shape;787;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94" name="Google Shape;794;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0"/>
        <p:cNvGrpSpPr/>
        <p:nvPr/>
      </p:nvGrpSpPr>
      <p:grpSpPr>
        <a:xfrm>
          <a:off x="0" y="0"/>
          <a:ext cx="0" cy="0"/>
          <a:chOff x="0" y="0"/>
          <a:chExt cx="0" cy="0"/>
        </a:xfrm>
      </p:grpSpPr>
      <p:sp>
        <p:nvSpPr>
          <p:cNvPr id="801" name="Google Shape;801;p7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2" name="Google Shape;802;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p7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9" name="Google Shape;809;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p7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16" name="Google Shape;816;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8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25" name="Google Shape;825;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2"/>
        <p:cNvGrpSpPr/>
        <p:nvPr/>
      </p:nvGrpSpPr>
      <p:grpSpPr>
        <a:xfrm>
          <a:off x="0" y="0"/>
          <a:ext cx="0" cy="0"/>
          <a:chOff x="0" y="0"/>
          <a:chExt cx="0" cy="0"/>
        </a:xfrm>
      </p:grpSpPr>
      <p:sp>
        <p:nvSpPr>
          <p:cNvPr id="833" name="Google Shape;833;p8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4" name="Google Shape;834;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8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3" name="Google Shape;843;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p8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52" name="Google Shape;852;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p8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2" name="Google Shape;862;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E661E4-1584-A81B-AFE4-EE819FA9FA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785F5B-C2ED-E8CD-EFD7-7F74A28C31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032CBC-C402-74D2-861B-2BD38954B5EB}"/>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5" name="Footer Placeholder 4">
            <a:extLst>
              <a:ext uri="{FF2B5EF4-FFF2-40B4-BE49-F238E27FC236}">
                <a16:creationId xmlns:a16="http://schemas.microsoft.com/office/drawing/2014/main" id="{23A95C13-6B31-4A51-8FDF-74631C3B1D1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994697-116D-B1AC-0F39-FB6792120A58}"/>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31417410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47BC2-EAF2-A716-0E9A-B560CEEFD18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003A30-6E43-81A2-FF1A-142201BC33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8174E6-D33F-2A2A-59C2-0F6A2DEB7EC2}"/>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5" name="Footer Placeholder 4">
            <a:extLst>
              <a:ext uri="{FF2B5EF4-FFF2-40B4-BE49-F238E27FC236}">
                <a16:creationId xmlns:a16="http://schemas.microsoft.com/office/drawing/2014/main" id="{213232CA-1B39-E88B-F3C6-2F3ACC04D3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020D51-CCEA-7F5C-283C-CAEE22F2783C}"/>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1734741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DE6AA-28E9-FDBE-FB68-91B84D4902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4296CD-96B2-2D16-9A89-5C36C8D6B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AF50AA-7E74-312D-8091-4B0E900A8A95}"/>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5" name="Footer Placeholder 4">
            <a:extLst>
              <a:ext uri="{FF2B5EF4-FFF2-40B4-BE49-F238E27FC236}">
                <a16:creationId xmlns:a16="http://schemas.microsoft.com/office/drawing/2014/main" id="{448BA26F-A9BA-232B-6D3B-3288B02C3B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70C144-BDE5-5EDE-3B85-A8C4C53F490A}"/>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1802080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24E67-9C0D-A518-507F-B8512D31E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2456918-CCCB-DB36-424D-7A7C41EAA4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FF9F30-593B-D771-4EB4-FBC653ED02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BC0003B-A840-EF36-108B-F21C5F7E5B62}"/>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6" name="Footer Placeholder 5">
            <a:extLst>
              <a:ext uri="{FF2B5EF4-FFF2-40B4-BE49-F238E27FC236}">
                <a16:creationId xmlns:a16="http://schemas.microsoft.com/office/drawing/2014/main" id="{A5D8863E-060D-319D-AC7A-C900E83EE20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91FB576-0302-0ADD-88C6-E730267C4254}"/>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686103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D26A5-CBE9-A088-9D17-05EC4940F5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F0C9E6-46B6-FFBD-DFCE-0725EC6177D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7EC21B5-6C0E-5A74-8D7F-33769F74DF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DB05E4C-FC65-9B4E-0484-0A1CA3D4C7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D675AB-EA07-681A-A08C-A55F651178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C15714-59F2-417D-6333-55CF015D8678}"/>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8" name="Footer Placeholder 7">
            <a:extLst>
              <a:ext uri="{FF2B5EF4-FFF2-40B4-BE49-F238E27FC236}">
                <a16:creationId xmlns:a16="http://schemas.microsoft.com/office/drawing/2014/main" id="{B4CB02C9-A250-753B-C9FB-2CDA4A1BF3A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8A0606-835D-18FF-410B-7F895498A92B}"/>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2962436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6E4BF-C4BF-DC70-401B-2B4A703865B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F0C49A-9064-B396-4F80-11255BB53C49}"/>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4" name="Footer Placeholder 3">
            <a:extLst>
              <a:ext uri="{FF2B5EF4-FFF2-40B4-BE49-F238E27FC236}">
                <a16:creationId xmlns:a16="http://schemas.microsoft.com/office/drawing/2014/main" id="{A7BE4973-FB9B-FA97-FA7D-177154BD0AE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81852F-1A12-F5A5-5196-050F3DA39624}"/>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1041769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361765-4E1A-7C15-37C3-1AE8F5E64511}"/>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3" name="Footer Placeholder 2">
            <a:extLst>
              <a:ext uri="{FF2B5EF4-FFF2-40B4-BE49-F238E27FC236}">
                <a16:creationId xmlns:a16="http://schemas.microsoft.com/office/drawing/2014/main" id="{A5AFC8F8-1A34-D3F3-8DFF-8286665CFE7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9908A33-46A9-ED02-97B4-E12EED52D59A}"/>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30386621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19225-E8D1-CC1F-CF15-A5A1FBB04E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728518D-C2A8-6827-480E-8D7A7809C8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3B1DB3-1649-0FDA-B051-B5399F224D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A78026-39FD-6D2F-60C4-8C006329D23A}"/>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6" name="Footer Placeholder 5">
            <a:extLst>
              <a:ext uri="{FF2B5EF4-FFF2-40B4-BE49-F238E27FC236}">
                <a16:creationId xmlns:a16="http://schemas.microsoft.com/office/drawing/2014/main" id="{FF719B6C-16D5-B6DB-19AC-DEEF2D0AC8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2CCE3C-750F-ED61-5E37-8D71567CAD6F}"/>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3378985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6FCEC-BFC5-808D-650C-07307BA832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3EEC242-75EC-1335-D464-1C284A6FB76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2D0154-BAB5-96A7-30C7-EA23F6BC87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8C2789-035A-3429-07CE-32DB2ABAD8FD}"/>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6" name="Footer Placeholder 5">
            <a:extLst>
              <a:ext uri="{FF2B5EF4-FFF2-40B4-BE49-F238E27FC236}">
                <a16:creationId xmlns:a16="http://schemas.microsoft.com/office/drawing/2014/main" id="{287A0A40-FF01-4661-F473-48186772BAC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5972D0-AD85-C1FE-6523-6A48250C57B4}"/>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40315887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FE3C57-7B71-02B1-FD96-68740F7BE9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2F95C5-859A-6F7A-25DD-EEA7DEAFB5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7DB849-7D98-6B57-D520-83D00EC0C870}"/>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5" name="Footer Placeholder 4">
            <a:extLst>
              <a:ext uri="{FF2B5EF4-FFF2-40B4-BE49-F238E27FC236}">
                <a16:creationId xmlns:a16="http://schemas.microsoft.com/office/drawing/2014/main" id="{3B67FAD8-7BB4-4F5D-96A6-E03832B68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A9E4D3-104F-2975-712B-E8FF6DB2AF2E}"/>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971625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1DB89E4-C600-078D-0789-C5366E536BC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2D5068D-00CD-39F6-EA95-18B04C9793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A4F6D7-C0D8-89B8-5E66-88D24FBD08BD}"/>
              </a:ext>
            </a:extLst>
          </p:cNvPr>
          <p:cNvSpPr>
            <a:spLocks noGrp="1"/>
          </p:cNvSpPr>
          <p:nvPr>
            <p:ph type="dt" sz="half" idx="10"/>
          </p:nvPr>
        </p:nvSpPr>
        <p:spPr/>
        <p:txBody>
          <a:bodyPr/>
          <a:lstStyle/>
          <a:p>
            <a:fld id="{30D8283B-6BD8-43CE-8C8B-E112666171B4}" type="datetimeFigureOut">
              <a:rPr lang="en-US" smtClean="0"/>
              <a:t>6/20/2024</a:t>
            </a:fld>
            <a:endParaRPr lang="en-US"/>
          </a:p>
        </p:txBody>
      </p:sp>
      <p:sp>
        <p:nvSpPr>
          <p:cNvPr id="5" name="Footer Placeholder 4">
            <a:extLst>
              <a:ext uri="{FF2B5EF4-FFF2-40B4-BE49-F238E27FC236}">
                <a16:creationId xmlns:a16="http://schemas.microsoft.com/office/drawing/2014/main" id="{E92F798D-648E-BBE2-8730-BF2C6CFE12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F1ED58-7C92-3352-672E-E6150F353C95}"/>
              </a:ext>
            </a:extLst>
          </p:cNvPr>
          <p:cNvSpPr>
            <a:spLocks noGrp="1"/>
          </p:cNvSpPr>
          <p:nvPr>
            <p:ph type="sldNum" sz="quarter" idx="12"/>
          </p:nvPr>
        </p:nvSpPr>
        <p:spPr/>
        <p:txBody>
          <a:bodyPr/>
          <a:lstStyle/>
          <a:p>
            <a:fld id="{419CD893-6AE0-41C8-85FE-0E694262F141}" type="slidenum">
              <a:rPr lang="en-US" smtClean="0"/>
              <a:t>‹#›</a:t>
            </a:fld>
            <a:endParaRPr lang="en-US"/>
          </a:p>
        </p:txBody>
      </p:sp>
    </p:spTree>
    <p:extLst>
      <p:ext uri="{BB962C8B-B14F-4D97-AF65-F5344CB8AC3E}">
        <p14:creationId xmlns:p14="http://schemas.microsoft.com/office/powerpoint/2010/main" val="5294838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206949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012525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28" name="Google Shape;28;p4"/>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29" name="Google Shape;29;p4"/>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0" name="Google Shape;30;p4"/>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1" name="Google Shape;31;p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3521250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4"/>
        <p:cNvGrpSpPr/>
        <p:nvPr/>
      </p:nvGrpSpPr>
      <p:grpSpPr>
        <a:xfrm>
          <a:off x="0" y="0"/>
          <a:ext cx="0" cy="0"/>
          <a:chOff x="0" y="0"/>
          <a:chExt cx="0" cy="0"/>
        </a:xfrm>
      </p:grpSpPr>
      <p:sp>
        <p:nvSpPr>
          <p:cNvPr id="35" name="Google Shape;35;p5"/>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Arial"/>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5"/>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7" name="Google Shape;37;p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0241460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7735047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45"/>
        <p:cNvGrpSpPr/>
        <p:nvPr/>
      </p:nvGrpSpPr>
      <p:grpSpPr>
        <a:xfrm>
          <a:off x="0" y="0"/>
          <a:ext cx="0" cy="0"/>
          <a:chOff x="0" y="0"/>
          <a:chExt cx="0" cy="0"/>
        </a:xfrm>
      </p:grpSpPr>
      <p:sp>
        <p:nvSpPr>
          <p:cNvPr id="46" name="Google Shape;46;p7"/>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48" name="Google Shape;48;p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4749273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8"/>
          <p:cNvSpPr txBox="1">
            <a:spLocks noGrp="1"/>
          </p:cNvSpPr>
          <p:nvPr>
            <p:ph type="body" idx="1"/>
          </p:nvPr>
        </p:nvSpPr>
        <p:spPr>
          <a:xfrm>
            <a:off x="609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4" name="Google Shape;54;p8"/>
          <p:cNvSpPr txBox="1">
            <a:spLocks noGrp="1"/>
          </p:cNvSpPr>
          <p:nvPr>
            <p:ph type="body" idx="2"/>
          </p:nvPr>
        </p:nvSpPr>
        <p:spPr>
          <a:xfrm>
            <a:off x="6197600" y="1600201"/>
            <a:ext cx="53848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55" name="Google Shape;55;p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65650134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Arial"/>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29120374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Arial"/>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2389717" y="612775"/>
            <a:ext cx="73152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Arial"/>
                <a:ea typeface="Arial"/>
                <a:cs typeface="Arial"/>
                <a:sym typeface="Arial"/>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Arial"/>
                <a:ea typeface="Arial"/>
                <a:cs typeface="Arial"/>
                <a:sym typeface="Arial"/>
              </a:defRPr>
            </a:lvl9pPr>
          </a:lstStyle>
          <a:p>
            <a:endParaRPr/>
          </a:p>
        </p:txBody>
      </p:sp>
      <p:sp>
        <p:nvSpPr>
          <p:cNvPr id="68" name="Google Shape;68;p1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77453508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833019" y="-1623219"/>
            <a:ext cx="4525963" cy="10972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42100972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285038" y="1828800"/>
            <a:ext cx="5851525" cy="2743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697039" y="-812799"/>
            <a:ext cx="5851525" cy="80264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1854029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F85675-AADE-5120-06C3-FD30369FE9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5F0639-CBCB-96FD-4124-A256C23004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0ACC2D-0C9D-61A3-4E78-59EB740D68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D8283B-6BD8-43CE-8C8B-E112666171B4}" type="datetimeFigureOut">
              <a:rPr lang="en-US" smtClean="0"/>
              <a:t>6/20/2024</a:t>
            </a:fld>
            <a:endParaRPr lang="en-US"/>
          </a:p>
        </p:txBody>
      </p:sp>
      <p:sp>
        <p:nvSpPr>
          <p:cNvPr id="5" name="Footer Placeholder 4">
            <a:extLst>
              <a:ext uri="{FF2B5EF4-FFF2-40B4-BE49-F238E27FC236}">
                <a16:creationId xmlns:a16="http://schemas.microsoft.com/office/drawing/2014/main" id="{A0EB637D-0D5C-06D6-9D9B-32EA420C554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5E79EBF-4A0D-FADB-91AA-9ED5BDB4E1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9CD893-6AE0-41C8-85FE-0E694262F141}" type="slidenum">
              <a:rPr lang="en-US" smtClean="0"/>
              <a:t>‹#›</a:t>
            </a:fld>
            <a:endParaRPr lang="en-US"/>
          </a:p>
        </p:txBody>
      </p:sp>
    </p:spTree>
    <p:extLst>
      <p:ext uri="{BB962C8B-B14F-4D97-AF65-F5344CB8AC3E}">
        <p14:creationId xmlns:p14="http://schemas.microsoft.com/office/powerpoint/2010/main" val="12816996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09600" y="1600201"/>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Arial"/>
                <a:ea typeface="Arial"/>
                <a:cs typeface="Arial"/>
                <a:sym typeface="Arial"/>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sp>
        <p:nvSpPr>
          <p:cNvPr id="12" name="Google Shape;12;p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extLst>
      <p:ext uri="{BB962C8B-B14F-4D97-AF65-F5344CB8AC3E}">
        <p14:creationId xmlns:p14="http://schemas.microsoft.com/office/powerpoint/2010/main" val="365647435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7.jpeg"/><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3.xml"/><Relationship Id="rId1" Type="http://schemas.openxmlformats.org/officeDocument/2006/relationships/video" Target="https://www.youtube.com/embed/sgDM6m0lUGY?feature=oembed" TargetMode="Externa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3.xml"/><Relationship Id="rId1" Type="http://schemas.openxmlformats.org/officeDocument/2006/relationships/video" Target="https://www.youtube.com/embed/igGsuDYxhEA?feature=oembed" TargetMode="External"/><Relationship Id="rId4" Type="http://schemas.openxmlformats.org/officeDocument/2006/relationships/image" Target="../media/image21.jpeg"/></Relationships>
</file>

<file path=ppt/slides/_rels/slide2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3.xml"/><Relationship Id="rId1" Type="http://schemas.openxmlformats.org/officeDocument/2006/relationships/video" Target="https://www.youtube.com/embed/7m42rZI3Djo?feature=oembed" TargetMode="External"/><Relationship Id="rId4" Type="http://schemas.openxmlformats.org/officeDocument/2006/relationships/image" Target="../media/image28.jpeg"/></Relationships>
</file>

<file path=ppt/slides/_rels/slide3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33.jpeg"/></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32.png"/></Relationships>
</file>

<file path=ppt/slides/_rels/slide4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3.xml"/><Relationship Id="rId1" Type="http://schemas.openxmlformats.org/officeDocument/2006/relationships/slideLayout" Target="../slideLayouts/slideLayout16.xml"/><Relationship Id="rId4" Type="http://schemas.openxmlformats.org/officeDocument/2006/relationships/image" Target="../media/image36.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6.xml"/><Relationship Id="rId1" Type="http://schemas.openxmlformats.org/officeDocument/2006/relationships/video" Target="https://www.youtube.com/embed/loFxYSHxTf0?feature=oembed" TargetMode="External"/><Relationship Id="rId4" Type="http://schemas.openxmlformats.org/officeDocument/2006/relationships/image" Target="../media/image37.jpe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6.xml"/><Relationship Id="rId1" Type="http://schemas.openxmlformats.org/officeDocument/2006/relationships/video" Target="https://www.youtube.com/embed/lCzKCLA9Sxo?feature=oembed" TargetMode="External"/><Relationship Id="rId4" Type="http://schemas.openxmlformats.org/officeDocument/2006/relationships/image" Target="../media/image38.jpeg"/></Relationships>
</file>

<file path=ppt/slides/_rels/slide46.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6.xml"/><Relationship Id="rId1" Type="http://schemas.openxmlformats.org/officeDocument/2006/relationships/slideLayout" Target="../slideLayouts/slideLayout13.xml"/><Relationship Id="rId5" Type="http://schemas.openxmlformats.org/officeDocument/2006/relationships/image" Target="../media/image41.png"/><Relationship Id="rId4" Type="http://schemas.openxmlformats.org/officeDocument/2006/relationships/image" Target="../media/image40.png"/></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3.xml"/><Relationship Id="rId1" Type="http://schemas.openxmlformats.org/officeDocument/2006/relationships/video" Target="https://www.youtube.com/embed/c9SJD5125A8?feature=oembed" TargetMode="External"/><Relationship Id="rId4" Type="http://schemas.openxmlformats.org/officeDocument/2006/relationships/image" Target="../media/image43.jpeg"/></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3.xml"/><Relationship Id="rId1" Type="http://schemas.openxmlformats.org/officeDocument/2006/relationships/video" Target="https://www.youtube.com/embed/8FZyEfkA2_k?feature=oembed" TargetMode="External"/><Relationship Id="rId4" Type="http://schemas.openxmlformats.org/officeDocument/2006/relationships/image" Target="../media/image44.jpeg"/></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3.xml"/><Relationship Id="rId1" Type="http://schemas.openxmlformats.org/officeDocument/2006/relationships/video" Target="https://www.youtube.com/embed/7m42rZI3Djo?feature=oembed" TargetMode="External"/><Relationship Id="rId4" Type="http://schemas.openxmlformats.org/officeDocument/2006/relationships/image" Target="../media/image28.jpeg"/></Relationships>
</file>

<file path=ppt/slides/_rels/slide5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3.xml"/><Relationship Id="rId1" Type="http://schemas.openxmlformats.org/officeDocument/2006/relationships/video" Target="https://www.youtube.com/embed/CcRerU_8wpI?feature=oembed" TargetMode="External"/><Relationship Id="rId4" Type="http://schemas.openxmlformats.org/officeDocument/2006/relationships/image" Target="../media/image50.jpeg"/></Relationships>
</file>

<file path=ppt/slides/_rels/slide5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53.png"/></Relationships>
</file>

<file path=ppt/slides/_rels/slide61.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1.xml"/><Relationship Id="rId1" Type="http://schemas.openxmlformats.org/officeDocument/2006/relationships/slideLayout" Target="../slideLayouts/slideLayout12.xml"/><Relationship Id="rId5" Type="http://schemas.openxmlformats.org/officeDocument/2006/relationships/image" Target="../media/image56.png"/><Relationship Id="rId4" Type="http://schemas.openxmlformats.org/officeDocument/2006/relationships/image" Target="../media/image55.png"/></Relationships>
</file>

<file path=ppt/slides/_rels/slide6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3.xml"/><Relationship Id="rId1" Type="http://schemas.openxmlformats.org/officeDocument/2006/relationships/video" Target="https://www.youtube.com/embed/WXkC4qGaLwk?start=4&amp;feature=oembed" TargetMode="External"/><Relationship Id="rId4" Type="http://schemas.openxmlformats.org/officeDocument/2006/relationships/image" Target="../media/image58.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3.xml"/><Relationship Id="rId1" Type="http://schemas.openxmlformats.org/officeDocument/2006/relationships/video" Target="https://www.youtube.com/embed/M5QcmkIqc1A?feature=oembed" TargetMode="External"/><Relationship Id="rId4" Type="http://schemas.openxmlformats.org/officeDocument/2006/relationships/image" Target="../media/image59.jpeg"/></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7.xml"/><Relationship Id="rId1" Type="http://schemas.openxmlformats.org/officeDocument/2006/relationships/slideLayout" Target="../slideLayouts/slideLayout13.xml"/></Relationships>
</file>

<file path=ppt/slides/_rels/slide6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58.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1.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5.xml"/><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6.xml"/><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7.xml"/><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8.xml"/><Relationship Id="rId1" Type="http://schemas.openxmlformats.org/officeDocument/2006/relationships/slideLayout" Target="../slideLayouts/slideLayout13.xml"/><Relationship Id="rId4" Type="http://schemas.openxmlformats.org/officeDocument/2006/relationships/image" Target="../media/image65.png"/></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9.xml"/><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74" name="Rectangle 6173">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06975A78-649C-0000-1500-DFA88FE20972}"/>
              </a:ext>
            </a:extLst>
          </p:cNvPr>
          <p:cNvSpPr>
            <a:spLocks noGrp="1"/>
          </p:cNvSpPr>
          <p:nvPr>
            <p:ph type="ctrTitle"/>
          </p:nvPr>
        </p:nvSpPr>
        <p:spPr>
          <a:xfrm>
            <a:off x="890338" y="640080"/>
            <a:ext cx="3734014" cy="3566160"/>
          </a:xfrm>
        </p:spPr>
        <p:txBody>
          <a:bodyPr anchor="b">
            <a:normAutofit/>
          </a:bodyPr>
          <a:lstStyle/>
          <a:p>
            <a:pPr algn="l"/>
            <a:r>
              <a:rPr lang="en-US" sz="5400" u="sng"/>
              <a:t>Lesson: </a:t>
            </a:r>
            <a:r>
              <a:rPr lang="en-US" sz="5400" u="sng" dirty="0"/>
              <a:t>Plate Boundaries </a:t>
            </a:r>
            <a:r>
              <a:rPr lang="en-US" sz="5400" u="sng"/>
              <a:t>&amp; Features</a:t>
            </a:r>
          </a:p>
        </p:txBody>
      </p:sp>
      <p:sp>
        <p:nvSpPr>
          <p:cNvPr id="6176"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4" descr="7 Major Tectonic Plates - WorldAtlas">
            <a:extLst>
              <a:ext uri="{FF2B5EF4-FFF2-40B4-BE49-F238E27FC236}">
                <a16:creationId xmlns:a16="http://schemas.microsoft.com/office/drawing/2014/main" id="{6E0D1EEA-4A81-BADC-A22F-D208A6A9514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302"/>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167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DEE38E4-1EAB-A738-2A50-2BF290B659D4}"/>
              </a:ext>
            </a:extLst>
          </p:cNvPr>
          <p:cNvSpPr>
            <a:spLocks noGrp="1"/>
          </p:cNvSpPr>
          <p:nvPr>
            <p:ph type="title"/>
          </p:nvPr>
        </p:nvSpPr>
        <p:spPr/>
        <p:txBody>
          <a:bodyPr/>
          <a:lstStyle/>
          <a:p>
            <a:r>
              <a:rPr lang="en-US" b="1" dirty="0"/>
              <a:t>ENGAGE</a:t>
            </a:r>
          </a:p>
        </p:txBody>
      </p:sp>
    </p:spTree>
    <p:extLst>
      <p:ext uri="{BB962C8B-B14F-4D97-AF65-F5344CB8AC3E}">
        <p14:creationId xmlns:p14="http://schemas.microsoft.com/office/powerpoint/2010/main" val="89292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8AAE1A6C-CBAB-05B8-7CC7-7A1599F60224}"/>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4150BE6-AFBC-45AB-2FDC-BD4FF4CA36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961B086C-7CC6-3EA8-0474-D76B5FA2B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051C0AA-6E1D-24BD-0670-155C3AE09F74}"/>
              </a:ext>
            </a:extLst>
          </p:cNvPr>
          <p:cNvSpPr>
            <a:spLocks noGrp="1"/>
          </p:cNvSpPr>
          <p:nvPr>
            <p:ph type="title"/>
          </p:nvPr>
        </p:nvSpPr>
        <p:spPr>
          <a:xfrm>
            <a:off x="838200" y="609600"/>
            <a:ext cx="3739341" cy="1330839"/>
          </a:xfrm>
        </p:spPr>
        <p:txBody>
          <a:bodyPr>
            <a:normAutofit/>
          </a:bodyPr>
          <a:lstStyle/>
          <a:p>
            <a:r>
              <a:rPr lang="en-US" i="1" dirty="0"/>
              <a:t>Engage</a:t>
            </a:r>
          </a:p>
        </p:txBody>
      </p:sp>
      <p:sp>
        <p:nvSpPr>
          <p:cNvPr id="3" name="Content Placeholder 2">
            <a:extLst>
              <a:ext uri="{FF2B5EF4-FFF2-40B4-BE49-F238E27FC236}">
                <a16:creationId xmlns:a16="http://schemas.microsoft.com/office/drawing/2014/main" id="{F9DE7A63-3D59-CF04-4C5E-DB36EDA15642}"/>
              </a:ext>
            </a:extLst>
          </p:cNvPr>
          <p:cNvSpPr>
            <a:spLocks noGrp="1"/>
          </p:cNvSpPr>
          <p:nvPr>
            <p:ph idx="1"/>
          </p:nvPr>
        </p:nvSpPr>
        <p:spPr>
          <a:xfrm>
            <a:off x="862366" y="2194102"/>
            <a:ext cx="3427001" cy="3908586"/>
          </a:xfrm>
        </p:spPr>
        <p:txBody>
          <a:bodyPr>
            <a:normAutofit/>
          </a:bodyPr>
          <a:lstStyle/>
          <a:p>
            <a:r>
              <a:rPr lang="en-US" dirty="0"/>
              <a:t>While viewing the following slides, complete the organizer on how you think these events happen.</a:t>
            </a:r>
          </a:p>
        </p:txBody>
      </p:sp>
      <p:pic>
        <p:nvPicPr>
          <p:cNvPr id="5" name="Picture 4">
            <a:extLst>
              <a:ext uri="{FF2B5EF4-FFF2-40B4-BE49-F238E27FC236}">
                <a16:creationId xmlns:a16="http://schemas.microsoft.com/office/drawing/2014/main" id="{A9260622-FD9D-B9AD-C56C-6DB84142490E}"/>
              </a:ext>
            </a:extLst>
          </p:cNvPr>
          <p:cNvPicPr>
            <a:picLocks noChangeAspect="1"/>
          </p:cNvPicPr>
          <p:nvPr/>
        </p:nvPicPr>
        <p:blipFill>
          <a:blip r:embed="rId2"/>
          <a:stretch>
            <a:fillRect/>
          </a:stretch>
        </p:blipFill>
        <p:spPr>
          <a:xfrm>
            <a:off x="6144253" y="1706554"/>
            <a:ext cx="5556931" cy="4198690"/>
          </a:xfrm>
          <a:prstGeom prst="rect">
            <a:avLst/>
          </a:prstGeom>
        </p:spPr>
      </p:pic>
    </p:spTree>
    <p:extLst>
      <p:ext uri="{BB962C8B-B14F-4D97-AF65-F5344CB8AC3E}">
        <p14:creationId xmlns:p14="http://schemas.microsoft.com/office/powerpoint/2010/main" val="15180299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008B8-7465-4F73-ADAC-E7648E6740CB}"/>
              </a:ext>
            </a:extLst>
          </p:cNvPr>
          <p:cNvSpPr>
            <a:spLocks noGrp="1"/>
          </p:cNvSpPr>
          <p:nvPr>
            <p:ph type="title"/>
          </p:nvPr>
        </p:nvSpPr>
        <p:spPr/>
        <p:txBody>
          <a:bodyPr/>
          <a:lstStyle/>
          <a:p>
            <a:r>
              <a:rPr lang="en-US" dirty="0"/>
              <a:t>Engage</a:t>
            </a:r>
          </a:p>
        </p:txBody>
      </p:sp>
      <p:sp>
        <p:nvSpPr>
          <p:cNvPr id="6" name="TextBox 5">
            <a:extLst>
              <a:ext uri="{FF2B5EF4-FFF2-40B4-BE49-F238E27FC236}">
                <a16:creationId xmlns:a16="http://schemas.microsoft.com/office/drawing/2014/main" id="{16FD5095-03A3-3CD6-4F38-C1F7B4FD6D59}"/>
              </a:ext>
            </a:extLst>
          </p:cNvPr>
          <p:cNvSpPr txBox="1"/>
          <p:nvPr/>
        </p:nvSpPr>
        <p:spPr>
          <a:xfrm>
            <a:off x="9513736" y="1487715"/>
            <a:ext cx="1606550" cy="1754326"/>
          </a:xfrm>
          <a:prstGeom prst="rect">
            <a:avLst/>
          </a:prstGeom>
          <a:noFill/>
        </p:spPr>
        <p:txBody>
          <a:bodyPr wrap="square" rtlCol="0">
            <a:spAutoFit/>
          </a:bodyPr>
          <a:lstStyle/>
          <a:p>
            <a:r>
              <a:rPr lang="en-US" b="1" dirty="0">
                <a:highlight>
                  <a:srgbClr val="FFFF00"/>
                </a:highlight>
              </a:rPr>
              <a:t>What geologic features would we find where these plates meet (at their boundaries)? </a:t>
            </a:r>
          </a:p>
        </p:txBody>
      </p:sp>
      <p:pic>
        <p:nvPicPr>
          <p:cNvPr id="7" name="Picture 6">
            <a:extLst>
              <a:ext uri="{FF2B5EF4-FFF2-40B4-BE49-F238E27FC236}">
                <a16:creationId xmlns:a16="http://schemas.microsoft.com/office/drawing/2014/main" id="{F3AAC5AA-A1A9-79CA-323E-1A205B936432}"/>
              </a:ext>
            </a:extLst>
          </p:cNvPr>
          <p:cNvPicPr>
            <a:picLocks noChangeAspect="1"/>
          </p:cNvPicPr>
          <p:nvPr/>
        </p:nvPicPr>
        <p:blipFill>
          <a:blip r:embed="rId2"/>
          <a:stretch>
            <a:fillRect/>
          </a:stretch>
        </p:blipFill>
        <p:spPr>
          <a:xfrm>
            <a:off x="9211113" y="5067042"/>
            <a:ext cx="2370318" cy="1790958"/>
          </a:xfrm>
          <a:prstGeom prst="rect">
            <a:avLst/>
          </a:prstGeom>
        </p:spPr>
      </p:pic>
      <p:pic>
        <p:nvPicPr>
          <p:cNvPr id="2050" name="Picture 2" descr="7 Major Tectonic Plates: The World's Largest Plate Tectonics - Earth How">
            <a:extLst>
              <a:ext uri="{FF2B5EF4-FFF2-40B4-BE49-F238E27FC236}">
                <a16:creationId xmlns:a16="http://schemas.microsoft.com/office/drawing/2014/main" id="{5041D624-A839-74A4-3537-0EBCDD6AD9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4863" y="1385163"/>
            <a:ext cx="8096250" cy="4781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1569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F75FD4E2-6DF2-99AA-C69C-C55DCD59D93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9277DEE-AB3F-12D3-0FBE-2B92A33EB3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4197CFD9-28DB-D2ED-0CC8-44A8CEE7A0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653438" cy="6858000"/>
          </a:xfrm>
          <a:custGeom>
            <a:avLst/>
            <a:gdLst>
              <a:gd name="connsiteX0" fmla="*/ 0 w 6096000"/>
              <a:gd name="connsiteY0" fmla="*/ 0 h 6858000"/>
              <a:gd name="connsiteX1" fmla="*/ 5567517 w 6096000"/>
              <a:gd name="connsiteY1" fmla="*/ 0 h 6858000"/>
              <a:gd name="connsiteX2" fmla="*/ 5566938 w 6096000"/>
              <a:gd name="connsiteY2" fmla="*/ 1705 h 6858000"/>
              <a:gd name="connsiteX3" fmla="*/ 5551594 w 6096000"/>
              <a:gd name="connsiteY3" fmla="*/ 17287 h 6858000"/>
              <a:gd name="connsiteX4" fmla="*/ 5545641 w 6096000"/>
              <a:gd name="connsiteY4" fmla="*/ 130336 h 6858000"/>
              <a:gd name="connsiteX5" fmla="*/ 5538289 w 6096000"/>
              <a:gd name="connsiteY5" fmla="*/ 187093 h 6858000"/>
              <a:gd name="connsiteX6" fmla="*/ 5545790 w 6096000"/>
              <a:gd name="connsiteY6" fmla="*/ 265704 h 6858000"/>
              <a:gd name="connsiteX7" fmla="*/ 5542313 w 6096000"/>
              <a:gd name="connsiteY7" fmla="*/ 354566 h 6858000"/>
              <a:gd name="connsiteX8" fmla="*/ 5524126 w 6096000"/>
              <a:gd name="connsiteY8" fmla="*/ 472000 h 6858000"/>
              <a:gd name="connsiteX9" fmla="*/ 5522170 w 6096000"/>
              <a:gd name="connsiteY9" fmla="*/ 473782 h 6858000"/>
              <a:gd name="connsiteX10" fmla="*/ 5521798 w 6096000"/>
              <a:gd name="connsiteY10" fmla="*/ 491380 h 6858000"/>
              <a:gd name="connsiteX11" fmla="*/ 5536419 w 6096000"/>
              <a:gd name="connsiteY11" fmla="*/ 531675 h 6858000"/>
              <a:gd name="connsiteX12" fmla="*/ 5533435 w 6096000"/>
              <a:gd name="connsiteY12" fmla="*/ 536015 h 6858000"/>
              <a:gd name="connsiteX13" fmla="*/ 5538088 w 6096000"/>
              <a:gd name="connsiteY13" fmla="*/ 572092 h 6858000"/>
              <a:gd name="connsiteX14" fmla="*/ 5536061 w 6096000"/>
              <a:gd name="connsiteY14" fmla="*/ 572511 h 6858000"/>
              <a:gd name="connsiteX15" fmla="*/ 5528218 w 6096000"/>
              <a:gd name="connsiteY15" fmla="*/ 582332 h 6858000"/>
              <a:gd name="connsiteX16" fmla="*/ 5518011 w 6096000"/>
              <a:gd name="connsiteY16" fmla="*/ 601285 h 6858000"/>
              <a:gd name="connsiteX17" fmla="*/ 5473174 w 6096000"/>
              <a:gd name="connsiteY17" fmla="*/ 681608 h 6858000"/>
              <a:gd name="connsiteX18" fmla="*/ 5472963 w 6096000"/>
              <a:gd name="connsiteY18" fmla="*/ 689151 h 6858000"/>
              <a:gd name="connsiteX19" fmla="*/ 5472485 w 6096000"/>
              <a:gd name="connsiteY19" fmla="*/ 689289 h 6858000"/>
              <a:gd name="connsiteX20" fmla="*/ 5471326 w 6096000"/>
              <a:gd name="connsiteY20" fmla="*/ 697222 h 6858000"/>
              <a:gd name="connsiteX21" fmla="*/ 5472164 w 6096000"/>
              <a:gd name="connsiteY21" fmla="*/ 717531 h 6858000"/>
              <a:gd name="connsiteX22" fmla="*/ 5468891 w 6096000"/>
              <a:gd name="connsiteY22" fmla="*/ 722494 h 6858000"/>
              <a:gd name="connsiteX23" fmla="*/ 5463081 w 6096000"/>
              <a:gd name="connsiteY23" fmla="*/ 724368 h 6858000"/>
              <a:gd name="connsiteX24" fmla="*/ 5446981 w 6096000"/>
              <a:gd name="connsiteY24" fmla="*/ 752692 h 6858000"/>
              <a:gd name="connsiteX25" fmla="*/ 5417190 w 6096000"/>
              <a:gd name="connsiteY25" fmla="*/ 816346 h 6858000"/>
              <a:gd name="connsiteX26" fmla="*/ 5388958 w 6096000"/>
              <a:gd name="connsiteY26" fmla="*/ 889417 h 6858000"/>
              <a:gd name="connsiteX27" fmla="*/ 5307044 w 6096000"/>
              <a:gd name="connsiteY27" fmla="*/ 1063288 h 6858000"/>
              <a:gd name="connsiteX28" fmla="*/ 5303837 w 6096000"/>
              <a:gd name="connsiteY28" fmla="*/ 1157176 h 6858000"/>
              <a:gd name="connsiteX29" fmla="*/ 5286494 w 6096000"/>
              <a:gd name="connsiteY29" fmla="*/ 1210776 h 6858000"/>
              <a:gd name="connsiteX30" fmla="*/ 5282463 w 6096000"/>
              <a:gd name="connsiteY30" fmla="*/ 1301993 h 6858000"/>
              <a:gd name="connsiteX31" fmla="*/ 5252235 w 6096000"/>
              <a:gd name="connsiteY31" fmla="*/ 1360879 h 6858000"/>
              <a:gd name="connsiteX32" fmla="*/ 5244497 w 6096000"/>
              <a:gd name="connsiteY32" fmla="*/ 1404045 h 6858000"/>
              <a:gd name="connsiteX33" fmla="*/ 5223823 w 6096000"/>
              <a:gd name="connsiteY33" fmla="*/ 1429568 h 6858000"/>
              <a:gd name="connsiteX34" fmla="*/ 5224851 w 6096000"/>
              <a:gd name="connsiteY34" fmla="*/ 1430305 h 6858000"/>
              <a:gd name="connsiteX35" fmla="*/ 5212394 w 6096000"/>
              <a:gd name="connsiteY35" fmla="*/ 1463304 h 6858000"/>
              <a:gd name="connsiteX36" fmla="*/ 5209958 w 6096000"/>
              <a:gd name="connsiteY36" fmla="*/ 1514846 h 6858000"/>
              <a:gd name="connsiteX37" fmla="*/ 5206417 w 6096000"/>
              <a:gd name="connsiteY37" fmla="*/ 1519731 h 6858000"/>
              <a:gd name="connsiteX38" fmla="*/ 5206640 w 6096000"/>
              <a:gd name="connsiteY38" fmla="*/ 1519929 h 6858000"/>
              <a:gd name="connsiteX39" fmla="*/ 5207632 w 6096000"/>
              <a:gd name="connsiteY39" fmla="*/ 1546022 h 6858000"/>
              <a:gd name="connsiteX40" fmla="*/ 5212030 w 6096000"/>
              <a:gd name="connsiteY40" fmla="*/ 1578752 h 6858000"/>
              <a:gd name="connsiteX41" fmla="*/ 5203533 w 6096000"/>
              <a:gd name="connsiteY41" fmla="*/ 1647555 h 6858000"/>
              <a:gd name="connsiteX42" fmla="*/ 5190877 w 6096000"/>
              <a:gd name="connsiteY42" fmla="*/ 1715685 h 6858000"/>
              <a:gd name="connsiteX43" fmla="*/ 5184235 w 6096000"/>
              <a:gd name="connsiteY43" fmla="*/ 1740358 h 6858000"/>
              <a:gd name="connsiteX44" fmla="*/ 5181475 w 6096000"/>
              <a:gd name="connsiteY44" fmla="*/ 1784314 h 6858000"/>
              <a:gd name="connsiteX45" fmla="*/ 5185845 w 6096000"/>
              <a:gd name="connsiteY45" fmla="*/ 1804434 h 6858000"/>
              <a:gd name="connsiteX46" fmla="*/ 5185068 w 6096000"/>
              <a:gd name="connsiteY46" fmla="*/ 1805316 h 6858000"/>
              <a:gd name="connsiteX47" fmla="*/ 5188593 w 6096000"/>
              <a:gd name="connsiteY47" fmla="*/ 1807109 h 6858000"/>
              <a:gd name="connsiteX48" fmla="*/ 5185920 w 6096000"/>
              <a:gd name="connsiteY48" fmla="*/ 1821003 h 6858000"/>
              <a:gd name="connsiteX49" fmla="*/ 5183543 w 6096000"/>
              <a:gd name="connsiteY49" fmla="*/ 1824832 h 6858000"/>
              <a:gd name="connsiteX50" fmla="*/ 5182235 w 6096000"/>
              <a:gd name="connsiteY50" fmla="*/ 1830429 h 6858000"/>
              <a:gd name="connsiteX51" fmla="*/ 5182525 w 6096000"/>
              <a:gd name="connsiteY51" fmla="*/ 1830569 h 6858000"/>
              <a:gd name="connsiteX52" fmla="*/ 5180663 w 6096000"/>
              <a:gd name="connsiteY52" fmla="*/ 1835810 h 6858000"/>
              <a:gd name="connsiteX53" fmla="*/ 5167452 w 6096000"/>
              <a:gd name="connsiteY53" fmla="*/ 1861483 h 6858000"/>
              <a:gd name="connsiteX54" fmla="*/ 5174266 w 6096000"/>
              <a:gd name="connsiteY54" fmla="*/ 1892417 h 6858000"/>
              <a:gd name="connsiteX55" fmla="*/ 5189262 w 6096000"/>
              <a:gd name="connsiteY55" fmla="*/ 1895114 h 6858000"/>
              <a:gd name="connsiteX56" fmla="*/ 5187100 w 6096000"/>
              <a:gd name="connsiteY56" fmla="*/ 1899379 h 6858000"/>
              <a:gd name="connsiteX57" fmla="*/ 5180471 w 6096000"/>
              <a:gd name="connsiteY57" fmla="*/ 1907867 h 6858000"/>
              <a:gd name="connsiteX58" fmla="*/ 5181361 w 6096000"/>
              <a:gd name="connsiteY58" fmla="*/ 1910265 h 6858000"/>
              <a:gd name="connsiteX59" fmla="*/ 5178268 w 6096000"/>
              <a:gd name="connsiteY59" fmla="*/ 1935584 h 6858000"/>
              <a:gd name="connsiteX60" fmla="*/ 5183619 w 6096000"/>
              <a:gd name="connsiteY60" fmla="*/ 1942021 h 6858000"/>
              <a:gd name="connsiteX61" fmla="*/ 5184480 w 6096000"/>
              <a:gd name="connsiteY61" fmla="*/ 1945112 h 6858000"/>
              <a:gd name="connsiteX62" fmla="*/ 5172776 w 6096000"/>
              <a:gd name="connsiteY62" fmla="*/ 1961162 h 6858000"/>
              <a:gd name="connsiteX63" fmla="*/ 5168513 w 6096000"/>
              <a:gd name="connsiteY63" fmla="*/ 1969445 h 6858000"/>
              <a:gd name="connsiteX64" fmla="*/ 5126597 w 6096000"/>
              <a:gd name="connsiteY64" fmla="*/ 2024270 h 6858000"/>
              <a:gd name="connsiteX65" fmla="*/ 5119528 w 6096000"/>
              <a:gd name="connsiteY65" fmla="*/ 2107942 h 6858000"/>
              <a:gd name="connsiteX66" fmla="*/ 5110356 w 6096000"/>
              <a:gd name="connsiteY66" fmla="*/ 2193455 h 6858000"/>
              <a:gd name="connsiteX67" fmla="*/ 5104992 w 6096000"/>
              <a:gd name="connsiteY67" fmla="*/ 2260088 h 6858000"/>
              <a:gd name="connsiteX68" fmla="*/ 5059439 w 6096000"/>
              <a:gd name="connsiteY68" fmla="*/ 2335735 h 6858000"/>
              <a:gd name="connsiteX69" fmla="*/ 5022061 w 6096000"/>
              <a:gd name="connsiteY69" fmla="*/ 2408995 h 6858000"/>
              <a:gd name="connsiteX70" fmla="*/ 5022253 w 6096000"/>
              <a:gd name="connsiteY70" fmla="*/ 2445869 h 6858000"/>
              <a:gd name="connsiteX71" fmla="*/ 5011426 w 6096000"/>
              <a:gd name="connsiteY71" fmla="*/ 2496499 h 6858000"/>
              <a:gd name="connsiteX72" fmla="*/ 4994224 w 6096000"/>
              <a:gd name="connsiteY72" fmla="*/ 2549900 h 6858000"/>
              <a:gd name="connsiteX73" fmla="*/ 4995245 w 6096000"/>
              <a:gd name="connsiteY73" fmla="*/ 2596456 h 6858000"/>
              <a:gd name="connsiteX74" fmla="*/ 4988570 w 6096000"/>
              <a:gd name="connsiteY74" fmla="*/ 2606088 h 6858000"/>
              <a:gd name="connsiteX75" fmla="*/ 4988371 w 6096000"/>
              <a:gd name="connsiteY75" fmla="*/ 2635351 h 6858000"/>
              <a:gd name="connsiteX76" fmla="*/ 4983212 w 6096000"/>
              <a:gd name="connsiteY76" fmla="*/ 2665666 h 6858000"/>
              <a:gd name="connsiteX77" fmla="*/ 4968234 w 6096000"/>
              <a:gd name="connsiteY77" fmla="*/ 2715895 h 6858000"/>
              <a:gd name="connsiteX78" fmla="*/ 4975888 w 6096000"/>
              <a:gd name="connsiteY78" fmla="*/ 2725052 h 6858000"/>
              <a:gd name="connsiteX79" fmla="*/ 4980195 w 6096000"/>
              <a:gd name="connsiteY79" fmla="*/ 2726489 h 6858000"/>
              <a:gd name="connsiteX80" fmla="*/ 4976218 w 6096000"/>
              <a:gd name="connsiteY80" fmla="*/ 2740278 h 6858000"/>
              <a:gd name="connsiteX81" fmla="*/ 4980571 w 6096000"/>
              <a:gd name="connsiteY81" fmla="*/ 2751112 h 6858000"/>
              <a:gd name="connsiteX82" fmla="*/ 4973893 w 6096000"/>
              <a:gd name="connsiteY82" fmla="*/ 2760208 h 6858000"/>
              <a:gd name="connsiteX83" fmla="*/ 4979005 w 6096000"/>
              <a:gd name="connsiteY83" fmla="*/ 2790136 h 6858000"/>
              <a:gd name="connsiteX84" fmla="*/ 4986137 w 6096000"/>
              <a:gd name="connsiteY84" fmla="*/ 2804183 h 6858000"/>
              <a:gd name="connsiteX85" fmla="*/ 4986175 w 6096000"/>
              <a:gd name="connsiteY85" fmla="*/ 2825860 h 6858000"/>
              <a:gd name="connsiteX86" fmla="*/ 4993936 w 6096000"/>
              <a:gd name="connsiteY86" fmla="*/ 2911749 h 6858000"/>
              <a:gd name="connsiteX87" fmla="*/ 4992563 w 6096000"/>
              <a:gd name="connsiteY87" fmla="*/ 2977278 h 6858000"/>
              <a:gd name="connsiteX88" fmla="*/ 4980516 w 6096000"/>
              <a:gd name="connsiteY88" fmla="*/ 2991092 h 6858000"/>
              <a:gd name="connsiteX89" fmla="*/ 4992801 w 6096000"/>
              <a:gd name="connsiteY89" fmla="*/ 3020247 h 6858000"/>
              <a:gd name="connsiteX90" fmla="*/ 5014805 w 6096000"/>
              <a:gd name="connsiteY90" fmla="*/ 3065434 h 6858000"/>
              <a:gd name="connsiteX91" fmla="*/ 5002733 w 6096000"/>
              <a:gd name="connsiteY91" fmla="*/ 3103777 h 6858000"/>
              <a:gd name="connsiteX92" fmla="*/ 5002941 w 6096000"/>
              <a:gd name="connsiteY92" fmla="*/ 3151828 h 6858000"/>
              <a:gd name="connsiteX93" fmla="*/ 5002883 w 6096000"/>
              <a:gd name="connsiteY93" fmla="*/ 3180546 h 6858000"/>
              <a:gd name="connsiteX94" fmla="*/ 5016711 w 6096000"/>
              <a:gd name="connsiteY94" fmla="*/ 3258677 h 6858000"/>
              <a:gd name="connsiteX95" fmla="*/ 5017918 w 6096000"/>
              <a:gd name="connsiteY95" fmla="*/ 3262610 h 6858000"/>
              <a:gd name="connsiteX96" fmla="*/ 5011672 w 6096000"/>
              <a:gd name="connsiteY96" fmla="*/ 3277179 h 6858000"/>
              <a:gd name="connsiteX97" fmla="*/ 5009344 w 6096000"/>
              <a:gd name="connsiteY97" fmla="*/ 3278130 h 6858000"/>
              <a:gd name="connsiteX98" fmla="*/ 5026770 w 6096000"/>
              <a:gd name="connsiteY98" fmla="*/ 3325671 h 6858000"/>
              <a:gd name="connsiteX99" fmla="*/ 5024571 w 6096000"/>
              <a:gd name="connsiteY99" fmla="*/ 3332072 h 6858000"/>
              <a:gd name="connsiteX100" fmla="*/ 5041705 w 6096000"/>
              <a:gd name="connsiteY100" fmla="*/ 3362948 h 6858000"/>
              <a:gd name="connsiteX101" fmla="*/ 5047477 w 6096000"/>
              <a:gd name="connsiteY101" fmla="*/ 3378959 h 6858000"/>
              <a:gd name="connsiteX102" fmla="*/ 5060758 w 6096000"/>
              <a:gd name="connsiteY102" fmla="*/ 3407057 h 6858000"/>
              <a:gd name="connsiteX103" fmla="*/ 5058968 w 6096000"/>
              <a:gd name="connsiteY103" fmla="*/ 3409825 h 6858000"/>
              <a:gd name="connsiteX104" fmla="*/ 5062667 w 6096000"/>
              <a:gd name="connsiteY104" fmla="*/ 3415218 h 6858000"/>
              <a:gd name="connsiteX105" fmla="*/ 5060928 w 6096000"/>
              <a:gd name="connsiteY105" fmla="*/ 3419880 h 6858000"/>
              <a:gd name="connsiteX106" fmla="*/ 5062923 w 6096000"/>
              <a:gd name="connsiteY106" fmla="*/ 3424545 h 6858000"/>
              <a:gd name="connsiteX107" fmla="*/ 5064623 w 6096000"/>
              <a:gd name="connsiteY107" fmla="*/ 3476412 h 6858000"/>
              <a:gd name="connsiteX108" fmla="*/ 5069684 w 6096000"/>
              <a:gd name="connsiteY108" fmla="*/ 3486850 h 6858000"/>
              <a:gd name="connsiteX109" fmla="*/ 5063339 w 6096000"/>
              <a:gd name="connsiteY109" fmla="*/ 3496391 h 6858000"/>
              <a:gd name="connsiteX110" fmla="*/ 5070139 w 6096000"/>
              <a:gd name="connsiteY110" fmla="*/ 3531201 h 6858000"/>
              <a:gd name="connsiteX111" fmla="*/ 5079896 w 6096000"/>
              <a:gd name="connsiteY111" fmla="*/ 3542019 h 6858000"/>
              <a:gd name="connsiteX112" fmla="*/ 5087540 w 6096000"/>
              <a:gd name="connsiteY112" fmla="*/ 3552249 h 6858000"/>
              <a:gd name="connsiteX113" fmla="*/ 5087902 w 6096000"/>
              <a:gd name="connsiteY113" fmla="*/ 3553678 h 6858000"/>
              <a:gd name="connsiteX114" fmla="*/ 5091509 w 6096000"/>
              <a:gd name="connsiteY114" fmla="*/ 3568021 h 6858000"/>
              <a:gd name="connsiteX115" fmla="*/ 5091934 w 6096000"/>
              <a:gd name="connsiteY115" fmla="*/ 3569719 h 6858000"/>
              <a:gd name="connsiteX116" fmla="*/ 5089362 w 6096000"/>
              <a:gd name="connsiteY116" fmla="*/ 3586412 h 6858000"/>
              <a:gd name="connsiteX117" fmla="*/ 5092358 w 6096000"/>
              <a:gd name="connsiteY117" fmla="*/ 3597336 h 6858000"/>
              <a:gd name="connsiteX118" fmla="*/ 5084254 w 6096000"/>
              <a:gd name="connsiteY118" fmla="*/ 3606007 h 6858000"/>
              <a:gd name="connsiteX119" fmla="*/ 5084281 w 6096000"/>
              <a:gd name="connsiteY119" fmla="*/ 3641228 h 6858000"/>
              <a:gd name="connsiteX120" fmla="*/ 5091848 w 6096000"/>
              <a:gd name="connsiteY120" fmla="*/ 3653088 h 6858000"/>
              <a:gd name="connsiteX121" fmla="*/ 5097436 w 6096000"/>
              <a:gd name="connsiteY121" fmla="*/ 3664114 h 6858000"/>
              <a:gd name="connsiteX122" fmla="*/ 5097518 w 6096000"/>
              <a:gd name="connsiteY122" fmla="*/ 3665569 h 6858000"/>
              <a:gd name="connsiteX123" fmla="*/ 5099829 w 6096000"/>
              <a:gd name="connsiteY123" fmla="*/ 3707357 h 6858000"/>
              <a:gd name="connsiteX124" fmla="*/ 5114696 w 6096000"/>
              <a:gd name="connsiteY124" fmla="*/ 3778166 h 6858000"/>
              <a:gd name="connsiteX125" fmla="*/ 5135379 w 6096000"/>
              <a:gd name="connsiteY125" fmla="*/ 3878222 h 6858000"/>
              <a:gd name="connsiteX126" fmla="*/ 5130138 w 6096000"/>
              <a:gd name="connsiteY126" fmla="*/ 4048117 h 6858000"/>
              <a:gd name="connsiteX127" fmla="*/ 5090040 w 6096000"/>
              <a:gd name="connsiteY127" fmla="*/ 4219510 h 6858000"/>
              <a:gd name="connsiteX128" fmla="*/ 5092812 w 6096000"/>
              <a:gd name="connsiteY128" fmla="*/ 4411258 h 6858000"/>
              <a:gd name="connsiteX129" fmla="*/ 5084599 w 6096000"/>
              <a:gd name="connsiteY129" fmla="*/ 4488531 h 6858000"/>
              <a:gd name="connsiteX130" fmla="*/ 5084072 w 6096000"/>
              <a:gd name="connsiteY130" fmla="*/ 4539168 h 6858000"/>
              <a:gd name="connsiteX131" fmla="*/ 5068936 w 6096000"/>
              <a:gd name="connsiteY131" fmla="*/ 4625153 h 6858000"/>
              <a:gd name="connsiteX132" fmla="*/ 5059114 w 6096000"/>
              <a:gd name="connsiteY132" fmla="*/ 4733115 h 6858000"/>
              <a:gd name="connsiteX133" fmla="*/ 5037209 w 6096000"/>
              <a:gd name="connsiteY133" fmla="*/ 4844323 h 6858000"/>
              <a:gd name="connsiteX134" fmla="*/ 5020638 w 6096000"/>
              <a:gd name="connsiteY134" fmla="*/ 4877992 h 6858000"/>
              <a:gd name="connsiteX135" fmla="*/ 5006413 w 6096000"/>
              <a:gd name="connsiteY135" fmla="*/ 4925805 h 6858000"/>
              <a:gd name="connsiteX136" fmla="*/ 4971037 w 6096000"/>
              <a:gd name="connsiteY136" fmla="*/ 5009272 h 6858000"/>
              <a:gd name="connsiteX137" fmla="*/ 4963105 w 6096000"/>
              <a:gd name="connsiteY137" fmla="*/ 5111369 h 6858000"/>
              <a:gd name="connsiteX138" fmla="*/ 4976341 w 6096000"/>
              <a:gd name="connsiteY138" fmla="*/ 5210876 h 6858000"/>
              <a:gd name="connsiteX139" fmla="*/ 4980617 w 6096000"/>
              <a:gd name="connsiteY139" fmla="*/ 5269726 h 6858000"/>
              <a:gd name="connsiteX140" fmla="*/ 4997733 w 6096000"/>
              <a:gd name="connsiteY140" fmla="*/ 5464225 h 6858000"/>
              <a:gd name="connsiteX141" fmla="*/ 5001400 w 6096000"/>
              <a:gd name="connsiteY141" fmla="*/ 5594585 h 6858000"/>
              <a:gd name="connsiteX142" fmla="*/ 4983700 w 6096000"/>
              <a:gd name="connsiteY142" fmla="*/ 5667896 h 6858000"/>
              <a:gd name="connsiteX143" fmla="*/ 4968506 w 6096000"/>
              <a:gd name="connsiteY143" fmla="*/ 5769225 h 6858000"/>
              <a:gd name="connsiteX144" fmla="*/ 4969765 w 6096000"/>
              <a:gd name="connsiteY144" fmla="*/ 5823324 h 6858000"/>
              <a:gd name="connsiteX145" fmla="*/ 4966129 w 6096000"/>
              <a:gd name="connsiteY145" fmla="*/ 5862699 h 6858000"/>
              <a:gd name="connsiteX146" fmla="*/ 4970695 w 6096000"/>
              <a:gd name="connsiteY146" fmla="*/ 5906467 h 6858000"/>
              <a:gd name="connsiteX147" fmla="*/ 4991568 w 6096000"/>
              <a:gd name="connsiteY147" fmla="*/ 5939847 h 6858000"/>
              <a:gd name="connsiteX148" fmla="*/ 4986815 w 6096000"/>
              <a:gd name="connsiteY148" fmla="*/ 5973994 h 6858000"/>
              <a:gd name="connsiteX149" fmla="*/ 4987776 w 6096000"/>
              <a:gd name="connsiteY149" fmla="*/ 6089693 h 6858000"/>
              <a:gd name="connsiteX150" fmla="*/ 4991621 w 6096000"/>
              <a:gd name="connsiteY150" fmla="*/ 6224938 h 6858000"/>
              <a:gd name="connsiteX151" fmla="*/ 5017157 w 6096000"/>
              <a:gd name="connsiteY151" fmla="*/ 6370251 h 6858000"/>
              <a:gd name="connsiteX152" fmla="*/ 5040797 w 6096000"/>
              <a:gd name="connsiteY152" fmla="*/ 6541313 h 6858000"/>
              <a:gd name="connsiteX153" fmla="*/ 5045375 w 6096000"/>
              <a:gd name="connsiteY153" fmla="*/ 6640957 h 6858000"/>
              <a:gd name="connsiteX154" fmla="*/ 5058442 w 6096000"/>
              <a:gd name="connsiteY154" fmla="*/ 6705297 h 6858000"/>
              <a:gd name="connsiteX155" fmla="*/ 5071125 w 6096000"/>
              <a:gd name="connsiteY155" fmla="*/ 6759582 h 6858000"/>
              <a:gd name="connsiteX156" fmla="*/ 5069172 w 6096000"/>
              <a:gd name="connsiteY156" fmla="*/ 6817746 h 6858000"/>
              <a:gd name="connsiteX157" fmla="*/ 5072322 w 6096000"/>
              <a:gd name="connsiteY157" fmla="*/ 6843646 h 6858000"/>
              <a:gd name="connsiteX158" fmla="*/ 5091388 w 6096000"/>
              <a:gd name="connsiteY158" fmla="*/ 6857998 h 6858000"/>
              <a:gd name="connsiteX159" fmla="*/ 6096000 w 6096000"/>
              <a:gd name="connsiteY159" fmla="*/ 6857998 h 6858000"/>
              <a:gd name="connsiteX160" fmla="*/ 6096000 w 6096000"/>
              <a:gd name="connsiteY160" fmla="*/ 6858000 h 6858000"/>
              <a:gd name="connsiteX161" fmla="*/ 0 w 6096000"/>
              <a:gd name="connsiteY16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Lst>
            <a:rect l="l" t="t" r="r" b="b"/>
            <a:pathLst>
              <a:path w="6096000" h="6858000">
                <a:moveTo>
                  <a:pt x="0" y="0"/>
                </a:moveTo>
                <a:lnTo>
                  <a:pt x="5567517" y="0"/>
                </a:lnTo>
                <a:lnTo>
                  <a:pt x="5566938" y="1705"/>
                </a:lnTo>
                <a:cubicBezTo>
                  <a:pt x="5563126" y="8440"/>
                  <a:pt x="5558112" y="13784"/>
                  <a:pt x="5551594" y="17287"/>
                </a:cubicBezTo>
                <a:cubicBezTo>
                  <a:pt x="5562364" y="82036"/>
                  <a:pt x="5510349" y="69804"/>
                  <a:pt x="5545641" y="130336"/>
                </a:cubicBezTo>
                <a:cubicBezTo>
                  <a:pt x="5526953" y="117589"/>
                  <a:pt x="5536978" y="162458"/>
                  <a:pt x="5538289" y="187093"/>
                </a:cubicBezTo>
                <a:cubicBezTo>
                  <a:pt x="5536205" y="226511"/>
                  <a:pt x="5545722" y="205530"/>
                  <a:pt x="5545790" y="265704"/>
                </a:cubicBezTo>
                <a:cubicBezTo>
                  <a:pt x="5542296" y="317533"/>
                  <a:pt x="5543813" y="325288"/>
                  <a:pt x="5542313" y="354566"/>
                </a:cubicBezTo>
                <a:lnTo>
                  <a:pt x="5524126" y="472000"/>
                </a:lnTo>
                <a:lnTo>
                  <a:pt x="5522170" y="473782"/>
                </a:lnTo>
                <a:cubicBezTo>
                  <a:pt x="5517847" y="482008"/>
                  <a:pt x="5518682" y="487340"/>
                  <a:pt x="5521798" y="491380"/>
                </a:cubicBezTo>
                <a:lnTo>
                  <a:pt x="5536419" y="531675"/>
                </a:lnTo>
                <a:lnTo>
                  <a:pt x="5533435" y="536015"/>
                </a:lnTo>
                <a:lnTo>
                  <a:pt x="5538088" y="572092"/>
                </a:lnTo>
                <a:lnTo>
                  <a:pt x="5536061" y="572511"/>
                </a:lnTo>
                <a:cubicBezTo>
                  <a:pt x="5531611" y="574271"/>
                  <a:pt x="5528529" y="577121"/>
                  <a:pt x="5528218" y="582332"/>
                </a:cubicBezTo>
                <a:cubicBezTo>
                  <a:pt x="5498002" y="573171"/>
                  <a:pt x="5516262" y="585107"/>
                  <a:pt x="5518011" y="601285"/>
                </a:cubicBezTo>
                <a:cubicBezTo>
                  <a:pt x="5508838" y="617831"/>
                  <a:pt x="5480684" y="666964"/>
                  <a:pt x="5473174" y="681608"/>
                </a:cubicBezTo>
                <a:cubicBezTo>
                  <a:pt x="5473102" y="684122"/>
                  <a:pt x="5473033" y="686637"/>
                  <a:pt x="5472963" y="689151"/>
                </a:cubicBezTo>
                <a:lnTo>
                  <a:pt x="5472485" y="689289"/>
                </a:lnTo>
                <a:cubicBezTo>
                  <a:pt x="5471434" y="690905"/>
                  <a:pt x="5470986" y="693376"/>
                  <a:pt x="5471326" y="697222"/>
                </a:cubicBezTo>
                <a:cubicBezTo>
                  <a:pt x="5471606" y="703992"/>
                  <a:pt x="5471884" y="710761"/>
                  <a:pt x="5472164" y="717531"/>
                </a:cubicBezTo>
                <a:lnTo>
                  <a:pt x="5468891" y="722494"/>
                </a:lnTo>
                <a:lnTo>
                  <a:pt x="5463081" y="724368"/>
                </a:lnTo>
                <a:lnTo>
                  <a:pt x="5446981" y="752692"/>
                </a:lnTo>
                <a:cubicBezTo>
                  <a:pt x="5454691" y="764380"/>
                  <a:pt x="5422719" y="808083"/>
                  <a:pt x="5417190" y="816346"/>
                </a:cubicBezTo>
                <a:lnTo>
                  <a:pt x="5388958" y="889417"/>
                </a:lnTo>
                <a:cubicBezTo>
                  <a:pt x="5320491" y="969963"/>
                  <a:pt x="5321907" y="1005331"/>
                  <a:pt x="5307044" y="1063288"/>
                </a:cubicBezTo>
                <a:cubicBezTo>
                  <a:pt x="5313332" y="1111028"/>
                  <a:pt x="5317096" y="1110140"/>
                  <a:pt x="5303837" y="1157176"/>
                </a:cubicBezTo>
                <a:cubicBezTo>
                  <a:pt x="5301103" y="1192124"/>
                  <a:pt x="5301884" y="1197232"/>
                  <a:pt x="5286494" y="1210776"/>
                </a:cubicBezTo>
                <a:lnTo>
                  <a:pt x="5282463" y="1301993"/>
                </a:lnTo>
                <a:lnTo>
                  <a:pt x="5252235" y="1360879"/>
                </a:lnTo>
                <a:lnTo>
                  <a:pt x="5244497" y="1404045"/>
                </a:lnTo>
                <a:lnTo>
                  <a:pt x="5223823" y="1429568"/>
                </a:lnTo>
                <a:lnTo>
                  <a:pt x="5224851" y="1430305"/>
                </a:lnTo>
                <a:cubicBezTo>
                  <a:pt x="5226697" y="1432466"/>
                  <a:pt x="5214738" y="1459891"/>
                  <a:pt x="5212394" y="1463304"/>
                </a:cubicBezTo>
                <a:cubicBezTo>
                  <a:pt x="5209912" y="1477394"/>
                  <a:pt x="5213027" y="1501295"/>
                  <a:pt x="5209958" y="1514846"/>
                </a:cubicBezTo>
                <a:lnTo>
                  <a:pt x="5206417" y="1519731"/>
                </a:lnTo>
                <a:lnTo>
                  <a:pt x="5206640" y="1519929"/>
                </a:lnTo>
                <a:cubicBezTo>
                  <a:pt x="5206490" y="1521210"/>
                  <a:pt x="5209710" y="1543635"/>
                  <a:pt x="5207632" y="1546022"/>
                </a:cubicBezTo>
                <a:lnTo>
                  <a:pt x="5212030" y="1578752"/>
                </a:lnTo>
                <a:cubicBezTo>
                  <a:pt x="5206147" y="1605585"/>
                  <a:pt x="5226381" y="1622803"/>
                  <a:pt x="5203533" y="1647555"/>
                </a:cubicBezTo>
                <a:cubicBezTo>
                  <a:pt x="5198128" y="1672675"/>
                  <a:pt x="5203213" y="1694404"/>
                  <a:pt x="5190877" y="1715685"/>
                </a:cubicBezTo>
                <a:cubicBezTo>
                  <a:pt x="5196815" y="1724301"/>
                  <a:pt x="5198098" y="1732435"/>
                  <a:pt x="5184235" y="1740358"/>
                </a:cubicBezTo>
                <a:cubicBezTo>
                  <a:pt x="5182625" y="1763793"/>
                  <a:pt x="5198368" y="1769422"/>
                  <a:pt x="5181475" y="1784314"/>
                </a:cubicBezTo>
                <a:cubicBezTo>
                  <a:pt x="5205987" y="1797417"/>
                  <a:pt x="5195246" y="1798221"/>
                  <a:pt x="5185845" y="1804434"/>
                </a:cubicBezTo>
                <a:lnTo>
                  <a:pt x="5185068" y="1805316"/>
                </a:lnTo>
                <a:lnTo>
                  <a:pt x="5188593" y="1807109"/>
                </a:lnTo>
                <a:lnTo>
                  <a:pt x="5185920" y="1821003"/>
                </a:lnTo>
                <a:lnTo>
                  <a:pt x="5183543" y="1824832"/>
                </a:lnTo>
                <a:cubicBezTo>
                  <a:pt x="5182284" y="1827468"/>
                  <a:pt x="5181937" y="1829219"/>
                  <a:pt x="5182235" y="1830429"/>
                </a:cubicBezTo>
                <a:lnTo>
                  <a:pt x="5182525" y="1830569"/>
                </a:lnTo>
                <a:lnTo>
                  <a:pt x="5180663" y="1835810"/>
                </a:lnTo>
                <a:cubicBezTo>
                  <a:pt x="5176779" y="1844665"/>
                  <a:pt x="5172297" y="1853278"/>
                  <a:pt x="5167452" y="1861483"/>
                </a:cubicBezTo>
                <a:cubicBezTo>
                  <a:pt x="5179827" y="1866643"/>
                  <a:pt x="5166788" y="1884999"/>
                  <a:pt x="5174266" y="1892417"/>
                </a:cubicBezTo>
                <a:lnTo>
                  <a:pt x="5189262" y="1895114"/>
                </a:lnTo>
                <a:lnTo>
                  <a:pt x="5187100" y="1899379"/>
                </a:lnTo>
                <a:lnTo>
                  <a:pt x="5180471" y="1907867"/>
                </a:lnTo>
                <a:cubicBezTo>
                  <a:pt x="5179609" y="1909162"/>
                  <a:pt x="5179647" y="1909994"/>
                  <a:pt x="5181361" y="1910265"/>
                </a:cubicBezTo>
                <a:cubicBezTo>
                  <a:pt x="5180995" y="1914884"/>
                  <a:pt x="5177893" y="1930292"/>
                  <a:pt x="5178268" y="1935584"/>
                </a:cubicBezTo>
                <a:lnTo>
                  <a:pt x="5183619" y="1942021"/>
                </a:lnTo>
                <a:lnTo>
                  <a:pt x="5184480" y="1945112"/>
                </a:lnTo>
                <a:lnTo>
                  <a:pt x="5172776" y="1961162"/>
                </a:lnTo>
                <a:lnTo>
                  <a:pt x="5168513" y="1969445"/>
                </a:lnTo>
                <a:lnTo>
                  <a:pt x="5126597" y="2024270"/>
                </a:lnTo>
                <a:lnTo>
                  <a:pt x="5119528" y="2107942"/>
                </a:lnTo>
                <a:cubicBezTo>
                  <a:pt x="5089290" y="2138038"/>
                  <a:pt x="5110415" y="2159228"/>
                  <a:pt x="5110356" y="2193455"/>
                </a:cubicBezTo>
                <a:cubicBezTo>
                  <a:pt x="5101302" y="2220953"/>
                  <a:pt x="5110381" y="2224200"/>
                  <a:pt x="5104992" y="2260088"/>
                </a:cubicBezTo>
                <a:cubicBezTo>
                  <a:pt x="5096504" y="2291744"/>
                  <a:pt x="5078225" y="2299003"/>
                  <a:pt x="5059439" y="2335735"/>
                </a:cubicBezTo>
                <a:cubicBezTo>
                  <a:pt x="5029465" y="2329020"/>
                  <a:pt x="5058046" y="2407546"/>
                  <a:pt x="5022061" y="2408995"/>
                </a:cubicBezTo>
                <a:cubicBezTo>
                  <a:pt x="5023289" y="2413465"/>
                  <a:pt x="5019654" y="2441580"/>
                  <a:pt x="5022253" y="2445869"/>
                </a:cubicBezTo>
                <a:cubicBezTo>
                  <a:pt x="5022440" y="2449625"/>
                  <a:pt x="5011241" y="2492743"/>
                  <a:pt x="5011426" y="2496499"/>
                </a:cubicBezTo>
                <a:lnTo>
                  <a:pt x="4994224" y="2549900"/>
                </a:lnTo>
                <a:cubicBezTo>
                  <a:pt x="4992353" y="2564757"/>
                  <a:pt x="4998952" y="2582253"/>
                  <a:pt x="4995245" y="2596456"/>
                </a:cubicBezTo>
                <a:lnTo>
                  <a:pt x="4988570" y="2606088"/>
                </a:lnTo>
                <a:cubicBezTo>
                  <a:pt x="4988504" y="2615842"/>
                  <a:pt x="4988436" y="2625597"/>
                  <a:pt x="4988371" y="2635351"/>
                </a:cubicBezTo>
                <a:lnTo>
                  <a:pt x="4983212" y="2665666"/>
                </a:lnTo>
                <a:lnTo>
                  <a:pt x="4968234" y="2715895"/>
                </a:lnTo>
                <a:lnTo>
                  <a:pt x="4975888" y="2725052"/>
                </a:lnTo>
                <a:lnTo>
                  <a:pt x="4980195" y="2726489"/>
                </a:lnTo>
                <a:lnTo>
                  <a:pt x="4976218" y="2740278"/>
                </a:lnTo>
                <a:lnTo>
                  <a:pt x="4980571" y="2751112"/>
                </a:lnTo>
                <a:lnTo>
                  <a:pt x="4973893" y="2760208"/>
                </a:lnTo>
                <a:lnTo>
                  <a:pt x="4979005" y="2790136"/>
                </a:lnTo>
                <a:lnTo>
                  <a:pt x="4986137" y="2804183"/>
                </a:lnTo>
                <a:cubicBezTo>
                  <a:pt x="4986150" y="2811409"/>
                  <a:pt x="4986162" y="2818634"/>
                  <a:pt x="4986175" y="2825860"/>
                </a:cubicBezTo>
                <a:cubicBezTo>
                  <a:pt x="4987474" y="2843788"/>
                  <a:pt x="4992871" y="2886513"/>
                  <a:pt x="4993936" y="2911749"/>
                </a:cubicBezTo>
                <a:cubicBezTo>
                  <a:pt x="4993313" y="2946689"/>
                  <a:pt x="4980300" y="2954448"/>
                  <a:pt x="4992563" y="2977278"/>
                </a:cubicBezTo>
                <a:cubicBezTo>
                  <a:pt x="4985688" y="2983455"/>
                  <a:pt x="4982051" y="2987749"/>
                  <a:pt x="4980516" y="2991092"/>
                </a:cubicBezTo>
                <a:cubicBezTo>
                  <a:pt x="4975910" y="3001119"/>
                  <a:pt x="4990216" y="3002537"/>
                  <a:pt x="4992801" y="3020247"/>
                </a:cubicBezTo>
                <a:cubicBezTo>
                  <a:pt x="4998517" y="3032637"/>
                  <a:pt x="5013148" y="3051512"/>
                  <a:pt x="5014805" y="3065434"/>
                </a:cubicBezTo>
                <a:cubicBezTo>
                  <a:pt x="4998836" y="3057428"/>
                  <a:pt x="5016840" y="3105196"/>
                  <a:pt x="5002733" y="3103777"/>
                </a:cubicBezTo>
                <a:cubicBezTo>
                  <a:pt x="5022381" y="3124610"/>
                  <a:pt x="4997365" y="3128169"/>
                  <a:pt x="5002941" y="3151828"/>
                </a:cubicBezTo>
                <a:cubicBezTo>
                  <a:pt x="5010264" y="3163902"/>
                  <a:pt x="5011356" y="3171780"/>
                  <a:pt x="5002883" y="3180546"/>
                </a:cubicBezTo>
                <a:cubicBezTo>
                  <a:pt x="5038586" y="3236545"/>
                  <a:pt x="5003723" y="3210316"/>
                  <a:pt x="5016711" y="3258677"/>
                </a:cubicBezTo>
                <a:lnTo>
                  <a:pt x="5017918" y="3262610"/>
                </a:lnTo>
                <a:lnTo>
                  <a:pt x="5011672" y="3277179"/>
                </a:lnTo>
                <a:lnTo>
                  <a:pt x="5009344" y="3278130"/>
                </a:lnTo>
                <a:lnTo>
                  <a:pt x="5026770" y="3325671"/>
                </a:lnTo>
                <a:lnTo>
                  <a:pt x="5024571" y="3332072"/>
                </a:lnTo>
                <a:lnTo>
                  <a:pt x="5041705" y="3362948"/>
                </a:lnTo>
                <a:lnTo>
                  <a:pt x="5047477" y="3378959"/>
                </a:lnTo>
                <a:lnTo>
                  <a:pt x="5060758" y="3407057"/>
                </a:lnTo>
                <a:lnTo>
                  <a:pt x="5058968" y="3409825"/>
                </a:lnTo>
                <a:lnTo>
                  <a:pt x="5062667" y="3415218"/>
                </a:lnTo>
                <a:lnTo>
                  <a:pt x="5060928" y="3419880"/>
                </a:lnTo>
                <a:lnTo>
                  <a:pt x="5062923" y="3424545"/>
                </a:lnTo>
                <a:cubicBezTo>
                  <a:pt x="5063537" y="3433967"/>
                  <a:pt x="5063494" y="3466028"/>
                  <a:pt x="5064623" y="3476412"/>
                </a:cubicBezTo>
                <a:lnTo>
                  <a:pt x="5069684" y="3486850"/>
                </a:lnTo>
                <a:lnTo>
                  <a:pt x="5063339" y="3496391"/>
                </a:lnTo>
                <a:lnTo>
                  <a:pt x="5070139" y="3531201"/>
                </a:lnTo>
                <a:lnTo>
                  <a:pt x="5079896" y="3542019"/>
                </a:lnTo>
                <a:lnTo>
                  <a:pt x="5087540" y="3552249"/>
                </a:lnTo>
                <a:lnTo>
                  <a:pt x="5087902" y="3553678"/>
                </a:lnTo>
                <a:lnTo>
                  <a:pt x="5091509" y="3568021"/>
                </a:lnTo>
                <a:lnTo>
                  <a:pt x="5091934" y="3569719"/>
                </a:lnTo>
                <a:lnTo>
                  <a:pt x="5089362" y="3586412"/>
                </a:lnTo>
                <a:lnTo>
                  <a:pt x="5092358" y="3597336"/>
                </a:lnTo>
                <a:lnTo>
                  <a:pt x="5084254" y="3606007"/>
                </a:lnTo>
                <a:cubicBezTo>
                  <a:pt x="5084262" y="3617747"/>
                  <a:pt x="5084273" y="3629488"/>
                  <a:pt x="5084281" y="3641228"/>
                </a:cubicBezTo>
                <a:lnTo>
                  <a:pt x="5091848" y="3653088"/>
                </a:lnTo>
                <a:lnTo>
                  <a:pt x="5097436" y="3664114"/>
                </a:lnTo>
                <a:cubicBezTo>
                  <a:pt x="5097463" y="3664599"/>
                  <a:pt x="5097491" y="3665084"/>
                  <a:pt x="5097518" y="3665569"/>
                </a:cubicBezTo>
                <a:cubicBezTo>
                  <a:pt x="5097915" y="3672776"/>
                  <a:pt x="5096966" y="3688591"/>
                  <a:pt x="5099829" y="3707357"/>
                </a:cubicBezTo>
                <a:cubicBezTo>
                  <a:pt x="5100505" y="3724716"/>
                  <a:pt x="5118078" y="3760234"/>
                  <a:pt x="5114696" y="3778166"/>
                </a:cubicBezTo>
                <a:cubicBezTo>
                  <a:pt x="5141627" y="3845122"/>
                  <a:pt x="5125427" y="3821305"/>
                  <a:pt x="5135379" y="3878222"/>
                </a:cubicBezTo>
                <a:cubicBezTo>
                  <a:pt x="5161519" y="3905047"/>
                  <a:pt x="5125417" y="4015047"/>
                  <a:pt x="5130138" y="4048117"/>
                </a:cubicBezTo>
                <a:cubicBezTo>
                  <a:pt x="5081804" y="4192084"/>
                  <a:pt x="5096262" y="4158987"/>
                  <a:pt x="5090040" y="4219510"/>
                </a:cubicBezTo>
                <a:cubicBezTo>
                  <a:pt x="5104553" y="4280033"/>
                  <a:pt x="5065380" y="4345686"/>
                  <a:pt x="5092812" y="4411258"/>
                </a:cubicBezTo>
                <a:cubicBezTo>
                  <a:pt x="5090630" y="4437329"/>
                  <a:pt x="5083878" y="4473140"/>
                  <a:pt x="5084599" y="4488531"/>
                </a:cubicBezTo>
                <a:cubicBezTo>
                  <a:pt x="5084423" y="4505410"/>
                  <a:pt x="5084248" y="4522289"/>
                  <a:pt x="5084072" y="4539168"/>
                </a:cubicBezTo>
                <a:cubicBezTo>
                  <a:pt x="5072114" y="4567830"/>
                  <a:pt x="5064305" y="4588197"/>
                  <a:pt x="5068936" y="4625153"/>
                </a:cubicBezTo>
                <a:cubicBezTo>
                  <a:pt x="5077433" y="4662889"/>
                  <a:pt x="5065899" y="4679357"/>
                  <a:pt x="5059114" y="4733115"/>
                </a:cubicBezTo>
                <a:cubicBezTo>
                  <a:pt x="5068687" y="4752352"/>
                  <a:pt x="5055370" y="4832308"/>
                  <a:pt x="5037209" y="4844323"/>
                </a:cubicBezTo>
                <a:cubicBezTo>
                  <a:pt x="5033444" y="4857054"/>
                  <a:pt x="5040194" y="4871554"/>
                  <a:pt x="5020638" y="4877992"/>
                </a:cubicBezTo>
                <a:cubicBezTo>
                  <a:pt x="4997151" y="4888353"/>
                  <a:pt x="5034418" y="4931200"/>
                  <a:pt x="5006413" y="4925805"/>
                </a:cubicBezTo>
                <a:cubicBezTo>
                  <a:pt x="5031964" y="4956261"/>
                  <a:pt x="4982840" y="4982633"/>
                  <a:pt x="4971037" y="5009272"/>
                </a:cubicBezTo>
                <a:cubicBezTo>
                  <a:pt x="4973259" y="5034036"/>
                  <a:pt x="4968375" y="5053859"/>
                  <a:pt x="4963105" y="5111369"/>
                </a:cubicBezTo>
                <a:cubicBezTo>
                  <a:pt x="4973224" y="5141336"/>
                  <a:pt x="4937413" y="5161742"/>
                  <a:pt x="4976341" y="5210876"/>
                </a:cubicBezTo>
                <a:cubicBezTo>
                  <a:pt x="4972455" y="5212581"/>
                  <a:pt x="4977054" y="5227501"/>
                  <a:pt x="4980617" y="5269726"/>
                </a:cubicBezTo>
                <a:cubicBezTo>
                  <a:pt x="4984182" y="5311951"/>
                  <a:pt x="4990390" y="5400671"/>
                  <a:pt x="4997733" y="5464225"/>
                </a:cubicBezTo>
                <a:cubicBezTo>
                  <a:pt x="5001765" y="5536542"/>
                  <a:pt x="4990225" y="5517959"/>
                  <a:pt x="5001400" y="5594585"/>
                </a:cubicBezTo>
                <a:cubicBezTo>
                  <a:pt x="4999908" y="5619318"/>
                  <a:pt x="4974042" y="5647975"/>
                  <a:pt x="4983700" y="5667896"/>
                </a:cubicBezTo>
                <a:cubicBezTo>
                  <a:pt x="4976834" y="5696311"/>
                  <a:pt x="4975579" y="5738356"/>
                  <a:pt x="4968506" y="5769225"/>
                </a:cubicBezTo>
                <a:cubicBezTo>
                  <a:pt x="4968926" y="5787258"/>
                  <a:pt x="4969344" y="5805291"/>
                  <a:pt x="4969765" y="5823324"/>
                </a:cubicBezTo>
                <a:cubicBezTo>
                  <a:pt x="4966122" y="5853058"/>
                  <a:pt x="4965608" y="5838948"/>
                  <a:pt x="4966129" y="5862699"/>
                </a:cubicBezTo>
                <a:lnTo>
                  <a:pt x="4970695" y="5906467"/>
                </a:lnTo>
                <a:lnTo>
                  <a:pt x="4991568" y="5939847"/>
                </a:lnTo>
                <a:cubicBezTo>
                  <a:pt x="4998848" y="5955713"/>
                  <a:pt x="4974731" y="5940131"/>
                  <a:pt x="4986815" y="5973994"/>
                </a:cubicBezTo>
                <a:cubicBezTo>
                  <a:pt x="4961187" y="5997051"/>
                  <a:pt x="4983444" y="6032039"/>
                  <a:pt x="4987776" y="6089693"/>
                </a:cubicBezTo>
                <a:lnTo>
                  <a:pt x="4991621" y="6224938"/>
                </a:lnTo>
                <a:cubicBezTo>
                  <a:pt x="4988442" y="6270972"/>
                  <a:pt x="5008962" y="6317522"/>
                  <a:pt x="5017157" y="6370251"/>
                </a:cubicBezTo>
                <a:cubicBezTo>
                  <a:pt x="5025353" y="6422980"/>
                  <a:pt x="5039938" y="6490855"/>
                  <a:pt x="5040797" y="6541313"/>
                </a:cubicBezTo>
                <a:cubicBezTo>
                  <a:pt x="5039898" y="6576319"/>
                  <a:pt x="5031912" y="6591883"/>
                  <a:pt x="5045375" y="6640957"/>
                </a:cubicBezTo>
                <a:cubicBezTo>
                  <a:pt x="5057505" y="6669536"/>
                  <a:pt x="5052276" y="6675394"/>
                  <a:pt x="5058442" y="6705297"/>
                </a:cubicBezTo>
                <a:cubicBezTo>
                  <a:pt x="5057367" y="6727133"/>
                  <a:pt x="5067901" y="6732087"/>
                  <a:pt x="5071125" y="6759582"/>
                </a:cubicBezTo>
                <a:cubicBezTo>
                  <a:pt x="5055614" y="6796071"/>
                  <a:pt x="5051656" y="6769544"/>
                  <a:pt x="5069172" y="6817746"/>
                </a:cubicBezTo>
                <a:cubicBezTo>
                  <a:pt x="5060956" y="6828354"/>
                  <a:pt x="5064525" y="6836369"/>
                  <a:pt x="5072322" y="6843646"/>
                </a:cubicBezTo>
                <a:lnTo>
                  <a:pt x="5091388" y="6857998"/>
                </a:lnTo>
                <a:lnTo>
                  <a:pt x="6096000" y="6857998"/>
                </a:lnTo>
                <a:lnTo>
                  <a:pt x="6096000"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01B880D-51F0-9F8C-2C0A-11093ABC926D}"/>
              </a:ext>
            </a:extLst>
          </p:cNvPr>
          <p:cNvSpPr>
            <a:spLocks noGrp="1"/>
          </p:cNvSpPr>
          <p:nvPr>
            <p:ph type="title"/>
          </p:nvPr>
        </p:nvSpPr>
        <p:spPr>
          <a:xfrm>
            <a:off x="838200" y="609600"/>
            <a:ext cx="3739341" cy="1330839"/>
          </a:xfrm>
        </p:spPr>
        <p:txBody>
          <a:bodyPr>
            <a:normAutofit/>
          </a:bodyPr>
          <a:lstStyle/>
          <a:p>
            <a:r>
              <a:rPr lang="en-US" i="1" dirty="0"/>
              <a:t>Engage</a:t>
            </a:r>
          </a:p>
        </p:txBody>
      </p:sp>
      <p:sp>
        <p:nvSpPr>
          <p:cNvPr id="3" name="Content Placeholder 2">
            <a:extLst>
              <a:ext uri="{FF2B5EF4-FFF2-40B4-BE49-F238E27FC236}">
                <a16:creationId xmlns:a16="http://schemas.microsoft.com/office/drawing/2014/main" id="{0E187165-A175-C432-C12C-654D6F26C140}"/>
              </a:ext>
            </a:extLst>
          </p:cNvPr>
          <p:cNvSpPr>
            <a:spLocks noGrp="1"/>
          </p:cNvSpPr>
          <p:nvPr>
            <p:ph idx="1"/>
          </p:nvPr>
        </p:nvSpPr>
        <p:spPr>
          <a:xfrm>
            <a:off x="862366" y="2194102"/>
            <a:ext cx="3427001" cy="3908586"/>
          </a:xfrm>
        </p:spPr>
        <p:txBody>
          <a:bodyPr>
            <a:normAutofit/>
          </a:bodyPr>
          <a:lstStyle/>
          <a:p>
            <a:r>
              <a:rPr lang="en-US" dirty="0"/>
              <a:t>Discuss your organizer for one minute with your lab partner.</a:t>
            </a:r>
          </a:p>
          <a:p>
            <a:r>
              <a:rPr lang="en-US" dirty="0"/>
              <a:t>Be prepared to share out</a:t>
            </a:r>
          </a:p>
        </p:txBody>
      </p:sp>
      <p:pic>
        <p:nvPicPr>
          <p:cNvPr id="4" name="Picture 3">
            <a:extLst>
              <a:ext uri="{FF2B5EF4-FFF2-40B4-BE49-F238E27FC236}">
                <a16:creationId xmlns:a16="http://schemas.microsoft.com/office/drawing/2014/main" id="{8EA8C3AE-5C9E-BE9F-1BCB-A72E8ABD8F4C}"/>
              </a:ext>
            </a:extLst>
          </p:cNvPr>
          <p:cNvPicPr>
            <a:picLocks noChangeAspect="1"/>
          </p:cNvPicPr>
          <p:nvPr/>
        </p:nvPicPr>
        <p:blipFill>
          <a:blip r:embed="rId2"/>
          <a:stretch>
            <a:fillRect/>
          </a:stretch>
        </p:blipFill>
        <p:spPr>
          <a:xfrm>
            <a:off x="5591244" y="1442906"/>
            <a:ext cx="5956631" cy="4500694"/>
          </a:xfrm>
          <a:prstGeom prst="rect">
            <a:avLst/>
          </a:prstGeom>
        </p:spPr>
      </p:pic>
    </p:spTree>
    <p:extLst>
      <p:ext uri="{BB962C8B-B14F-4D97-AF65-F5344CB8AC3E}">
        <p14:creationId xmlns:p14="http://schemas.microsoft.com/office/powerpoint/2010/main" val="2234594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16FD5095-03A3-3CD6-4F38-C1F7B4FD6D59}"/>
              </a:ext>
            </a:extLst>
          </p:cNvPr>
          <p:cNvSpPr txBox="1"/>
          <p:nvPr/>
        </p:nvSpPr>
        <p:spPr>
          <a:xfrm>
            <a:off x="4128370" y="3945418"/>
            <a:ext cx="4937936" cy="1932868"/>
          </a:xfrm>
          <a:prstGeom prst="rect">
            <a:avLst/>
          </a:prstGeom>
        </p:spPr>
        <p:txBody>
          <a:bodyPr vert="horz" lIns="91440" tIns="45720" rIns="91440" bIns="45720" rtlCol="0" anchor="b">
            <a:normAutofit/>
          </a:bodyPr>
          <a:lstStyle/>
          <a:p>
            <a:pPr>
              <a:lnSpc>
                <a:spcPct val="90000"/>
              </a:lnSpc>
              <a:spcBef>
                <a:spcPts val="1000"/>
              </a:spcBef>
            </a:pPr>
            <a:r>
              <a:rPr lang="en-US" sz="3200" b="1" kern="1200" dirty="0">
                <a:solidFill>
                  <a:schemeClr val="tx1"/>
                </a:solidFill>
                <a:latin typeface="+mn-lt"/>
                <a:ea typeface="+mn-ea"/>
                <a:cs typeface="+mn-cs"/>
              </a:rPr>
              <a:t>What geologic features would we find where these plates meet (at their boundaries)? </a:t>
            </a:r>
          </a:p>
        </p:txBody>
      </p:sp>
      <p:sp>
        <p:nvSpPr>
          <p:cNvPr id="2061" name="Freeform: Shape 2060">
            <a:extLst>
              <a:ext uri="{FF2B5EF4-FFF2-40B4-BE49-F238E27FC236}">
                <a16:creationId xmlns:a16="http://schemas.microsoft.com/office/drawing/2014/main" id="{F6E384F5-137A-40B1-97F0-694CC6ECD5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122218"/>
            <a:ext cx="3730752" cy="4735782"/>
          </a:xfrm>
          <a:custGeom>
            <a:avLst/>
            <a:gdLst>
              <a:gd name="connsiteX0" fmla="*/ 640080 w 3730752"/>
              <a:gd name="connsiteY0" fmla="*/ 0 h 4735782"/>
              <a:gd name="connsiteX1" fmla="*/ 3730752 w 3730752"/>
              <a:gd name="connsiteY1" fmla="*/ 3090672 h 4735782"/>
              <a:gd name="connsiteX2" fmla="*/ 3357725 w 3730752"/>
              <a:gd name="connsiteY2" fmla="*/ 4563870 h 4735782"/>
              <a:gd name="connsiteX3" fmla="*/ 3253285 w 3730752"/>
              <a:gd name="connsiteY3" fmla="*/ 4735782 h 4735782"/>
              <a:gd name="connsiteX4" fmla="*/ 0 w 3730752"/>
              <a:gd name="connsiteY4" fmla="*/ 4735782 h 4735782"/>
              <a:gd name="connsiteX5" fmla="*/ 0 w 3730752"/>
              <a:gd name="connsiteY5" fmla="*/ 67215 h 4735782"/>
              <a:gd name="connsiteX6" fmla="*/ 17202 w 3730752"/>
              <a:gd name="connsiteY6" fmla="*/ 62792 h 4735782"/>
              <a:gd name="connsiteX7" fmla="*/ 640080 w 3730752"/>
              <a:gd name="connsiteY7" fmla="*/ 0 h 47357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30752" h="4735782">
                <a:moveTo>
                  <a:pt x="640080" y="0"/>
                </a:moveTo>
                <a:cubicBezTo>
                  <a:pt x="2347011" y="0"/>
                  <a:pt x="3730752" y="1383741"/>
                  <a:pt x="3730752" y="3090672"/>
                </a:cubicBezTo>
                <a:cubicBezTo>
                  <a:pt x="3730752" y="3624088"/>
                  <a:pt x="3595621" y="4125943"/>
                  <a:pt x="3357725" y="4563870"/>
                </a:cubicBezTo>
                <a:lnTo>
                  <a:pt x="3253285" y="4735782"/>
                </a:lnTo>
                <a:lnTo>
                  <a:pt x="0" y="4735782"/>
                </a:lnTo>
                <a:lnTo>
                  <a:pt x="0" y="67215"/>
                </a:lnTo>
                <a:lnTo>
                  <a:pt x="17202" y="62792"/>
                </a:lnTo>
                <a:cubicBezTo>
                  <a:pt x="218397" y="21621"/>
                  <a:pt x="426714" y="0"/>
                  <a:pt x="64008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63" name="Freeform: Shape 2062">
            <a:extLst>
              <a:ext uri="{FF2B5EF4-FFF2-40B4-BE49-F238E27FC236}">
                <a16:creationId xmlns:a16="http://schemas.microsoft.com/office/drawing/2014/main" id="{9DBC4630-03DA-474F-BBCB-BA3AE6B317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1982" y="-4332"/>
            <a:ext cx="4242816" cy="2454158"/>
          </a:xfrm>
          <a:custGeom>
            <a:avLst/>
            <a:gdLst>
              <a:gd name="connsiteX0" fmla="*/ 28633 w 4242816"/>
              <a:gd name="connsiteY0" fmla="*/ 0 h 2454158"/>
              <a:gd name="connsiteX1" fmla="*/ 4214183 w 4242816"/>
              <a:gd name="connsiteY1" fmla="*/ 0 h 2454158"/>
              <a:gd name="connsiteX2" fmla="*/ 4231864 w 4242816"/>
              <a:gd name="connsiteY2" fmla="*/ 115848 h 2454158"/>
              <a:gd name="connsiteX3" fmla="*/ 4242816 w 4242816"/>
              <a:gd name="connsiteY3" fmla="*/ 332750 h 2454158"/>
              <a:gd name="connsiteX4" fmla="*/ 2121408 w 4242816"/>
              <a:gd name="connsiteY4" fmla="*/ 2454158 h 2454158"/>
              <a:gd name="connsiteX5" fmla="*/ 0 w 4242816"/>
              <a:gd name="connsiteY5" fmla="*/ 332750 h 2454158"/>
              <a:gd name="connsiteX6" fmla="*/ 10953 w 4242816"/>
              <a:gd name="connsiteY6" fmla="*/ 115848 h 2454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42816" h="2454158">
                <a:moveTo>
                  <a:pt x="28633" y="0"/>
                </a:moveTo>
                <a:lnTo>
                  <a:pt x="4214183" y="0"/>
                </a:lnTo>
                <a:lnTo>
                  <a:pt x="4231864" y="115848"/>
                </a:lnTo>
                <a:cubicBezTo>
                  <a:pt x="4239106" y="187164"/>
                  <a:pt x="4242816" y="259524"/>
                  <a:pt x="4242816" y="332750"/>
                </a:cubicBezTo>
                <a:cubicBezTo>
                  <a:pt x="4242816" y="1504371"/>
                  <a:pt x="3293029" y="2454158"/>
                  <a:pt x="2121408" y="2454158"/>
                </a:cubicBezTo>
                <a:cubicBezTo>
                  <a:pt x="949787" y="2454158"/>
                  <a:pt x="0" y="1504371"/>
                  <a:pt x="0" y="332750"/>
                </a:cubicBezTo>
                <a:cubicBezTo>
                  <a:pt x="0" y="259524"/>
                  <a:pt x="3710" y="187164"/>
                  <a:pt x="10953" y="115848"/>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descr="30 most beautiful mountains in the world | Atlas &amp; Boots">
            <a:extLst>
              <a:ext uri="{FF2B5EF4-FFF2-40B4-BE49-F238E27FC236}">
                <a16:creationId xmlns:a16="http://schemas.microsoft.com/office/drawing/2014/main" id="{0D1206DD-EEE1-856D-6793-0771A9E1045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517" r="-1" b="3004"/>
          <a:stretch/>
        </p:blipFill>
        <p:spPr bwMode="auto">
          <a:xfrm>
            <a:off x="1246573" y="10"/>
            <a:ext cx="3913632" cy="2285224"/>
          </a:xfrm>
          <a:custGeom>
            <a:avLst/>
            <a:gdLst/>
            <a:ahLst/>
            <a:cxnLst/>
            <a:rect l="l" t="t" r="r" b="b"/>
            <a:pathLst>
              <a:path w="3913632" h="2285234">
                <a:moveTo>
                  <a:pt x="29691" y="0"/>
                </a:moveTo>
                <a:lnTo>
                  <a:pt x="3883942" y="0"/>
                </a:lnTo>
                <a:lnTo>
                  <a:pt x="3903529" y="128345"/>
                </a:lnTo>
                <a:cubicBezTo>
                  <a:pt x="3910210" y="194127"/>
                  <a:pt x="3913632" y="260873"/>
                  <a:pt x="3913632" y="328418"/>
                </a:cubicBezTo>
                <a:cubicBezTo>
                  <a:pt x="3913632" y="1409138"/>
                  <a:pt x="3037536" y="2285234"/>
                  <a:pt x="1956816" y="2285234"/>
                </a:cubicBezTo>
                <a:cubicBezTo>
                  <a:pt x="876096" y="2285234"/>
                  <a:pt x="0" y="1409138"/>
                  <a:pt x="0" y="328418"/>
                </a:cubicBezTo>
                <a:cubicBezTo>
                  <a:pt x="0" y="260873"/>
                  <a:pt x="3422" y="194127"/>
                  <a:pt x="10103" y="128345"/>
                </a:cubicBezTo>
                <a:close/>
              </a:path>
            </a:pathLst>
          </a:custGeom>
          <a:noFill/>
          <a:extLst>
            <a:ext uri="{909E8E84-426E-40DD-AFC4-6F175D3DCCD1}">
              <a14:hiddenFill xmlns:a14="http://schemas.microsoft.com/office/drawing/2010/main">
                <a:solidFill>
                  <a:srgbClr val="FFFFFF"/>
                </a:solidFill>
              </a14:hiddenFill>
            </a:ext>
          </a:extLst>
        </p:spPr>
      </p:pic>
      <p:pic>
        <p:nvPicPr>
          <p:cNvPr id="2056" name="Picture 8" descr="Can Mount Everest fit in the Mariana Trench? - Quora">
            <a:extLst>
              <a:ext uri="{FF2B5EF4-FFF2-40B4-BE49-F238E27FC236}">
                <a16:creationId xmlns:a16="http://schemas.microsoft.com/office/drawing/2014/main" id="{F815E88C-7FD1-2655-105D-25C347B4D0F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130" r="6164" b="-1"/>
          <a:stretch/>
        </p:blipFill>
        <p:spPr bwMode="auto">
          <a:xfrm>
            <a:off x="20" y="2288331"/>
            <a:ext cx="3564618" cy="4569668"/>
          </a:xfrm>
          <a:custGeom>
            <a:avLst/>
            <a:gdLst/>
            <a:ahLst/>
            <a:cxnLst/>
            <a:rect l="l" t="t" r="r" b="b"/>
            <a:pathLst>
              <a:path w="3564638" h="4569668">
                <a:moveTo>
                  <a:pt x="640080" y="0"/>
                </a:moveTo>
                <a:cubicBezTo>
                  <a:pt x="2255269" y="0"/>
                  <a:pt x="3564638" y="1309369"/>
                  <a:pt x="3564638" y="2924558"/>
                </a:cubicBezTo>
                <a:cubicBezTo>
                  <a:pt x="3564638" y="3530254"/>
                  <a:pt x="3380508" y="4092944"/>
                  <a:pt x="3065170" y="4559707"/>
                </a:cubicBezTo>
                <a:lnTo>
                  <a:pt x="3057720" y="4569668"/>
                </a:lnTo>
                <a:lnTo>
                  <a:pt x="0" y="4569668"/>
                </a:lnTo>
                <a:lnTo>
                  <a:pt x="0" y="72448"/>
                </a:lnTo>
                <a:lnTo>
                  <a:pt x="50679" y="59417"/>
                </a:lnTo>
                <a:cubicBezTo>
                  <a:pt x="241061" y="20459"/>
                  <a:pt x="438181" y="0"/>
                  <a:pt x="640080" y="0"/>
                </a:cubicBezTo>
                <a:close/>
              </a:path>
            </a:pathLst>
          </a:custGeom>
          <a:noFill/>
          <a:extLst>
            <a:ext uri="{909E8E84-426E-40DD-AFC4-6F175D3DCCD1}">
              <a14:hiddenFill xmlns:a14="http://schemas.microsoft.com/office/drawing/2010/main">
                <a:solidFill>
                  <a:srgbClr val="FFFFFF"/>
                </a:solidFill>
              </a14:hiddenFill>
            </a:ext>
          </a:extLst>
        </p:spPr>
      </p:pic>
      <p:sp>
        <p:nvSpPr>
          <p:cNvPr id="2065" name="Oval 2064">
            <a:extLst>
              <a:ext uri="{FF2B5EF4-FFF2-40B4-BE49-F238E27FC236}">
                <a16:creationId xmlns:a16="http://schemas.microsoft.com/office/drawing/2014/main" id="{78418A25-6EAC-4140-BFE6-284E1925B5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60967" y="561316"/>
            <a:ext cx="3182112" cy="3182112"/>
          </a:xfrm>
          <a:prstGeom prst="ellipse">
            <a:avLst/>
          </a:pr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54" name="Picture 6" descr="What might you find at the center of mid-ocean ridges? - Quora">
            <a:extLst>
              <a:ext uri="{FF2B5EF4-FFF2-40B4-BE49-F238E27FC236}">
                <a16:creationId xmlns:a16="http://schemas.microsoft.com/office/drawing/2014/main" id="{DA5163F3-4C02-656E-B685-4A7BC768147A}"/>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0934" r="22564" b="-3"/>
          <a:stretch/>
        </p:blipFill>
        <p:spPr bwMode="auto">
          <a:xfrm>
            <a:off x="5525559" y="725908"/>
            <a:ext cx="2852928" cy="2852928"/>
          </a:xfrm>
          <a:custGeom>
            <a:avLst/>
            <a:gdLst/>
            <a:ahLst/>
            <a:cxnLst/>
            <a:rect l="l" t="t" r="r" b="b"/>
            <a:pathLst>
              <a:path w="2852928" h="2852928">
                <a:moveTo>
                  <a:pt x="1426464" y="0"/>
                </a:moveTo>
                <a:cubicBezTo>
                  <a:pt x="2214278" y="0"/>
                  <a:pt x="2852928" y="638650"/>
                  <a:pt x="2852928" y="1426464"/>
                </a:cubicBezTo>
                <a:cubicBezTo>
                  <a:pt x="2852928" y="2214278"/>
                  <a:pt x="2214278" y="2852928"/>
                  <a:pt x="1426464" y="2852928"/>
                </a:cubicBezTo>
                <a:cubicBezTo>
                  <a:pt x="638650" y="2852928"/>
                  <a:pt x="0" y="2214278"/>
                  <a:pt x="0" y="1426464"/>
                </a:cubicBezTo>
                <a:cubicBezTo>
                  <a:pt x="0" y="638650"/>
                  <a:pt x="638650" y="0"/>
                  <a:pt x="1426464" y="0"/>
                </a:cubicBezTo>
                <a:close/>
              </a:path>
            </a:pathLst>
          </a:custGeom>
          <a:noFill/>
          <a:extLst>
            <a:ext uri="{909E8E84-426E-40DD-AFC4-6F175D3DCCD1}">
              <a14:hiddenFill xmlns:a14="http://schemas.microsoft.com/office/drawing/2010/main">
                <a:solidFill>
                  <a:srgbClr val="FFFFFF"/>
                </a:solidFill>
              </a14:hiddenFill>
            </a:ext>
          </a:extLst>
        </p:spPr>
      </p:pic>
      <p:sp>
        <p:nvSpPr>
          <p:cNvPr id="2067" name="Freeform: Shape 2066">
            <a:extLst>
              <a:ext uri="{FF2B5EF4-FFF2-40B4-BE49-F238E27FC236}">
                <a16:creationId xmlns:a16="http://schemas.microsoft.com/office/drawing/2014/main" id="{6B9D64DB-4D5C-4A91-B45F-F301E3174F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52568" y="-4332"/>
            <a:ext cx="3439432" cy="3550083"/>
          </a:xfrm>
          <a:custGeom>
            <a:avLst/>
            <a:gdLst>
              <a:gd name="connsiteX0" fmla="*/ 115336 w 3439432"/>
              <a:gd name="connsiteY0" fmla="*/ 0 h 3550083"/>
              <a:gd name="connsiteX1" fmla="*/ 3439432 w 3439432"/>
              <a:gd name="connsiteY1" fmla="*/ 0 h 3550083"/>
              <a:gd name="connsiteX2" fmla="*/ 3439432 w 3439432"/>
              <a:gd name="connsiteY2" fmla="*/ 3462762 h 3550083"/>
              <a:gd name="connsiteX3" fmla="*/ 3318024 w 3439432"/>
              <a:gd name="connsiteY3" fmla="*/ 3493980 h 3550083"/>
              <a:gd name="connsiteX4" fmla="*/ 2761488 w 3439432"/>
              <a:gd name="connsiteY4" fmla="*/ 3550083 h 3550083"/>
              <a:gd name="connsiteX5" fmla="*/ 0 w 3439432"/>
              <a:gd name="connsiteY5" fmla="*/ 788595 h 3550083"/>
              <a:gd name="connsiteX6" fmla="*/ 70713 w 3439432"/>
              <a:gd name="connsiteY6" fmla="*/ 164949 h 35500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39432" h="3550083">
                <a:moveTo>
                  <a:pt x="115336" y="0"/>
                </a:moveTo>
                <a:lnTo>
                  <a:pt x="3439432" y="0"/>
                </a:lnTo>
                <a:lnTo>
                  <a:pt x="3439432" y="3462762"/>
                </a:lnTo>
                <a:lnTo>
                  <a:pt x="3318024" y="3493980"/>
                </a:lnTo>
                <a:cubicBezTo>
                  <a:pt x="3138258" y="3530765"/>
                  <a:pt x="2952129" y="3550083"/>
                  <a:pt x="2761488" y="3550083"/>
                </a:cubicBezTo>
                <a:cubicBezTo>
                  <a:pt x="1236360" y="3550083"/>
                  <a:pt x="0" y="2313723"/>
                  <a:pt x="0" y="788595"/>
                </a:cubicBezTo>
                <a:cubicBezTo>
                  <a:pt x="0" y="574124"/>
                  <a:pt x="24450" y="365364"/>
                  <a:pt x="70713" y="164949"/>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052" name="Picture 4" descr="Volcanoes | Ready.gov">
            <a:extLst>
              <a:ext uri="{FF2B5EF4-FFF2-40B4-BE49-F238E27FC236}">
                <a16:creationId xmlns:a16="http://schemas.microsoft.com/office/drawing/2014/main" id="{02686DCB-27A2-AC0A-8BE1-5EF7B548D0B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5949" r="55358" b="-2"/>
          <a:stretch/>
        </p:blipFill>
        <p:spPr bwMode="auto">
          <a:xfrm>
            <a:off x="8918761" y="-4331"/>
            <a:ext cx="3273238" cy="3383891"/>
          </a:xfrm>
          <a:custGeom>
            <a:avLst/>
            <a:gdLst/>
            <a:ahLst/>
            <a:cxnLst/>
            <a:rect l="l" t="t" r="r" b="b"/>
            <a:pathLst>
              <a:path w="3273238" h="3383891">
                <a:moveTo>
                  <a:pt x="122841" y="0"/>
                </a:moveTo>
                <a:lnTo>
                  <a:pt x="3273238" y="0"/>
                </a:lnTo>
                <a:lnTo>
                  <a:pt x="3273238" y="3291335"/>
                </a:lnTo>
                <a:lnTo>
                  <a:pt x="3118338" y="3331164"/>
                </a:lnTo>
                <a:cubicBezTo>
                  <a:pt x="2949390" y="3365736"/>
                  <a:pt x="2774463" y="3383891"/>
                  <a:pt x="2595295" y="3383891"/>
                </a:cubicBezTo>
                <a:cubicBezTo>
                  <a:pt x="1161953" y="3383891"/>
                  <a:pt x="0" y="2221938"/>
                  <a:pt x="0" y="788596"/>
                </a:cubicBezTo>
                <a:cubicBezTo>
                  <a:pt x="0" y="519845"/>
                  <a:pt x="40850" y="260634"/>
                  <a:pt x="116679" y="16835"/>
                </a:cubicBezTo>
                <a:close/>
              </a:path>
            </a:pathLst>
          </a:custGeom>
          <a:noFill/>
          <a:extLst>
            <a:ext uri="{909E8E84-426E-40DD-AFC4-6F175D3DCCD1}">
              <a14:hiddenFill xmlns:a14="http://schemas.microsoft.com/office/drawing/2010/main">
                <a:solidFill>
                  <a:srgbClr val="FFFFFF"/>
                </a:solidFill>
              </a14:hiddenFill>
            </a:ext>
          </a:extLst>
        </p:spPr>
      </p:pic>
      <p:sp>
        <p:nvSpPr>
          <p:cNvPr id="2069" name="Freeform: Shape 2068">
            <a:extLst>
              <a:ext uri="{FF2B5EF4-FFF2-40B4-BE49-F238E27FC236}">
                <a16:creationId xmlns:a16="http://schemas.microsoft.com/office/drawing/2014/main" id="{CB14CE1B-4BC5-4EF2-BE3D-05E4F580B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99331" y="3907418"/>
            <a:ext cx="2992669" cy="2950582"/>
          </a:xfrm>
          <a:custGeom>
            <a:avLst/>
            <a:gdLst>
              <a:gd name="connsiteX0" fmla="*/ 2052140 w 2992669"/>
              <a:gd name="connsiteY0" fmla="*/ 0 h 2950582"/>
              <a:gd name="connsiteX1" fmla="*/ 2850926 w 2992669"/>
              <a:gd name="connsiteY1" fmla="*/ 161267 h 2950582"/>
              <a:gd name="connsiteX2" fmla="*/ 2992669 w 2992669"/>
              <a:gd name="connsiteY2" fmla="*/ 229549 h 2950582"/>
              <a:gd name="connsiteX3" fmla="*/ 2992669 w 2992669"/>
              <a:gd name="connsiteY3" fmla="*/ 2950582 h 2950582"/>
              <a:gd name="connsiteX4" fmla="*/ 209274 w 2992669"/>
              <a:gd name="connsiteY4" fmla="*/ 2950582 h 2950582"/>
              <a:gd name="connsiteX5" fmla="*/ 161267 w 2992669"/>
              <a:gd name="connsiteY5" fmla="*/ 2850926 h 2950582"/>
              <a:gd name="connsiteX6" fmla="*/ 0 w 2992669"/>
              <a:gd name="connsiteY6" fmla="*/ 2052140 h 2950582"/>
              <a:gd name="connsiteX7" fmla="*/ 2052140 w 2992669"/>
              <a:gd name="connsiteY7" fmla="*/ 0 h 2950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992669" h="2950582">
                <a:moveTo>
                  <a:pt x="2052140" y="0"/>
                </a:moveTo>
                <a:cubicBezTo>
                  <a:pt x="2335482" y="0"/>
                  <a:pt x="2605411" y="57424"/>
                  <a:pt x="2850926" y="161267"/>
                </a:cubicBezTo>
                <a:lnTo>
                  <a:pt x="2992669" y="229549"/>
                </a:lnTo>
                <a:lnTo>
                  <a:pt x="2992669" y="2950582"/>
                </a:lnTo>
                <a:lnTo>
                  <a:pt x="209274" y="2950582"/>
                </a:lnTo>
                <a:lnTo>
                  <a:pt x="161267" y="2850926"/>
                </a:lnTo>
                <a:cubicBezTo>
                  <a:pt x="57423" y="2605411"/>
                  <a:pt x="0" y="2335482"/>
                  <a:pt x="0" y="2052140"/>
                </a:cubicBezTo>
                <a:cubicBezTo>
                  <a:pt x="0" y="918774"/>
                  <a:pt x="918774" y="0"/>
                  <a:pt x="2052140" y="0"/>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F3AAC5AA-A1A9-79CA-323E-1A205B936432}"/>
              </a:ext>
            </a:extLst>
          </p:cNvPr>
          <p:cNvPicPr>
            <a:picLocks noChangeAspect="1"/>
          </p:cNvPicPr>
          <p:nvPr/>
        </p:nvPicPr>
        <p:blipFill rotWithShape="1">
          <a:blip r:embed="rId6"/>
          <a:srcRect l="12087" r="11270" b="-4"/>
          <a:stretch/>
        </p:blipFill>
        <p:spPr>
          <a:xfrm>
            <a:off x="9363236" y="4071322"/>
            <a:ext cx="2828765" cy="2786678"/>
          </a:xfrm>
          <a:custGeom>
            <a:avLst/>
            <a:gdLst/>
            <a:ahLst/>
            <a:cxnLst/>
            <a:rect l="l" t="t" r="r" b="b"/>
            <a:pathLst>
              <a:path w="2828765" h="2786678">
                <a:moveTo>
                  <a:pt x="1888236" y="0"/>
                </a:moveTo>
                <a:cubicBezTo>
                  <a:pt x="2214125" y="0"/>
                  <a:pt x="2520731" y="82558"/>
                  <a:pt x="2788281" y="227900"/>
                </a:cubicBezTo>
                <a:lnTo>
                  <a:pt x="2828765" y="252495"/>
                </a:lnTo>
                <a:lnTo>
                  <a:pt x="2828765" y="2786678"/>
                </a:lnTo>
                <a:lnTo>
                  <a:pt x="227128" y="2786678"/>
                </a:lnTo>
                <a:lnTo>
                  <a:pt x="148387" y="2623223"/>
                </a:lnTo>
                <a:cubicBezTo>
                  <a:pt x="52837" y="2397318"/>
                  <a:pt x="0" y="2148947"/>
                  <a:pt x="0" y="1888236"/>
                </a:cubicBezTo>
                <a:cubicBezTo>
                  <a:pt x="0" y="845392"/>
                  <a:pt x="845392" y="0"/>
                  <a:pt x="1888236" y="0"/>
                </a:cubicBezTo>
                <a:close/>
              </a:path>
            </a:pathLst>
          </a:custGeom>
        </p:spPr>
      </p:pic>
    </p:spTree>
    <p:extLst>
      <p:ext uri="{BB962C8B-B14F-4D97-AF65-F5344CB8AC3E}">
        <p14:creationId xmlns:p14="http://schemas.microsoft.com/office/powerpoint/2010/main" val="332933719"/>
      </p:ext>
    </p:extLst>
  </p:cSld>
  <p:clrMapOvr>
    <a:overrideClrMapping bg1="dk1" tx1="lt1" bg2="dk2" tx2="lt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F75FD4E2-6DF2-99AA-C69C-C55DCD59D93A}"/>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4">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01B880D-51F0-9F8C-2C0A-11093ABC926D}"/>
              </a:ext>
            </a:extLst>
          </p:cNvPr>
          <p:cNvSpPr>
            <a:spLocks noGrp="1"/>
          </p:cNvSpPr>
          <p:nvPr>
            <p:ph type="title"/>
          </p:nvPr>
        </p:nvSpPr>
        <p:spPr>
          <a:xfrm>
            <a:off x="868680" y="405575"/>
            <a:ext cx="5001768" cy="1371600"/>
          </a:xfrm>
        </p:spPr>
        <p:txBody>
          <a:bodyPr vert="horz" lIns="91440" tIns="45720" rIns="91440" bIns="45720" rtlCol="0" anchor="ctr">
            <a:normAutofit/>
          </a:bodyPr>
          <a:lstStyle/>
          <a:p>
            <a:r>
              <a:rPr lang="en-US" sz="3600" i="1"/>
              <a:t>Engage</a:t>
            </a:r>
          </a:p>
        </p:txBody>
      </p:sp>
      <p:sp>
        <p:nvSpPr>
          <p:cNvPr id="3" name="Content Placeholder 2">
            <a:extLst>
              <a:ext uri="{FF2B5EF4-FFF2-40B4-BE49-F238E27FC236}">
                <a16:creationId xmlns:a16="http://schemas.microsoft.com/office/drawing/2014/main" id="{0E187165-A175-C432-C12C-654D6F26C140}"/>
              </a:ext>
            </a:extLst>
          </p:cNvPr>
          <p:cNvSpPr>
            <a:spLocks noGrp="1"/>
          </p:cNvSpPr>
          <p:nvPr>
            <p:ph idx="1"/>
          </p:nvPr>
        </p:nvSpPr>
        <p:spPr>
          <a:xfrm>
            <a:off x="6382512" y="498698"/>
            <a:ext cx="4940808" cy="1185353"/>
          </a:xfrm>
        </p:spPr>
        <p:txBody>
          <a:bodyPr vert="horz" lIns="91440" tIns="45720" rIns="91440" bIns="45720" rtlCol="0" anchor="ctr">
            <a:normAutofit/>
          </a:bodyPr>
          <a:lstStyle/>
          <a:p>
            <a:pPr marL="0" indent="0">
              <a:buNone/>
            </a:pPr>
            <a:r>
              <a:rPr lang="en-US" sz="2400" dirty="0"/>
              <a:t>What three ways can these plates interact with each other?</a:t>
            </a:r>
          </a:p>
        </p:txBody>
      </p:sp>
      <p:sp>
        <p:nvSpPr>
          <p:cNvPr id="26" name="Rectangle 2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EA8C3AE-5C9E-BE9F-1BCB-A72E8ABD8F4C}"/>
              </a:ext>
            </a:extLst>
          </p:cNvPr>
          <p:cNvPicPr>
            <a:picLocks noChangeAspect="1"/>
          </p:cNvPicPr>
          <p:nvPr/>
        </p:nvPicPr>
        <p:blipFill>
          <a:blip r:embed="rId2"/>
          <a:stretch>
            <a:fillRect/>
          </a:stretch>
        </p:blipFill>
        <p:spPr>
          <a:xfrm>
            <a:off x="7801205" y="2874260"/>
            <a:ext cx="3729298" cy="2815619"/>
          </a:xfrm>
          <a:prstGeom prst="rect">
            <a:avLst/>
          </a:prstGeom>
        </p:spPr>
      </p:pic>
      <p:pic>
        <p:nvPicPr>
          <p:cNvPr id="3074" name="Picture 2" descr="Oregon: A Geologic History - The Big Picture: Plate Tectonics and Hot Spots">
            <a:extLst>
              <a:ext uri="{FF2B5EF4-FFF2-40B4-BE49-F238E27FC236}">
                <a16:creationId xmlns:a16="http://schemas.microsoft.com/office/drawing/2014/main" id="{C0B6947A-EA3D-7D28-9BAB-49918442718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784" y="2703370"/>
            <a:ext cx="6861266" cy="3157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63060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a:extLst>
            <a:ext uri="{FF2B5EF4-FFF2-40B4-BE49-F238E27FC236}">
              <a16:creationId xmlns:a16="http://schemas.microsoft.com/office/drawing/2014/main" id="{1139AEF4-48BF-1145-4710-FDBAEAA2F550}"/>
            </a:ext>
          </a:extLst>
        </p:cNvPr>
        <p:cNvGrpSpPr/>
        <p:nvPr/>
      </p:nvGrpSpPr>
      <p:grpSpPr>
        <a:xfrm>
          <a:off x="0" y="0"/>
          <a:ext cx="0" cy="0"/>
          <a:chOff x="0" y="0"/>
          <a:chExt cx="0" cy="0"/>
        </a:xfrm>
      </p:grpSpPr>
      <p:sp useBgFill="1">
        <p:nvSpPr>
          <p:cNvPr id="4103" name="Rectangle 4102">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05" name="Freeform: Shape 4104">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9FF40DF8-5F01-44C5-173F-207460293862}"/>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sz="3700" kern="1200" dirty="0">
                <a:solidFill>
                  <a:schemeClr val="tx1"/>
                </a:solidFill>
                <a:latin typeface="+mj-lt"/>
                <a:ea typeface="+mj-ea"/>
                <a:cs typeface="+mj-cs"/>
              </a:rPr>
              <a:t>Boundary Types and thei</a:t>
            </a:r>
            <a:r>
              <a:rPr lang="en-US" sz="3700" dirty="0"/>
              <a:t>r features</a:t>
            </a:r>
            <a:endParaRPr lang="en-US" sz="3700" kern="1200" dirty="0">
              <a:solidFill>
                <a:schemeClr val="tx1"/>
              </a:solidFill>
              <a:latin typeface="+mj-lt"/>
              <a:ea typeface="+mj-ea"/>
              <a:cs typeface="+mj-cs"/>
            </a:endParaRPr>
          </a:p>
        </p:txBody>
      </p:sp>
      <p:pic>
        <p:nvPicPr>
          <p:cNvPr id="4098" name="Picture 2" descr="Types of Boundaries - Geology with Josh">
            <a:extLst>
              <a:ext uri="{FF2B5EF4-FFF2-40B4-BE49-F238E27FC236}">
                <a16:creationId xmlns:a16="http://schemas.microsoft.com/office/drawing/2014/main" id="{C43FD162-CAB5-5B4B-2616-F8577A71A7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9916" y="1464492"/>
            <a:ext cx="5038725"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238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a:extLst>
            <a:ext uri="{FF2B5EF4-FFF2-40B4-BE49-F238E27FC236}">
              <a16:creationId xmlns:a16="http://schemas.microsoft.com/office/drawing/2014/main" id="{AE1A1469-63B1-20DD-6024-7F83EB978C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FE5286-405D-1840-9D94-F198954AA9D0}"/>
              </a:ext>
            </a:extLst>
          </p:cNvPr>
          <p:cNvSpPr>
            <a:spLocks noGrp="1"/>
          </p:cNvSpPr>
          <p:nvPr>
            <p:ph type="title"/>
          </p:nvPr>
        </p:nvSpPr>
        <p:spPr/>
        <p:txBody>
          <a:bodyPr/>
          <a:lstStyle/>
          <a:p>
            <a:r>
              <a:rPr lang="en-US" dirty="0"/>
              <a:t>Explore</a:t>
            </a:r>
          </a:p>
        </p:txBody>
      </p:sp>
      <p:sp>
        <p:nvSpPr>
          <p:cNvPr id="3" name="Content Placeholder 2">
            <a:extLst>
              <a:ext uri="{FF2B5EF4-FFF2-40B4-BE49-F238E27FC236}">
                <a16:creationId xmlns:a16="http://schemas.microsoft.com/office/drawing/2014/main" id="{615D49D5-0868-51D2-04FF-76CF99B759D4}"/>
              </a:ext>
            </a:extLst>
          </p:cNvPr>
          <p:cNvSpPr>
            <a:spLocks noGrp="1"/>
          </p:cNvSpPr>
          <p:nvPr>
            <p:ph idx="1"/>
          </p:nvPr>
        </p:nvSpPr>
        <p:spPr/>
        <p:txBody>
          <a:bodyPr/>
          <a:lstStyle/>
          <a:p>
            <a:r>
              <a:rPr lang="en-US" dirty="0"/>
              <a:t>Lab: Plate Boundaries</a:t>
            </a:r>
          </a:p>
        </p:txBody>
      </p:sp>
    </p:spTree>
    <p:extLst>
      <p:ext uri="{BB962C8B-B14F-4D97-AF65-F5344CB8AC3E}">
        <p14:creationId xmlns:p14="http://schemas.microsoft.com/office/powerpoint/2010/main" val="25965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9999"/>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2D20F-CFB0-7B0C-6A91-7A4F16F39E2C}"/>
              </a:ext>
            </a:extLst>
          </p:cNvPr>
          <p:cNvSpPr>
            <a:spLocks noGrp="1"/>
          </p:cNvSpPr>
          <p:nvPr>
            <p:ph type="title"/>
          </p:nvPr>
        </p:nvSpPr>
        <p:spPr/>
        <p:txBody>
          <a:bodyPr/>
          <a:lstStyle/>
          <a:p>
            <a:r>
              <a:rPr lang="en-US" dirty="0"/>
              <a:t>Explain</a:t>
            </a:r>
          </a:p>
        </p:txBody>
      </p:sp>
      <p:sp>
        <p:nvSpPr>
          <p:cNvPr id="3" name="Content Placeholder 2">
            <a:extLst>
              <a:ext uri="{FF2B5EF4-FFF2-40B4-BE49-F238E27FC236}">
                <a16:creationId xmlns:a16="http://schemas.microsoft.com/office/drawing/2014/main" id="{B9B8057A-FD40-13E3-284A-FCE8A83B3E19}"/>
              </a:ext>
            </a:extLst>
          </p:cNvPr>
          <p:cNvSpPr>
            <a:spLocks noGrp="1"/>
          </p:cNvSpPr>
          <p:nvPr>
            <p:ph idx="1"/>
          </p:nvPr>
        </p:nvSpPr>
        <p:spPr/>
        <p:txBody>
          <a:bodyPr/>
          <a:lstStyle/>
          <a:p>
            <a:pPr marL="0" indent="0">
              <a:buNone/>
            </a:pPr>
            <a:r>
              <a:rPr lang="en-US" dirty="0"/>
              <a:t>(I split the boundary types into different colors to differentiate each boundary type &amp; their respective features)</a:t>
            </a:r>
          </a:p>
        </p:txBody>
      </p:sp>
    </p:spTree>
    <p:extLst>
      <p:ext uri="{BB962C8B-B14F-4D97-AF65-F5344CB8AC3E}">
        <p14:creationId xmlns:p14="http://schemas.microsoft.com/office/powerpoint/2010/main" val="3590887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386"/>
        <p:cNvGrpSpPr/>
        <p:nvPr/>
      </p:nvGrpSpPr>
      <p:grpSpPr>
        <a:xfrm>
          <a:off x="0" y="0"/>
          <a:ext cx="0" cy="0"/>
          <a:chOff x="0" y="0"/>
          <a:chExt cx="0" cy="0"/>
        </a:xfrm>
      </p:grpSpPr>
      <p:sp>
        <p:nvSpPr>
          <p:cNvPr id="387" name="Google Shape;387;p50"/>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4400"/>
            </a:pPr>
            <a:r>
              <a:rPr lang="en-US" dirty="0"/>
              <a:t>1) </a:t>
            </a:r>
            <a:r>
              <a:rPr lang="en-US" b="1" dirty="0"/>
              <a:t>What are the different ways plates interact?</a:t>
            </a:r>
            <a:endParaRPr dirty="0"/>
          </a:p>
        </p:txBody>
      </p:sp>
      <p:sp>
        <p:nvSpPr>
          <p:cNvPr id="388" name="Google Shape;388;p50"/>
          <p:cNvSpPr txBox="1">
            <a:spLocks noGrp="1"/>
          </p:cNvSpPr>
          <p:nvPr>
            <p:ph type="body" idx="1"/>
          </p:nvPr>
        </p:nvSpPr>
        <p:spPr>
          <a:xfrm>
            <a:off x="1981200" y="1600201"/>
            <a:ext cx="8513148" cy="5121275"/>
          </a:xfrm>
          <a:prstGeom prst="rect">
            <a:avLst/>
          </a:prstGeom>
          <a:noFill/>
          <a:ln>
            <a:noFill/>
          </a:ln>
        </p:spPr>
        <p:txBody>
          <a:bodyPr spcFirstLastPara="1" wrap="square" lIns="91425" tIns="45700" rIns="91425" bIns="45700" anchor="t" anchorCtr="0">
            <a:noAutofit/>
          </a:bodyPr>
          <a:lstStyle/>
          <a:p>
            <a:pPr marL="0" indent="0">
              <a:lnSpc>
                <a:spcPct val="80000"/>
              </a:lnSpc>
              <a:spcBef>
                <a:spcPts val="0"/>
              </a:spcBef>
              <a:buSzPts val="2720"/>
              <a:buNone/>
            </a:pPr>
            <a:r>
              <a:rPr lang="en-US" sz="2720" b="1"/>
              <a:t>1. </a:t>
            </a:r>
            <a:r>
              <a:rPr lang="en-US" sz="2720" b="1" u="sng"/>
              <a:t>Divergent plate boundaries</a:t>
            </a:r>
            <a:r>
              <a:rPr lang="en-US" sz="2720" b="1"/>
              <a:t>: </a:t>
            </a:r>
            <a:r>
              <a:rPr lang="en-US" sz="2720" b="1">
                <a:solidFill>
                  <a:srgbClr val="0000FF"/>
                </a:solidFill>
              </a:rPr>
              <a:t>2 plates are moving away from one another due to rising convection currents</a:t>
            </a:r>
            <a:endParaRPr sz="2720">
              <a:solidFill>
                <a:srgbClr val="0000FF"/>
              </a:solidFill>
            </a:endParaRPr>
          </a:p>
          <a:p>
            <a:pPr marL="0" indent="0">
              <a:lnSpc>
                <a:spcPct val="80000"/>
              </a:lnSpc>
              <a:spcBef>
                <a:spcPts val="544"/>
              </a:spcBef>
              <a:buSzPts val="2720"/>
              <a:buNone/>
            </a:pPr>
            <a:endParaRPr sz="2720" b="1"/>
          </a:p>
          <a:p>
            <a:pPr marL="0" indent="0">
              <a:lnSpc>
                <a:spcPct val="80000"/>
              </a:lnSpc>
              <a:spcBef>
                <a:spcPts val="544"/>
              </a:spcBef>
              <a:buSzPts val="2720"/>
              <a:buNone/>
            </a:pPr>
            <a:r>
              <a:rPr lang="en-US" sz="2720" b="1"/>
              <a:t>2. </a:t>
            </a:r>
            <a:r>
              <a:rPr lang="en-US" sz="2720" b="1" u="sng"/>
              <a:t>Convergent plate boundary</a:t>
            </a:r>
            <a:r>
              <a:rPr lang="en-US" sz="2720" b="1"/>
              <a:t>: </a:t>
            </a:r>
            <a:r>
              <a:rPr lang="en-US" sz="2720" b="1">
                <a:solidFill>
                  <a:srgbClr val="0000FF"/>
                </a:solidFill>
              </a:rPr>
              <a:t>2 plates are moving towards each other due to sinking convection currents.</a:t>
            </a:r>
            <a:endParaRPr sz="2720">
              <a:solidFill>
                <a:srgbClr val="0000FF"/>
              </a:solidFill>
            </a:endParaRPr>
          </a:p>
          <a:p>
            <a:pPr marL="0" indent="0">
              <a:lnSpc>
                <a:spcPct val="80000"/>
              </a:lnSpc>
              <a:spcBef>
                <a:spcPts val="544"/>
              </a:spcBef>
              <a:buSzPts val="2720"/>
              <a:buNone/>
            </a:pPr>
            <a:endParaRPr sz="2720" b="1"/>
          </a:p>
          <a:p>
            <a:pPr marL="0" indent="0">
              <a:lnSpc>
                <a:spcPct val="80000"/>
              </a:lnSpc>
              <a:spcBef>
                <a:spcPts val="544"/>
              </a:spcBef>
              <a:buSzPts val="2720"/>
              <a:buNone/>
            </a:pPr>
            <a:r>
              <a:rPr lang="en-US" sz="2720" b="1"/>
              <a:t>3. </a:t>
            </a:r>
            <a:r>
              <a:rPr lang="en-US" sz="2720" b="1" u="sng"/>
              <a:t>Transform plate boundary</a:t>
            </a:r>
            <a:r>
              <a:rPr lang="en-US" sz="2720" b="1"/>
              <a:t>: </a:t>
            </a:r>
            <a:r>
              <a:rPr lang="en-US" sz="2720" b="1">
                <a:solidFill>
                  <a:srgbClr val="0000FF"/>
                </a:solidFill>
              </a:rPr>
              <a:t>2 plates are sliding past one another</a:t>
            </a:r>
            <a:endParaRPr sz="2720">
              <a:solidFill>
                <a:srgbClr val="0000FF"/>
              </a:solidFill>
            </a:endParaRPr>
          </a:p>
          <a:p>
            <a:pPr marL="342900" indent="-170180">
              <a:lnSpc>
                <a:spcPct val="80000"/>
              </a:lnSpc>
              <a:spcBef>
                <a:spcPts val="544"/>
              </a:spcBef>
              <a:buSzPts val="2720"/>
              <a:buNone/>
            </a:pPr>
            <a:endParaRPr sz="2720"/>
          </a:p>
          <a:p>
            <a:pPr marL="342900">
              <a:lnSpc>
                <a:spcPct val="80000"/>
              </a:lnSpc>
              <a:spcBef>
                <a:spcPts val="544"/>
              </a:spcBef>
              <a:buSzPts val="2720"/>
            </a:pPr>
            <a:r>
              <a:rPr lang="en-US" sz="2720" b="1"/>
              <a:t>See ESRT page 5 – Tectonic Plates for locations of each plate boundary around the world</a:t>
            </a:r>
            <a:r>
              <a:rPr lang="en-US" sz="2720"/>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8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8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8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392"/>
        <p:cNvGrpSpPr/>
        <p:nvPr/>
      </p:nvGrpSpPr>
      <p:grpSpPr>
        <a:xfrm>
          <a:off x="0" y="0"/>
          <a:ext cx="0" cy="0"/>
          <a:chOff x="0" y="0"/>
          <a:chExt cx="0" cy="0"/>
        </a:xfrm>
      </p:grpSpPr>
      <p:sp>
        <p:nvSpPr>
          <p:cNvPr id="393" name="Google Shape;393;p51"/>
          <p:cNvSpPr txBox="1">
            <a:spLocks noGrp="1"/>
          </p:cNvSpPr>
          <p:nvPr>
            <p:ph type="title"/>
          </p:nvPr>
        </p:nvSpPr>
        <p:spPr>
          <a:xfrm>
            <a:off x="1583538" y="36530"/>
            <a:ext cx="9084600" cy="1563600"/>
          </a:xfrm>
          <a:prstGeom prst="rect">
            <a:avLst/>
          </a:prstGeom>
          <a:noFill/>
          <a:ln>
            <a:noFill/>
          </a:ln>
        </p:spPr>
        <p:txBody>
          <a:bodyPr spcFirstLastPara="1" wrap="square" lIns="91425" tIns="45700" rIns="91425" bIns="45700" anchor="t" anchorCtr="0">
            <a:noAutofit/>
          </a:bodyPr>
          <a:lstStyle/>
          <a:p>
            <a:pPr algn="l">
              <a:buSzPts val="4400"/>
            </a:pPr>
            <a:r>
              <a:rPr lang="en-US" dirty="0"/>
              <a:t>1) </a:t>
            </a:r>
            <a:r>
              <a:rPr lang="en-US" b="1" dirty="0"/>
              <a:t>What are the different ways plates interact?</a:t>
            </a:r>
            <a:endParaRPr dirty="0"/>
          </a:p>
        </p:txBody>
      </p:sp>
      <p:sp>
        <p:nvSpPr>
          <p:cNvPr id="394" name="Google Shape;394;p51"/>
          <p:cNvSpPr txBox="1">
            <a:spLocks noGrp="1"/>
          </p:cNvSpPr>
          <p:nvPr>
            <p:ph type="body" idx="1"/>
          </p:nvPr>
        </p:nvSpPr>
        <p:spPr>
          <a:xfrm>
            <a:off x="1981200" y="1600200"/>
            <a:ext cx="8513100" cy="5121300"/>
          </a:xfrm>
          <a:prstGeom prst="rect">
            <a:avLst/>
          </a:prstGeom>
          <a:noFill/>
          <a:ln>
            <a:noFill/>
          </a:ln>
        </p:spPr>
        <p:txBody>
          <a:bodyPr spcFirstLastPara="1" wrap="square" lIns="91425" tIns="45700" rIns="91425" bIns="45700" anchor="t" anchorCtr="0">
            <a:noAutofit/>
          </a:bodyPr>
          <a:lstStyle/>
          <a:p>
            <a:pPr marL="0" indent="0">
              <a:lnSpc>
                <a:spcPct val="80000"/>
              </a:lnSpc>
              <a:spcBef>
                <a:spcPts val="0"/>
              </a:spcBef>
              <a:buSzPts val="2720"/>
              <a:buNone/>
            </a:pPr>
            <a:r>
              <a:rPr lang="en-US" sz="2720" b="1"/>
              <a:t>1. </a:t>
            </a:r>
            <a:r>
              <a:rPr lang="en-US" sz="2720" b="1" u="sng"/>
              <a:t>Divergent plate boundaries</a:t>
            </a:r>
            <a:r>
              <a:rPr lang="en-US" sz="2720" b="1"/>
              <a:t>: </a:t>
            </a:r>
            <a:endParaRPr sz="2720" b="1">
              <a:solidFill>
                <a:srgbClr val="0000FF"/>
              </a:solidFill>
            </a:endParaRPr>
          </a:p>
          <a:p>
            <a:pPr marL="0" indent="0">
              <a:lnSpc>
                <a:spcPct val="80000"/>
              </a:lnSpc>
              <a:spcBef>
                <a:spcPts val="0"/>
              </a:spcBef>
              <a:buSzPts val="2720"/>
              <a:buNone/>
            </a:pPr>
            <a:endParaRPr sz="2720" b="1">
              <a:solidFill>
                <a:srgbClr val="0000FF"/>
              </a:solidFill>
            </a:endParaRPr>
          </a:p>
          <a:p>
            <a:pPr marL="0" indent="0">
              <a:lnSpc>
                <a:spcPct val="80000"/>
              </a:lnSpc>
              <a:spcBef>
                <a:spcPts val="544"/>
              </a:spcBef>
              <a:buSzPts val="2720"/>
              <a:buNone/>
            </a:pPr>
            <a:endParaRPr sz="2720" b="1"/>
          </a:p>
          <a:p>
            <a:pPr marL="0" indent="0">
              <a:lnSpc>
                <a:spcPct val="80000"/>
              </a:lnSpc>
              <a:spcBef>
                <a:spcPts val="544"/>
              </a:spcBef>
              <a:buSzPts val="2720"/>
              <a:buNone/>
            </a:pPr>
            <a:endParaRPr sz="2720" b="1"/>
          </a:p>
          <a:p>
            <a:pPr marL="0" indent="0">
              <a:lnSpc>
                <a:spcPct val="80000"/>
              </a:lnSpc>
              <a:spcBef>
                <a:spcPts val="544"/>
              </a:spcBef>
              <a:buSzPts val="2720"/>
              <a:buNone/>
            </a:pPr>
            <a:r>
              <a:rPr lang="en-US" sz="2720" b="1"/>
              <a:t>2. </a:t>
            </a:r>
            <a:r>
              <a:rPr lang="en-US" sz="2720" b="1" u="sng"/>
              <a:t>Convergent plate boundary</a:t>
            </a:r>
            <a:r>
              <a:rPr lang="en-US" sz="2720" b="1"/>
              <a:t>:</a:t>
            </a:r>
            <a:endParaRPr sz="2720">
              <a:solidFill>
                <a:srgbClr val="0000FF"/>
              </a:solidFill>
            </a:endParaRPr>
          </a:p>
          <a:p>
            <a:pPr marL="0" indent="0">
              <a:lnSpc>
                <a:spcPct val="80000"/>
              </a:lnSpc>
              <a:spcBef>
                <a:spcPts val="544"/>
              </a:spcBef>
              <a:buSzPts val="2720"/>
              <a:buNone/>
            </a:pPr>
            <a:endParaRPr sz="2720" b="1"/>
          </a:p>
          <a:p>
            <a:pPr marL="0" indent="0">
              <a:lnSpc>
                <a:spcPct val="80000"/>
              </a:lnSpc>
              <a:spcBef>
                <a:spcPts val="544"/>
              </a:spcBef>
              <a:buSzPts val="2720"/>
              <a:buNone/>
            </a:pPr>
            <a:endParaRPr sz="2720" b="1"/>
          </a:p>
          <a:p>
            <a:pPr marL="0" indent="0">
              <a:lnSpc>
                <a:spcPct val="80000"/>
              </a:lnSpc>
              <a:spcBef>
                <a:spcPts val="544"/>
              </a:spcBef>
              <a:buSzPts val="2720"/>
              <a:buNone/>
            </a:pPr>
            <a:endParaRPr sz="2720" b="1"/>
          </a:p>
          <a:p>
            <a:pPr marL="0" indent="0">
              <a:lnSpc>
                <a:spcPct val="80000"/>
              </a:lnSpc>
              <a:spcBef>
                <a:spcPts val="544"/>
              </a:spcBef>
              <a:buSzPts val="2720"/>
              <a:buNone/>
            </a:pPr>
            <a:r>
              <a:rPr lang="en-US" sz="2720" b="1"/>
              <a:t>3. </a:t>
            </a:r>
            <a:r>
              <a:rPr lang="en-US" sz="2720" b="1" u="sng"/>
              <a:t>Transform plate boundary</a:t>
            </a:r>
            <a:r>
              <a:rPr lang="en-US" sz="2720" b="1"/>
              <a:t>: </a:t>
            </a:r>
            <a:endParaRPr/>
          </a:p>
        </p:txBody>
      </p:sp>
      <p:pic>
        <p:nvPicPr>
          <p:cNvPr id="395" name="Google Shape;395;p51"/>
          <p:cNvPicPr preferRelativeResize="0"/>
          <p:nvPr/>
        </p:nvPicPr>
        <p:blipFill>
          <a:blip r:embed="rId3">
            <a:alphaModFix/>
          </a:blip>
          <a:stretch>
            <a:fillRect/>
          </a:stretch>
        </p:blipFill>
        <p:spPr>
          <a:xfrm>
            <a:off x="7704600" y="1384951"/>
            <a:ext cx="2131776" cy="1680401"/>
          </a:xfrm>
          <a:prstGeom prst="rect">
            <a:avLst/>
          </a:prstGeom>
          <a:noFill/>
          <a:ln>
            <a:noFill/>
          </a:ln>
        </p:spPr>
      </p:pic>
      <p:pic>
        <p:nvPicPr>
          <p:cNvPr id="396" name="Google Shape;396;p51"/>
          <p:cNvPicPr preferRelativeResize="0"/>
          <p:nvPr/>
        </p:nvPicPr>
        <p:blipFill>
          <a:blip r:embed="rId4">
            <a:alphaModFix/>
          </a:blip>
          <a:stretch>
            <a:fillRect/>
          </a:stretch>
        </p:blipFill>
        <p:spPr>
          <a:xfrm>
            <a:off x="7604301" y="3141603"/>
            <a:ext cx="2463926" cy="1953172"/>
          </a:xfrm>
          <a:prstGeom prst="rect">
            <a:avLst/>
          </a:prstGeom>
          <a:noFill/>
          <a:ln>
            <a:noFill/>
          </a:ln>
        </p:spPr>
      </p:pic>
      <p:pic>
        <p:nvPicPr>
          <p:cNvPr id="397" name="Google Shape;397;p51"/>
          <p:cNvPicPr preferRelativeResize="0"/>
          <p:nvPr/>
        </p:nvPicPr>
        <p:blipFill>
          <a:blip r:embed="rId5">
            <a:alphaModFix/>
          </a:blip>
          <a:stretch>
            <a:fillRect/>
          </a:stretch>
        </p:blipFill>
        <p:spPr>
          <a:xfrm>
            <a:off x="7604313" y="5012350"/>
            <a:ext cx="2068625" cy="19178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01"/>
        <p:cNvGrpSpPr/>
        <p:nvPr/>
      </p:nvGrpSpPr>
      <p:grpSpPr>
        <a:xfrm>
          <a:off x="0" y="0"/>
          <a:ext cx="0" cy="0"/>
          <a:chOff x="0" y="0"/>
          <a:chExt cx="0" cy="0"/>
        </a:xfrm>
      </p:grpSpPr>
      <p:pic>
        <p:nvPicPr>
          <p:cNvPr id="3" name="Picture 2">
            <a:extLst>
              <a:ext uri="{FF2B5EF4-FFF2-40B4-BE49-F238E27FC236}">
                <a16:creationId xmlns:a16="http://schemas.microsoft.com/office/drawing/2014/main" id="{9C873B60-EAEB-8B63-EDE9-8C042EDA262E}"/>
              </a:ext>
            </a:extLst>
          </p:cNvPr>
          <p:cNvPicPr>
            <a:picLocks noChangeAspect="1"/>
          </p:cNvPicPr>
          <p:nvPr/>
        </p:nvPicPr>
        <p:blipFill>
          <a:blip r:embed="rId3"/>
          <a:stretch>
            <a:fillRect/>
          </a:stretch>
        </p:blipFill>
        <p:spPr>
          <a:xfrm>
            <a:off x="1525326" y="0"/>
            <a:ext cx="9141348" cy="6858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22"/>
        <p:cNvGrpSpPr/>
        <p:nvPr/>
      </p:nvGrpSpPr>
      <p:grpSpPr>
        <a:xfrm>
          <a:off x="0" y="0"/>
          <a:ext cx="0" cy="0"/>
          <a:chOff x="0" y="0"/>
          <a:chExt cx="0" cy="0"/>
        </a:xfrm>
      </p:grpSpPr>
      <p:sp>
        <p:nvSpPr>
          <p:cNvPr id="423" name="Google Shape;423;p54"/>
          <p:cNvSpPr txBox="1">
            <a:spLocks noGrp="1"/>
          </p:cNvSpPr>
          <p:nvPr>
            <p:ph type="title"/>
          </p:nvPr>
        </p:nvSpPr>
        <p:spPr>
          <a:xfrm>
            <a:off x="1981199" y="168673"/>
            <a:ext cx="8229600" cy="850200"/>
          </a:xfrm>
          <a:prstGeom prst="rect">
            <a:avLst/>
          </a:prstGeom>
        </p:spPr>
        <p:txBody>
          <a:bodyPr spcFirstLastPara="1" wrap="square" lIns="91425" tIns="45700" rIns="91425" bIns="45700" anchor="ctr" anchorCtr="0">
            <a:noAutofit/>
          </a:bodyPr>
          <a:lstStyle/>
          <a:p>
            <a:r>
              <a:rPr lang="en-US" sz="3600" u="sng" dirty="0"/>
              <a:t>Mid-Atlantic Ridge </a:t>
            </a:r>
            <a:endParaRPr sz="3600" u="sng" dirty="0"/>
          </a:p>
        </p:txBody>
      </p:sp>
      <p:pic>
        <p:nvPicPr>
          <p:cNvPr id="2" name="Online Media 1" title="Mid-Atlantic Ridge">
            <a:hlinkClick r:id="" action="ppaction://media"/>
            <a:extLst>
              <a:ext uri="{FF2B5EF4-FFF2-40B4-BE49-F238E27FC236}">
                <a16:creationId xmlns:a16="http://schemas.microsoft.com/office/drawing/2014/main" id="{9CE5929E-D604-A5D8-6F64-550026A7B655}"/>
              </a:ext>
            </a:extLst>
          </p:cNvPr>
          <p:cNvPicPr>
            <a:picLocks noRot="1" noChangeAspect="1"/>
          </p:cNvPicPr>
          <p:nvPr>
            <a:videoFile r:link="rId1"/>
          </p:nvPr>
        </p:nvPicPr>
        <p:blipFill>
          <a:blip r:embed="rId4"/>
          <a:stretch>
            <a:fillRect/>
          </a:stretch>
        </p:blipFill>
        <p:spPr>
          <a:xfrm>
            <a:off x="1737182" y="1244517"/>
            <a:ext cx="8717637" cy="492546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09"/>
        <p:cNvGrpSpPr/>
        <p:nvPr/>
      </p:nvGrpSpPr>
      <p:grpSpPr>
        <a:xfrm>
          <a:off x="0" y="0"/>
          <a:ext cx="0" cy="0"/>
          <a:chOff x="0" y="0"/>
          <a:chExt cx="0" cy="0"/>
        </a:xfrm>
      </p:grpSpPr>
      <p:sp>
        <p:nvSpPr>
          <p:cNvPr id="410" name="Google Shape;410;p53"/>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4400"/>
            </a:pPr>
            <a:r>
              <a:rPr lang="en-US" dirty="0"/>
              <a:t>2) </a:t>
            </a:r>
            <a:r>
              <a:rPr lang="en-US" b="1" dirty="0"/>
              <a:t>What does the bottom of the Atlantic Ocean floor look like?</a:t>
            </a:r>
            <a:endParaRPr dirty="0"/>
          </a:p>
        </p:txBody>
      </p:sp>
      <p:sp>
        <p:nvSpPr>
          <p:cNvPr id="411" name="Google Shape;411;p53"/>
          <p:cNvSpPr txBox="1">
            <a:spLocks noGrp="1"/>
          </p:cNvSpPr>
          <p:nvPr>
            <p:ph type="body" idx="1"/>
          </p:nvPr>
        </p:nvSpPr>
        <p:spPr>
          <a:xfrm>
            <a:off x="1981200" y="1600201"/>
            <a:ext cx="8513148" cy="5121275"/>
          </a:xfrm>
          <a:prstGeom prst="rect">
            <a:avLst/>
          </a:prstGeom>
          <a:noFill/>
          <a:ln>
            <a:noFill/>
          </a:ln>
        </p:spPr>
        <p:txBody>
          <a:bodyPr spcFirstLastPara="1" wrap="square" lIns="91425" tIns="45700" rIns="91425" bIns="45700" anchor="t" anchorCtr="0">
            <a:noAutofit/>
          </a:bodyPr>
          <a:lstStyle/>
          <a:p>
            <a:pPr marL="342900">
              <a:spcBef>
                <a:spcPts val="0"/>
              </a:spcBef>
              <a:buSzPts val="2000"/>
              <a:buFont typeface="Noto Sans Symbols"/>
              <a:buChar char="★"/>
            </a:pPr>
            <a:r>
              <a:rPr lang="en-US" sz="2000" b="1"/>
              <a:t>Making Predictions: </a:t>
            </a:r>
            <a:r>
              <a:rPr lang="en-US" sz="2000"/>
              <a:t>The cross section below shows the east coast of North America, the Atlantic Ocean, and the west coast of Europe. Using a pencil, draw what you think the ocean floor looks like as you travel from one continent to the other.</a:t>
            </a:r>
            <a:endParaRPr/>
          </a:p>
          <a:p>
            <a:pPr marL="0" indent="0">
              <a:spcBef>
                <a:spcPts val="400"/>
              </a:spcBef>
              <a:buSzPts val="2000"/>
              <a:buNone/>
            </a:pPr>
            <a:endParaRPr sz="2000"/>
          </a:p>
        </p:txBody>
      </p:sp>
      <p:pic>
        <p:nvPicPr>
          <p:cNvPr id="412" name="Google Shape;412;p53"/>
          <p:cNvPicPr preferRelativeResize="0"/>
          <p:nvPr/>
        </p:nvPicPr>
        <p:blipFill rotWithShape="1">
          <a:blip r:embed="rId3">
            <a:alphaModFix/>
          </a:blip>
          <a:srcRect/>
          <a:stretch/>
        </p:blipFill>
        <p:spPr>
          <a:xfrm>
            <a:off x="2209800" y="3111500"/>
            <a:ext cx="7772400" cy="3746500"/>
          </a:xfrm>
          <a:prstGeom prst="rect">
            <a:avLst/>
          </a:prstGeom>
          <a:noFill/>
          <a:ln>
            <a:noFill/>
          </a:ln>
        </p:spPr>
      </p:pic>
      <p:sp>
        <p:nvSpPr>
          <p:cNvPr id="413" name="Google Shape;413;p53"/>
          <p:cNvSpPr/>
          <p:nvPr/>
        </p:nvSpPr>
        <p:spPr>
          <a:xfrm>
            <a:off x="3667359" y="4543891"/>
            <a:ext cx="4604249" cy="1428647"/>
          </a:xfrm>
          <a:custGeom>
            <a:avLst/>
            <a:gdLst/>
            <a:ahLst/>
            <a:cxnLst/>
            <a:rect l="l" t="t" r="r" b="b"/>
            <a:pathLst>
              <a:path w="4604249" h="1428647" extrusionOk="0">
                <a:moveTo>
                  <a:pt x="0" y="0"/>
                </a:moveTo>
                <a:lnTo>
                  <a:pt x="19845" y="1408804"/>
                </a:lnTo>
                <a:lnTo>
                  <a:pt x="4604249" y="1428647"/>
                </a:lnTo>
                <a:lnTo>
                  <a:pt x="4604249" y="0"/>
                </a:lnTo>
                <a:lnTo>
                  <a:pt x="4187485" y="1150854"/>
                </a:lnTo>
                <a:lnTo>
                  <a:pt x="3433341" y="1250066"/>
                </a:lnTo>
                <a:lnTo>
                  <a:pt x="2619659" y="1250066"/>
                </a:lnTo>
                <a:lnTo>
                  <a:pt x="2242587" y="773850"/>
                </a:lnTo>
                <a:lnTo>
                  <a:pt x="1845669" y="1250066"/>
                </a:lnTo>
                <a:lnTo>
                  <a:pt x="754144" y="1250066"/>
                </a:lnTo>
                <a:lnTo>
                  <a:pt x="337380" y="1150854"/>
                </a:lnTo>
                <a:lnTo>
                  <a:pt x="0" y="0"/>
                </a:lnTo>
                <a:close/>
              </a:path>
            </a:pathLst>
          </a:custGeom>
          <a:gradFill>
            <a:gsLst>
              <a:gs pos="0">
                <a:srgbClr val="DC9F0B"/>
              </a:gs>
              <a:gs pos="38000">
                <a:srgbClr val="DC9F0B"/>
              </a:gs>
              <a:gs pos="50000">
                <a:srgbClr val="FF0000"/>
              </a:gs>
              <a:gs pos="60000">
                <a:srgbClr val="DC9F0B"/>
              </a:gs>
              <a:gs pos="100000">
                <a:srgbClr val="DC9F0B"/>
              </a:gs>
            </a:gsLst>
            <a:path path="circle">
              <a:fillToRect l="100000" t="100000"/>
            </a:path>
            <a:tileRect r="-100000" b="-100000"/>
          </a:gra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buClr>
                <a:srgbClr val="000000"/>
              </a:buClr>
            </a:pPr>
            <a:endParaRPr kern="0">
              <a:solidFill>
                <a:srgbClr val="FFFFFF"/>
              </a:solidFill>
              <a:latin typeface="Arial"/>
              <a:ea typeface="Arial"/>
              <a:cs typeface="Arial"/>
              <a:sym typeface="Arial"/>
            </a:endParaRPr>
          </a:p>
        </p:txBody>
      </p:sp>
      <p:sp>
        <p:nvSpPr>
          <p:cNvPr id="414" name="Google Shape;414;p53"/>
          <p:cNvSpPr txBox="1"/>
          <p:nvPr/>
        </p:nvSpPr>
        <p:spPr>
          <a:xfrm>
            <a:off x="5012034" y="5972538"/>
            <a:ext cx="177101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Rising     magma</a:t>
            </a:r>
            <a:endParaRPr sz="1200" kern="0">
              <a:solidFill>
                <a:srgbClr val="000000"/>
              </a:solidFill>
              <a:latin typeface="Short Stack"/>
              <a:ea typeface="Short Stack"/>
              <a:cs typeface="Short Stack"/>
              <a:sym typeface="Short Stack"/>
            </a:endParaRPr>
          </a:p>
        </p:txBody>
      </p:sp>
      <p:sp>
        <p:nvSpPr>
          <p:cNvPr id="415" name="Google Shape;415;p53"/>
          <p:cNvSpPr/>
          <p:nvPr/>
        </p:nvSpPr>
        <p:spPr>
          <a:xfrm flipH="1">
            <a:off x="5923123" y="6042350"/>
            <a:ext cx="495300" cy="478155"/>
          </a:xfrm>
          <a:custGeom>
            <a:avLst/>
            <a:gdLst/>
            <a:ahLst/>
            <a:cxnLst/>
            <a:rect l="l" t="t" r="r" b="b"/>
            <a:pathLst>
              <a:path w="378932" h="863600" extrusionOk="0">
                <a:moveTo>
                  <a:pt x="0" y="863600"/>
                </a:moveTo>
                <a:cubicBezTo>
                  <a:pt x="138289" y="774700"/>
                  <a:pt x="276578" y="685800"/>
                  <a:pt x="338667" y="541867"/>
                </a:cubicBezTo>
                <a:cubicBezTo>
                  <a:pt x="400756" y="397934"/>
                  <a:pt x="372533" y="0"/>
                  <a:pt x="372533" y="0"/>
                </a:cubicBezTo>
              </a:path>
            </a:pathLst>
          </a:cu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416" name="Google Shape;416;p53"/>
          <p:cNvSpPr/>
          <p:nvPr/>
        </p:nvSpPr>
        <p:spPr>
          <a:xfrm>
            <a:off x="5317968" y="6037905"/>
            <a:ext cx="495300" cy="478155"/>
          </a:xfrm>
          <a:custGeom>
            <a:avLst/>
            <a:gdLst/>
            <a:ahLst/>
            <a:cxnLst/>
            <a:rect l="l" t="t" r="r" b="b"/>
            <a:pathLst>
              <a:path w="378932" h="863600" extrusionOk="0">
                <a:moveTo>
                  <a:pt x="0" y="863600"/>
                </a:moveTo>
                <a:cubicBezTo>
                  <a:pt x="138289" y="774700"/>
                  <a:pt x="276578" y="685800"/>
                  <a:pt x="338667" y="541867"/>
                </a:cubicBezTo>
                <a:cubicBezTo>
                  <a:pt x="400756" y="397934"/>
                  <a:pt x="372533" y="0"/>
                  <a:pt x="372533" y="0"/>
                </a:cubicBezTo>
              </a:path>
            </a:pathLst>
          </a:cu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417" name="Google Shape;417;p53"/>
          <p:cNvSpPr txBox="1"/>
          <p:nvPr/>
        </p:nvSpPr>
        <p:spPr>
          <a:xfrm>
            <a:off x="5059206" y="4700361"/>
            <a:ext cx="172783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Mid-Ocean Ridge (Volcanic Mountain Range)</a:t>
            </a:r>
            <a:endParaRPr sz="1200" kern="0">
              <a:solidFill>
                <a:srgbClr val="000000"/>
              </a:solidFill>
              <a:latin typeface="Short Stack"/>
              <a:ea typeface="Short Stack"/>
              <a:cs typeface="Short Stack"/>
              <a:sym typeface="Short Stac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28"/>
        <p:cNvGrpSpPr/>
        <p:nvPr/>
      </p:nvGrpSpPr>
      <p:grpSpPr>
        <a:xfrm>
          <a:off x="0" y="0"/>
          <a:ext cx="0" cy="0"/>
          <a:chOff x="0" y="0"/>
          <a:chExt cx="0" cy="0"/>
        </a:xfrm>
      </p:grpSpPr>
      <p:pic>
        <p:nvPicPr>
          <p:cNvPr id="429" name="Google Shape;429;p55"/>
          <p:cNvPicPr preferRelativeResize="0"/>
          <p:nvPr/>
        </p:nvPicPr>
        <p:blipFill rotWithShape="1">
          <a:blip r:embed="rId3">
            <a:alphaModFix/>
          </a:blip>
          <a:srcRect/>
          <a:stretch/>
        </p:blipFill>
        <p:spPr>
          <a:xfrm>
            <a:off x="2232198" y="-33927"/>
            <a:ext cx="7772400" cy="3746500"/>
          </a:xfrm>
          <a:prstGeom prst="rect">
            <a:avLst/>
          </a:prstGeom>
          <a:noFill/>
          <a:ln>
            <a:noFill/>
          </a:ln>
        </p:spPr>
      </p:pic>
      <p:sp>
        <p:nvSpPr>
          <p:cNvPr id="430" name="Google Shape;430;p55"/>
          <p:cNvSpPr/>
          <p:nvPr/>
        </p:nvSpPr>
        <p:spPr>
          <a:xfrm>
            <a:off x="3689757" y="1398464"/>
            <a:ext cx="4604249" cy="1428647"/>
          </a:xfrm>
          <a:custGeom>
            <a:avLst/>
            <a:gdLst/>
            <a:ahLst/>
            <a:cxnLst/>
            <a:rect l="l" t="t" r="r" b="b"/>
            <a:pathLst>
              <a:path w="4604249" h="1428647" extrusionOk="0">
                <a:moveTo>
                  <a:pt x="0" y="0"/>
                </a:moveTo>
                <a:lnTo>
                  <a:pt x="19845" y="1408804"/>
                </a:lnTo>
                <a:lnTo>
                  <a:pt x="4604249" y="1428647"/>
                </a:lnTo>
                <a:lnTo>
                  <a:pt x="4604249" y="0"/>
                </a:lnTo>
                <a:lnTo>
                  <a:pt x="4187485" y="1150854"/>
                </a:lnTo>
                <a:lnTo>
                  <a:pt x="3433341" y="1250066"/>
                </a:lnTo>
                <a:lnTo>
                  <a:pt x="2619659" y="1250066"/>
                </a:lnTo>
                <a:lnTo>
                  <a:pt x="2242587" y="773850"/>
                </a:lnTo>
                <a:lnTo>
                  <a:pt x="1845669" y="1250066"/>
                </a:lnTo>
                <a:lnTo>
                  <a:pt x="754144" y="1250066"/>
                </a:lnTo>
                <a:lnTo>
                  <a:pt x="337380" y="1150854"/>
                </a:lnTo>
                <a:lnTo>
                  <a:pt x="0" y="0"/>
                </a:lnTo>
                <a:close/>
              </a:path>
            </a:pathLst>
          </a:custGeom>
          <a:gradFill>
            <a:gsLst>
              <a:gs pos="0">
                <a:srgbClr val="DC9F0B"/>
              </a:gs>
              <a:gs pos="38000">
                <a:srgbClr val="DC9F0B"/>
              </a:gs>
              <a:gs pos="50000">
                <a:srgbClr val="FF0000"/>
              </a:gs>
              <a:gs pos="60000">
                <a:srgbClr val="DC9F0B"/>
              </a:gs>
              <a:gs pos="100000">
                <a:srgbClr val="DC9F0B"/>
              </a:gs>
            </a:gsLst>
            <a:path path="circle">
              <a:fillToRect l="100000" t="100000"/>
            </a:path>
            <a:tileRect r="-100000" b="-100000"/>
          </a:gra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lgn="ctr">
              <a:buClr>
                <a:srgbClr val="000000"/>
              </a:buClr>
            </a:pPr>
            <a:endParaRPr kern="0">
              <a:solidFill>
                <a:srgbClr val="FFFFFF"/>
              </a:solidFill>
              <a:latin typeface="Arial"/>
              <a:ea typeface="Arial"/>
              <a:cs typeface="Arial"/>
              <a:sym typeface="Arial"/>
            </a:endParaRPr>
          </a:p>
        </p:txBody>
      </p:sp>
      <p:sp>
        <p:nvSpPr>
          <p:cNvPr id="431" name="Google Shape;431;p55"/>
          <p:cNvSpPr txBox="1"/>
          <p:nvPr/>
        </p:nvSpPr>
        <p:spPr>
          <a:xfrm>
            <a:off x="5034432" y="2827111"/>
            <a:ext cx="177101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Rising     magma</a:t>
            </a:r>
            <a:endParaRPr sz="1200" kern="0">
              <a:solidFill>
                <a:srgbClr val="000000"/>
              </a:solidFill>
              <a:latin typeface="Short Stack"/>
              <a:ea typeface="Short Stack"/>
              <a:cs typeface="Short Stack"/>
              <a:sym typeface="Short Stack"/>
            </a:endParaRPr>
          </a:p>
        </p:txBody>
      </p:sp>
      <p:sp>
        <p:nvSpPr>
          <p:cNvPr id="432" name="Google Shape;432;p55"/>
          <p:cNvSpPr/>
          <p:nvPr/>
        </p:nvSpPr>
        <p:spPr>
          <a:xfrm flipH="1">
            <a:off x="5945521" y="2896923"/>
            <a:ext cx="495300" cy="478155"/>
          </a:xfrm>
          <a:custGeom>
            <a:avLst/>
            <a:gdLst/>
            <a:ahLst/>
            <a:cxnLst/>
            <a:rect l="l" t="t" r="r" b="b"/>
            <a:pathLst>
              <a:path w="378932" h="863600" extrusionOk="0">
                <a:moveTo>
                  <a:pt x="0" y="863600"/>
                </a:moveTo>
                <a:cubicBezTo>
                  <a:pt x="138289" y="774700"/>
                  <a:pt x="276578" y="685800"/>
                  <a:pt x="338667" y="541867"/>
                </a:cubicBezTo>
                <a:cubicBezTo>
                  <a:pt x="400756" y="397934"/>
                  <a:pt x="372533" y="0"/>
                  <a:pt x="372533" y="0"/>
                </a:cubicBezTo>
              </a:path>
            </a:pathLst>
          </a:cu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433" name="Google Shape;433;p55"/>
          <p:cNvSpPr/>
          <p:nvPr/>
        </p:nvSpPr>
        <p:spPr>
          <a:xfrm>
            <a:off x="5340366" y="2892478"/>
            <a:ext cx="495300" cy="478155"/>
          </a:xfrm>
          <a:custGeom>
            <a:avLst/>
            <a:gdLst/>
            <a:ahLst/>
            <a:cxnLst/>
            <a:rect l="l" t="t" r="r" b="b"/>
            <a:pathLst>
              <a:path w="378932" h="863600" extrusionOk="0">
                <a:moveTo>
                  <a:pt x="0" y="863600"/>
                </a:moveTo>
                <a:cubicBezTo>
                  <a:pt x="138289" y="774700"/>
                  <a:pt x="276578" y="685800"/>
                  <a:pt x="338667" y="541867"/>
                </a:cubicBezTo>
                <a:cubicBezTo>
                  <a:pt x="400756" y="397934"/>
                  <a:pt x="372533" y="0"/>
                  <a:pt x="372533" y="0"/>
                </a:cubicBezTo>
              </a:path>
            </a:pathLst>
          </a:cu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434" name="Google Shape;434;p55"/>
          <p:cNvSpPr txBox="1"/>
          <p:nvPr/>
        </p:nvSpPr>
        <p:spPr>
          <a:xfrm>
            <a:off x="5081604" y="1554934"/>
            <a:ext cx="172783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Mid-Ocean Ridge (Volcanic Mountain Range)</a:t>
            </a:r>
            <a:endParaRPr sz="1200" kern="0">
              <a:solidFill>
                <a:srgbClr val="000000"/>
              </a:solidFill>
              <a:latin typeface="Short Stack"/>
              <a:ea typeface="Short Stack"/>
              <a:cs typeface="Short Stack"/>
              <a:sym typeface="Short Stack"/>
            </a:endParaRPr>
          </a:p>
        </p:txBody>
      </p:sp>
      <p:sp>
        <p:nvSpPr>
          <p:cNvPr id="435" name="Google Shape;435;p55"/>
          <p:cNvSpPr txBox="1"/>
          <p:nvPr/>
        </p:nvSpPr>
        <p:spPr>
          <a:xfrm>
            <a:off x="1981200" y="3712573"/>
            <a:ext cx="8513148" cy="3008902"/>
          </a:xfrm>
          <a:prstGeom prst="rect">
            <a:avLst/>
          </a:prstGeom>
          <a:noFill/>
          <a:ln>
            <a:noFill/>
          </a:ln>
        </p:spPr>
        <p:txBody>
          <a:bodyPr spcFirstLastPara="1" wrap="square" lIns="91425" tIns="45700" rIns="91425" bIns="45700" anchor="t" anchorCtr="0">
            <a:noAutofit/>
          </a:bodyPr>
          <a:lstStyle/>
          <a:p>
            <a:pPr>
              <a:buClr>
                <a:srgbClr val="000000"/>
              </a:buClr>
              <a:buSzPts val="2000"/>
            </a:pPr>
            <a:r>
              <a:rPr lang="en-US" sz="2000" b="1" kern="0">
                <a:solidFill>
                  <a:srgbClr val="000000"/>
                </a:solidFill>
                <a:latin typeface="Arial"/>
                <a:ea typeface="Arial"/>
                <a:cs typeface="Arial"/>
                <a:sym typeface="Arial"/>
              </a:rPr>
              <a:t>Explanation</a:t>
            </a:r>
            <a:r>
              <a:rPr lang="en-US" sz="2000" kern="0">
                <a:solidFill>
                  <a:srgbClr val="000000"/>
                </a:solidFill>
                <a:latin typeface="Arial"/>
                <a:ea typeface="Arial"/>
                <a:cs typeface="Arial"/>
                <a:sym typeface="Arial"/>
              </a:rPr>
              <a:t>: </a:t>
            </a:r>
            <a:endParaRPr sz="1400" kern="0">
              <a:solidFill>
                <a:srgbClr val="000000"/>
              </a:solidFill>
              <a:latin typeface="Arial"/>
              <a:cs typeface="Arial"/>
              <a:sym typeface="Arial"/>
            </a:endParaRPr>
          </a:p>
          <a:p>
            <a:pPr marL="342900" indent="-342900">
              <a:spcBef>
                <a:spcPts val="400"/>
              </a:spcBef>
              <a:buClr>
                <a:srgbClr val="000000"/>
              </a:buClr>
              <a:buSzPts val="2000"/>
              <a:buFont typeface="Arial"/>
              <a:buChar char="•"/>
            </a:pPr>
            <a:r>
              <a:rPr lang="en-US" sz="2000" b="1" kern="0">
                <a:solidFill>
                  <a:srgbClr val="000000"/>
                </a:solidFill>
                <a:latin typeface="Arial"/>
                <a:ea typeface="Arial"/>
                <a:cs typeface="Arial"/>
                <a:sym typeface="Arial"/>
              </a:rPr>
              <a:t>In the middle of the Atlantic Ocean there is a </a:t>
            </a:r>
            <a:r>
              <a:rPr lang="en-US" sz="2000" b="1" u="sng" kern="0">
                <a:solidFill>
                  <a:srgbClr val="0000FF"/>
                </a:solidFill>
                <a:latin typeface="Arial"/>
                <a:ea typeface="Arial"/>
                <a:cs typeface="Arial"/>
                <a:sym typeface="Arial"/>
              </a:rPr>
              <a:t>divergent plate boundary</a:t>
            </a:r>
            <a:r>
              <a:rPr lang="en-US" sz="2000" b="1" kern="0">
                <a:solidFill>
                  <a:srgbClr val="000000"/>
                </a:solidFill>
                <a:latin typeface="Arial"/>
                <a:ea typeface="Arial"/>
                <a:cs typeface="Arial"/>
                <a:sym typeface="Arial"/>
              </a:rPr>
              <a:t>. (See ESRT p5)</a:t>
            </a:r>
            <a:endParaRPr sz="2000" kern="0">
              <a:solidFill>
                <a:srgbClr val="000000"/>
              </a:solidFill>
              <a:latin typeface="Arial"/>
              <a:ea typeface="Arial"/>
              <a:cs typeface="Arial"/>
              <a:sym typeface="Arial"/>
            </a:endParaRPr>
          </a:p>
          <a:p>
            <a:pPr marL="342900" indent="-342900">
              <a:spcBef>
                <a:spcPts val="400"/>
              </a:spcBef>
              <a:buClr>
                <a:srgbClr val="000000"/>
              </a:buClr>
              <a:buSzPts val="2000"/>
              <a:buFont typeface="Arial"/>
              <a:buChar char="•"/>
            </a:pPr>
            <a:r>
              <a:rPr lang="en-US" sz="2000" b="1" kern="0">
                <a:solidFill>
                  <a:srgbClr val="000000"/>
                </a:solidFill>
                <a:latin typeface="Arial"/>
                <a:ea typeface="Arial"/>
                <a:cs typeface="Arial"/>
                <a:sym typeface="Arial"/>
              </a:rPr>
              <a:t>At the plate boundary, there is a </a:t>
            </a:r>
            <a:r>
              <a:rPr lang="en-US" sz="2000" b="1" u="sng" kern="0">
                <a:solidFill>
                  <a:srgbClr val="0000FF"/>
                </a:solidFill>
                <a:latin typeface="Arial"/>
                <a:ea typeface="Arial"/>
                <a:cs typeface="Arial"/>
                <a:sym typeface="Arial"/>
              </a:rPr>
              <a:t>volcanic mountain range called a mid-ocean ridge</a:t>
            </a:r>
            <a:r>
              <a:rPr lang="en-US" sz="2000" b="1" kern="0">
                <a:solidFill>
                  <a:srgbClr val="0000FF"/>
                </a:solidFill>
                <a:latin typeface="Arial"/>
                <a:ea typeface="Arial"/>
                <a:cs typeface="Arial"/>
                <a:sym typeface="Arial"/>
              </a:rPr>
              <a:t>. </a:t>
            </a:r>
            <a:endParaRPr sz="1400" kern="0">
              <a:solidFill>
                <a:srgbClr val="000000"/>
              </a:solidFill>
              <a:latin typeface="Arial"/>
              <a:cs typeface="Arial"/>
              <a:sym typeface="Arial"/>
            </a:endParaRPr>
          </a:p>
          <a:p>
            <a:pPr marL="342900" indent="-342900">
              <a:spcBef>
                <a:spcPts val="400"/>
              </a:spcBef>
              <a:buClr>
                <a:srgbClr val="0000FF"/>
              </a:buClr>
              <a:buSzPts val="2000"/>
              <a:buFont typeface="Arial"/>
              <a:buChar char="•"/>
            </a:pPr>
            <a:r>
              <a:rPr lang="en-US" sz="2000" b="1" kern="0">
                <a:solidFill>
                  <a:srgbClr val="0000FF"/>
                </a:solidFill>
                <a:latin typeface="Arial"/>
                <a:ea typeface="Arial"/>
                <a:cs typeface="Arial"/>
                <a:sym typeface="Arial"/>
              </a:rPr>
              <a:t>New seafloor forms here when magma solidifies and causes the seafloor to spread. This means North America and Europe are slowly moving away from each other. </a:t>
            </a:r>
            <a:endParaRPr sz="2000" kern="0">
              <a:solidFill>
                <a:srgbClr val="0000FF"/>
              </a:solidFill>
              <a:latin typeface="Arial"/>
              <a:ea typeface="Arial"/>
              <a:cs typeface="Arial"/>
              <a:sym typeface="Arial"/>
            </a:endParaRPr>
          </a:p>
          <a:p>
            <a:pPr marL="342900" indent="-215900">
              <a:spcBef>
                <a:spcPts val="400"/>
              </a:spcBef>
              <a:buClr>
                <a:srgbClr val="000000"/>
              </a:buClr>
              <a:buSzPts val="2000"/>
            </a:pPr>
            <a:endParaRPr sz="2000" kern="0">
              <a:solidFill>
                <a:srgbClr val="000000"/>
              </a:solidFill>
              <a:latin typeface="Arial"/>
              <a:ea typeface="Arial"/>
              <a:cs typeface="Arial"/>
              <a:sym typeface="Arial"/>
            </a:endParaRPr>
          </a:p>
          <a:p>
            <a:pPr>
              <a:spcBef>
                <a:spcPts val="400"/>
              </a:spcBef>
              <a:buClr>
                <a:srgbClr val="000000"/>
              </a:buClr>
              <a:buSzPts val="2000"/>
            </a:pPr>
            <a:endParaRPr sz="2000" kern="0">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39"/>
        <p:cNvGrpSpPr/>
        <p:nvPr/>
      </p:nvGrpSpPr>
      <p:grpSpPr>
        <a:xfrm>
          <a:off x="0" y="0"/>
          <a:ext cx="0" cy="0"/>
          <a:chOff x="0" y="0"/>
          <a:chExt cx="0" cy="0"/>
        </a:xfrm>
      </p:grpSpPr>
      <p:pic>
        <p:nvPicPr>
          <p:cNvPr id="3" name="Picture 2">
            <a:extLst>
              <a:ext uri="{FF2B5EF4-FFF2-40B4-BE49-F238E27FC236}">
                <a16:creationId xmlns:a16="http://schemas.microsoft.com/office/drawing/2014/main" id="{CE182889-2464-D8B3-FD09-126E5414F7F4}"/>
              </a:ext>
            </a:extLst>
          </p:cNvPr>
          <p:cNvPicPr>
            <a:picLocks noChangeAspect="1"/>
          </p:cNvPicPr>
          <p:nvPr/>
        </p:nvPicPr>
        <p:blipFill>
          <a:blip r:embed="rId3"/>
          <a:stretch>
            <a:fillRect/>
          </a:stretch>
        </p:blipFill>
        <p:spPr>
          <a:xfrm>
            <a:off x="1525326" y="0"/>
            <a:ext cx="9141348" cy="6858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50"/>
        <p:cNvGrpSpPr/>
        <p:nvPr/>
      </p:nvGrpSpPr>
      <p:grpSpPr>
        <a:xfrm>
          <a:off x="0" y="0"/>
          <a:ext cx="0" cy="0"/>
          <a:chOff x="0" y="0"/>
          <a:chExt cx="0" cy="0"/>
        </a:xfrm>
      </p:grpSpPr>
      <p:sp>
        <p:nvSpPr>
          <p:cNvPr id="451" name="Google Shape;451;p57"/>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200"/>
              <a:buFont typeface="Noto Sans Symbols"/>
              <a:buChar char="✓"/>
            </a:pPr>
            <a:r>
              <a:rPr lang="en-US" sz="3200" b="1"/>
              <a:t>Checkpoint</a:t>
            </a:r>
            <a:r>
              <a:rPr lang="en-US" sz="3200"/>
              <a:t>: Use ESRT page 5 to find another example of a mid-ocean ridge. What is the name of this ridge? What are the two plates that are diverging at this ridge?</a:t>
            </a:r>
            <a:br>
              <a:rPr lang="en-US" sz="3200"/>
            </a:br>
            <a:endParaRPr sz="3200"/>
          </a:p>
        </p:txBody>
      </p:sp>
      <p:sp>
        <p:nvSpPr>
          <p:cNvPr id="452" name="Google Shape;452;p57"/>
          <p:cNvSpPr txBox="1">
            <a:spLocks noGrp="1"/>
          </p:cNvSpPr>
          <p:nvPr>
            <p:ph type="body" idx="1"/>
          </p:nvPr>
        </p:nvSpPr>
        <p:spPr>
          <a:xfrm>
            <a:off x="2635371" y="2301709"/>
            <a:ext cx="7858977" cy="4419767"/>
          </a:xfrm>
          <a:prstGeom prst="rect">
            <a:avLst/>
          </a:prstGeom>
          <a:noFill/>
          <a:ln>
            <a:noFill/>
          </a:ln>
        </p:spPr>
        <p:txBody>
          <a:bodyPr spcFirstLastPara="1" wrap="square" lIns="91425" tIns="45700" rIns="91425" bIns="45700" anchor="t" anchorCtr="0">
            <a:noAutofit/>
          </a:bodyPr>
          <a:lstStyle/>
          <a:p>
            <a:pPr marL="0" indent="0">
              <a:spcBef>
                <a:spcPts val="0"/>
              </a:spcBef>
              <a:buClr>
                <a:srgbClr val="0000FF"/>
              </a:buClr>
              <a:buSzPts val="3200"/>
              <a:buNone/>
            </a:pPr>
            <a:r>
              <a:rPr lang="en-US" b="1" u="sng">
                <a:solidFill>
                  <a:srgbClr val="0000FF"/>
                </a:solidFill>
              </a:rPr>
              <a:t>East Pacific Ridge</a:t>
            </a:r>
            <a:r>
              <a:rPr lang="en-US" b="1">
                <a:solidFill>
                  <a:srgbClr val="0000FF"/>
                </a:solidFill>
              </a:rPr>
              <a:t>; Pacific Plate &amp; Antarctic Plate</a:t>
            </a:r>
            <a:endParaRPr>
              <a:solidFill>
                <a:srgbClr val="0000FF"/>
              </a:solidFill>
            </a:endParaRPr>
          </a:p>
          <a:p>
            <a:pPr marL="0" indent="0">
              <a:spcBef>
                <a:spcPts val="640"/>
              </a:spcBef>
              <a:buClr>
                <a:srgbClr val="0000FF"/>
              </a:buClr>
              <a:buSzPts val="3200"/>
              <a:buNone/>
            </a:pPr>
            <a:r>
              <a:rPr lang="en-US" b="1">
                <a:solidFill>
                  <a:srgbClr val="0000FF"/>
                </a:solidFill>
              </a:rPr>
              <a:t> </a:t>
            </a:r>
            <a:endParaRPr>
              <a:solidFill>
                <a:srgbClr val="0000FF"/>
              </a:solidFill>
            </a:endParaRPr>
          </a:p>
          <a:p>
            <a:pPr marL="0" indent="0">
              <a:spcBef>
                <a:spcPts val="640"/>
              </a:spcBef>
              <a:buClr>
                <a:srgbClr val="0000FF"/>
              </a:buClr>
              <a:buSzPts val="3200"/>
              <a:buNone/>
            </a:pPr>
            <a:r>
              <a:rPr lang="en-US" b="1" u="sng">
                <a:solidFill>
                  <a:srgbClr val="0000FF"/>
                </a:solidFill>
              </a:rPr>
              <a:t>Southeast Indian Ridge</a:t>
            </a:r>
            <a:r>
              <a:rPr lang="en-US" b="1">
                <a:solidFill>
                  <a:srgbClr val="0000FF"/>
                </a:solidFill>
              </a:rPr>
              <a:t>; Indian-Australian Plate &amp; Antarctic Plate</a:t>
            </a:r>
            <a:r>
              <a:rPr lang="en-US">
                <a:solidFill>
                  <a:srgbClr val="0000FF"/>
                </a:solidFill>
              </a:rPr>
              <a:t>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5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56"/>
        <p:cNvGrpSpPr/>
        <p:nvPr/>
      </p:nvGrpSpPr>
      <p:grpSpPr>
        <a:xfrm>
          <a:off x="0" y="0"/>
          <a:ext cx="0" cy="0"/>
          <a:chOff x="0" y="0"/>
          <a:chExt cx="0" cy="0"/>
        </a:xfrm>
      </p:grpSpPr>
      <p:sp>
        <p:nvSpPr>
          <p:cNvPr id="457" name="Google Shape;457;p58"/>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3959"/>
            </a:pPr>
            <a:r>
              <a:rPr lang="en-US" sz="3959" dirty="0"/>
              <a:t>3) </a:t>
            </a:r>
            <a:r>
              <a:rPr lang="en-US" sz="3959" b="1" dirty="0"/>
              <a:t>How do we know the seafloor is spreading at mid-ocean ridges? </a:t>
            </a:r>
            <a:endParaRPr sz="3959" dirty="0"/>
          </a:p>
        </p:txBody>
      </p:sp>
      <p:sp>
        <p:nvSpPr>
          <p:cNvPr id="458" name="Google Shape;458;p58"/>
          <p:cNvSpPr txBox="1">
            <a:spLocks noGrp="1"/>
          </p:cNvSpPr>
          <p:nvPr>
            <p:ph type="body" idx="1"/>
          </p:nvPr>
        </p:nvSpPr>
        <p:spPr>
          <a:xfrm>
            <a:off x="1981200" y="1600201"/>
            <a:ext cx="8513148" cy="5121275"/>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b="1"/>
              <a:t>Evidence of seafloor spreading: </a:t>
            </a:r>
            <a:endParaRPr/>
          </a:p>
          <a:p>
            <a:pPr marL="0" indent="0">
              <a:spcBef>
                <a:spcPts val="640"/>
              </a:spcBef>
              <a:buSzPts val="3200"/>
              <a:buNone/>
            </a:pPr>
            <a:endParaRPr b="1"/>
          </a:p>
          <a:p>
            <a:pPr marL="514350" indent="-514350">
              <a:spcBef>
                <a:spcPts val="640"/>
              </a:spcBef>
              <a:buSzPts val="3200"/>
              <a:buAutoNum type="arabicPeriod"/>
            </a:pPr>
            <a:r>
              <a:rPr lang="en-US" b="1"/>
              <a:t>Age of bedrock: </a:t>
            </a:r>
            <a:endParaRPr/>
          </a:p>
          <a:p>
            <a:pPr marL="742950" lvl="1" indent="-285750">
              <a:spcBef>
                <a:spcPts val="560"/>
              </a:spcBef>
              <a:buClr>
                <a:srgbClr val="0000FF"/>
              </a:buClr>
              <a:buSzPts val="2800"/>
              <a:buFont typeface="Courier New"/>
              <a:buChar char="o"/>
            </a:pPr>
            <a:r>
              <a:rPr lang="en-US" b="1">
                <a:solidFill>
                  <a:srgbClr val="0000FF"/>
                </a:solidFill>
              </a:rPr>
              <a:t>Youngest bedrock is at the ridge. This is the hottest crustal location due to rising magma.</a:t>
            </a:r>
            <a:endParaRPr/>
          </a:p>
          <a:p>
            <a:pPr marL="457200" lvl="1" indent="0">
              <a:spcBef>
                <a:spcPts val="560"/>
              </a:spcBef>
              <a:buClr>
                <a:srgbClr val="0000FF"/>
              </a:buClr>
              <a:buSzPts val="2800"/>
              <a:buNone/>
            </a:pPr>
            <a:r>
              <a:rPr lang="en-US" b="1">
                <a:solidFill>
                  <a:srgbClr val="0000FF"/>
                </a:solidFill>
              </a:rPr>
              <a:t> </a:t>
            </a:r>
            <a:endParaRPr>
              <a:solidFill>
                <a:srgbClr val="0000FF"/>
              </a:solidFill>
            </a:endParaRPr>
          </a:p>
          <a:p>
            <a:pPr marL="742950" lvl="1" indent="-285750">
              <a:spcBef>
                <a:spcPts val="560"/>
              </a:spcBef>
              <a:buClr>
                <a:srgbClr val="0000FF"/>
              </a:buClr>
              <a:buSzPts val="2800"/>
              <a:buFont typeface="Courier New"/>
              <a:buChar char="o"/>
            </a:pPr>
            <a:r>
              <a:rPr lang="en-US" b="1">
                <a:solidFill>
                  <a:srgbClr val="0000FF"/>
                </a:solidFill>
              </a:rPr>
              <a:t>Oldest bedrock is at either continent.</a:t>
            </a:r>
            <a:endParaRPr>
              <a:solidFill>
                <a:srgbClr val="0000FF"/>
              </a:solidFill>
            </a:endParaRPr>
          </a:p>
          <a:p>
            <a:pPr marL="0" indent="0">
              <a:spcBef>
                <a:spcPts val="640"/>
              </a:spcBef>
              <a:buSzPts val="3200"/>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62"/>
        <p:cNvGrpSpPr/>
        <p:nvPr/>
      </p:nvGrpSpPr>
      <p:grpSpPr>
        <a:xfrm>
          <a:off x="0" y="0"/>
          <a:ext cx="0" cy="0"/>
          <a:chOff x="0" y="0"/>
          <a:chExt cx="0" cy="0"/>
        </a:xfrm>
      </p:grpSpPr>
      <p:pic>
        <p:nvPicPr>
          <p:cNvPr id="7" name="Picture 6">
            <a:extLst>
              <a:ext uri="{FF2B5EF4-FFF2-40B4-BE49-F238E27FC236}">
                <a16:creationId xmlns:a16="http://schemas.microsoft.com/office/drawing/2014/main" id="{941F66C3-2414-AC9E-72C0-C2886199B49B}"/>
              </a:ext>
            </a:extLst>
          </p:cNvPr>
          <p:cNvPicPr>
            <a:picLocks noChangeAspect="1"/>
          </p:cNvPicPr>
          <p:nvPr/>
        </p:nvPicPr>
        <p:blipFill>
          <a:blip r:embed="rId3"/>
          <a:stretch>
            <a:fillRect/>
          </a:stretch>
        </p:blipFill>
        <p:spPr>
          <a:xfrm>
            <a:off x="1524000" y="4107011"/>
            <a:ext cx="9144000" cy="2790826"/>
          </a:xfrm>
          <a:prstGeom prst="rect">
            <a:avLst/>
          </a:prstGeom>
        </p:spPr>
      </p:pic>
      <p:sp>
        <p:nvSpPr>
          <p:cNvPr id="463" name="Google Shape;463;p59"/>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3959"/>
            </a:pPr>
            <a:r>
              <a:rPr lang="en-US" sz="3959" dirty="0"/>
              <a:t>3) </a:t>
            </a:r>
            <a:r>
              <a:rPr lang="en-US" sz="3959" b="1" dirty="0"/>
              <a:t>How do we know the seafloor is spreading at mid-ocean ridges? </a:t>
            </a:r>
            <a:endParaRPr sz="3959" dirty="0"/>
          </a:p>
        </p:txBody>
      </p:sp>
      <p:sp>
        <p:nvSpPr>
          <p:cNvPr id="464" name="Google Shape;464;p59"/>
          <p:cNvSpPr txBox="1">
            <a:spLocks noGrp="1"/>
          </p:cNvSpPr>
          <p:nvPr>
            <p:ph type="body" idx="1"/>
          </p:nvPr>
        </p:nvSpPr>
        <p:spPr>
          <a:xfrm>
            <a:off x="1981200" y="1600201"/>
            <a:ext cx="8513148" cy="5121275"/>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b="1" dirty="0"/>
              <a:t>Evidence of </a:t>
            </a:r>
            <a:r>
              <a:rPr lang="en-US" b="1" i="1" u="sng" dirty="0"/>
              <a:t>seafloor spreading</a:t>
            </a:r>
            <a:r>
              <a:rPr lang="en-US" b="1" dirty="0"/>
              <a:t>: </a:t>
            </a:r>
            <a:endParaRPr dirty="0"/>
          </a:p>
          <a:p>
            <a:pPr marL="0" indent="0">
              <a:spcBef>
                <a:spcPts val="640"/>
              </a:spcBef>
              <a:buSzPts val="3200"/>
              <a:buNone/>
            </a:pPr>
            <a:endParaRPr lang="en-US" sz="2800" b="1" i="1" dirty="0"/>
          </a:p>
          <a:p>
            <a:pPr marL="0" indent="0">
              <a:spcBef>
                <a:spcPts val="640"/>
              </a:spcBef>
              <a:buSzPts val="3200"/>
              <a:buNone/>
            </a:pPr>
            <a:r>
              <a:rPr lang="en-US" sz="2800" b="1" i="1" dirty="0"/>
              <a:t>Think of a conveyor belt</a:t>
            </a:r>
            <a:endParaRPr i="1" dirty="0"/>
          </a:p>
          <a:p>
            <a:pPr marL="0" indent="0">
              <a:spcBef>
                <a:spcPts val="640"/>
              </a:spcBef>
              <a:buSzPts val="3200"/>
              <a:buNone/>
            </a:pPr>
            <a:endParaRPr dirty="0"/>
          </a:p>
        </p:txBody>
      </p:sp>
      <p:sp>
        <p:nvSpPr>
          <p:cNvPr id="466" name="Google Shape;466;p59"/>
          <p:cNvSpPr txBox="1"/>
          <p:nvPr/>
        </p:nvSpPr>
        <p:spPr>
          <a:xfrm>
            <a:off x="5036995" y="3598885"/>
            <a:ext cx="2177549" cy="533400"/>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dirty="0">
                <a:solidFill>
                  <a:srgbClr val="0000FF"/>
                </a:solidFill>
                <a:latin typeface="Arial"/>
                <a:ea typeface="Arial"/>
                <a:cs typeface="Arial"/>
                <a:sym typeface="Arial"/>
              </a:rPr>
              <a:t>Newest/Youngest</a:t>
            </a:r>
            <a:endParaRPr sz="2800" kern="0" dirty="0">
              <a:solidFill>
                <a:srgbClr val="000000"/>
              </a:solidFill>
              <a:latin typeface="Short Stack"/>
              <a:ea typeface="Short Stack"/>
              <a:cs typeface="Short Stack"/>
              <a:sym typeface="Short Stack"/>
            </a:endParaRPr>
          </a:p>
        </p:txBody>
      </p:sp>
      <p:sp>
        <p:nvSpPr>
          <p:cNvPr id="467" name="Google Shape;467;p59"/>
          <p:cNvSpPr txBox="1"/>
          <p:nvPr/>
        </p:nvSpPr>
        <p:spPr>
          <a:xfrm>
            <a:off x="1447800" y="3706160"/>
            <a:ext cx="1066800" cy="621114"/>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dirty="0">
                <a:solidFill>
                  <a:srgbClr val="0000FF"/>
                </a:solidFill>
                <a:latin typeface="Arial"/>
                <a:ea typeface="Arial"/>
                <a:cs typeface="Arial"/>
                <a:sym typeface="Arial"/>
              </a:rPr>
              <a:t>Oldest</a:t>
            </a:r>
            <a:endParaRPr sz="2800" kern="0" dirty="0">
              <a:solidFill>
                <a:srgbClr val="000000"/>
              </a:solidFill>
              <a:latin typeface="Short Stack"/>
              <a:ea typeface="Short Stack"/>
              <a:cs typeface="Short Stack"/>
              <a:sym typeface="Short Stack"/>
            </a:endParaRPr>
          </a:p>
        </p:txBody>
      </p:sp>
      <p:sp>
        <p:nvSpPr>
          <p:cNvPr id="468" name="Google Shape;468;p59"/>
          <p:cNvSpPr txBox="1"/>
          <p:nvPr/>
        </p:nvSpPr>
        <p:spPr>
          <a:xfrm>
            <a:off x="9677400" y="3701739"/>
            <a:ext cx="1066800" cy="621114"/>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dirty="0">
                <a:solidFill>
                  <a:srgbClr val="0000FF"/>
                </a:solidFill>
                <a:latin typeface="Arial"/>
                <a:ea typeface="Arial"/>
                <a:cs typeface="Arial"/>
                <a:sym typeface="Arial"/>
              </a:rPr>
              <a:t>Oldest</a:t>
            </a:r>
            <a:endParaRPr sz="2800" kern="0" dirty="0">
              <a:solidFill>
                <a:srgbClr val="000000"/>
              </a:solidFill>
              <a:latin typeface="Short Stack"/>
              <a:ea typeface="Short Stack"/>
              <a:cs typeface="Short Stack"/>
              <a:sym typeface="Short Stack"/>
            </a:endParaRPr>
          </a:p>
        </p:txBody>
      </p:sp>
      <p:pic>
        <p:nvPicPr>
          <p:cNvPr id="5" name="Picture 4">
            <a:extLst>
              <a:ext uri="{FF2B5EF4-FFF2-40B4-BE49-F238E27FC236}">
                <a16:creationId xmlns:a16="http://schemas.microsoft.com/office/drawing/2014/main" id="{0F0B42CC-0188-1103-B4BE-A670B3914C13}"/>
              </a:ext>
            </a:extLst>
          </p:cNvPr>
          <p:cNvPicPr>
            <a:picLocks noChangeAspect="1"/>
          </p:cNvPicPr>
          <p:nvPr/>
        </p:nvPicPr>
        <p:blipFill>
          <a:blip r:embed="rId4"/>
          <a:stretch>
            <a:fillRect/>
          </a:stretch>
        </p:blipFill>
        <p:spPr>
          <a:xfrm>
            <a:off x="5829300" y="6287752"/>
            <a:ext cx="700699" cy="57024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62"/>
        <p:cNvGrpSpPr/>
        <p:nvPr/>
      </p:nvGrpSpPr>
      <p:grpSpPr>
        <a:xfrm>
          <a:off x="0" y="0"/>
          <a:ext cx="0" cy="0"/>
          <a:chOff x="0" y="0"/>
          <a:chExt cx="0" cy="0"/>
        </a:xfrm>
      </p:grpSpPr>
      <p:sp>
        <p:nvSpPr>
          <p:cNvPr id="463" name="Google Shape;463;p59"/>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3959"/>
            </a:pPr>
            <a:r>
              <a:rPr lang="en-US" sz="3959" dirty="0"/>
              <a:t>3) </a:t>
            </a:r>
            <a:r>
              <a:rPr lang="en-US" sz="3959" b="1" dirty="0"/>
              <a:t>How do we know the seafloor is spreading at mid-ocean ridges? </a:t>
            </a:r>
            <a:endParaRPr sz="3959" dirty="0"/>
          </a:p>
        </p:txBody>
      </p:sp>
      <p:sp>
        <p:nvSpPr>
          <p:cNvPr id="464" name="Google Shape;464;p59"/>
          <p:cNvSpPr txBox="1">
            <a:spLocks noGrp="1"/>
          </p:cNvSpPr>
          <p:nvPr>
            <p:ph type="body" idx="1"/>
          </p:nvPr>
        </p:nvSpPr>
        <p:spPr>
          <a:xfrm>
            <a:off x="1981200" y="1600201"/>
            <a:ext cx="8513148" cy="5121275"/>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b="1" dirty="0"/>
              <a:t>Evidence of </a:t>
            </a:r>
            <a:r>
              <a:rPr lang="en-US" b="1" i="1" u="sng" dirty="0"/>
              <a:t>seafloor spreading</a:t>
            </a:r>
            <a:r>
              <a:rPr lang="en-US" b="1" dirty="0"/>
              <a:t>: </a:t>
            </a:r>
            <a:endParaRPr dirty="0"/>
          </a:p>
          <a:p>
            <a:pPr marL="0" indent="0">
              <a:spcBef>
                <a:spcPts val="640"/>
              </a:spcBef>
              <a:buSzPts val="3200"/>
              <a:buNone/>
            </a:pPr>
            <a:endParaRPr b="1" dirty="0"/>
          </a:p>
          <a:p>
            <a:pPr marL="514350" indent="-514350">
              <a:spcBef>
                <a:spcPts val="640"/>
              </a:spcBef>
              <a:buSzPts val="3200"/>
              <a:buAutoNum type="arabicPeriod"/>
            </a:pPr>
            <a:r>
              <a:rPr lang="en-US" b="1" dirty="0"/>
              <a:t>Age of bedrock: </a:t>
            </a:r>
            <a:endParaRPr dirty="0"/>
          </a:p>
          <a:p>
            <a:pPr marL="0" indent="0">
              <a:spcBef>
                <a:spcPts val="640"/>
              </a:spcBef>
              <a:buSzPts val="3200"/>
              <a:buNone/>
            </a:pPr>
            <a:endParaRPr dirty="0"/>
          </a:p>
        </p:txBody>
      </p:sp>
      <p:pic>
        <p:nvPicPr>
          <p:cNvPr id="465" name="Google Shape;465;p59"/>
          <p:cNvPicPr preferRelativeResize="0"/>
          <p:nvPr/>
        </p:nvPicPr>
        <p:blipFill rotWithShape="1">
          <a:blip r:embed="rId3">
            <a:alphaModFix/>
          </a:blip>
          <a:srcRect/>
          <a:stretch/>
        </p:blipFill>
        <p:spPr>
          <a:xfrm>
            <a:off x="2464229" y="4383675"/>
            <a:ext cx="7246745" cy="1779417"/>
          </a:xfrm>
          <a:prstGeom prst="rect">
            <a:avLst/>
          </a:prstGeom>
          <a:noFill/>
          <a:ln>
            <a:noFill/>
          </a:ln>
        </p:spPr>
      </p:pic>
      <p:sp>
        <p:nvSpPr>
          <p:cNvPr id="466" name="Google Shape;466;p59"/>
          <p:cNvSpPr txBox="1"/>
          <p:nvPr/>
        </p:nvSpPr>
        <p:spPr>
          <a:xfrm>
            <a:off x="5291405" y="3936698"/>
            <a:ext cx="1957353" cy="533400"/>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dirty="0">
                <a:solidFill>
                  <a:srgbClr val="0000FF"/>
                </a:solidFill>
                <a:latin typeface="Arial"/>
                <a:ea typeface="Arial"/>
                <a:cs typeface="Arial"/>
                <a:sym typeface="Arial"/>
              </a:rPr>
              <a:t>Youngest,</a:t>
            </a:r>
            <a:endParaRPr sz="2800" kern="0" dirty="0">
              <a:solidFill>
                <a:srgbClr val="000000"/>
              </a:solidFill>
              <a:latin typeface="Short Stack"/>
              <a:ea typeface="Short Stack"/>
              <a:cs typeface="Short Stack"/>
              <a:sym typeface="Short Stack"/>
            </a:endParaRPr>
          </a:p>
          <a:p>
            <a:pPr algn="ctr">
              <a:buClr>
                <a:srgbClr val="000000"/>
              </a:buClr>
            </a:pPr>
            <a:r>
              <a:rPr lang="en-US" b="1" kern="0" dirty="0">
                <a:solidFill>
                  <a:srgbClr val="0000FF"/>
                </a:solidFill>
                <a:latin typeface="Arial"/>
                <a:ea typeface="Arial"/>
                <a:cs typeface="Arial"/>
                <a:sym typeface="Arial"/>
              </a:rPr>
              <a:t>Hottest</a:t>
            </a:r>
            <a:endParaRPr sz="2800" kern="0" dirty="0">
              <a:solidFill>
                <a:srgbClr val="000000"/>
              </a:solidFill>
              <a:latin typeface="Short Stack"/>
              <a:ea typeface="Short Stack"/>
              <a:cs typeface="Short Stack"/>
              <a:sym typeface="Short Stack"/>
            </a:endParaRPr>
          </a:p>
        </p:txBody>
      </p:sp>
      <p:sp>
        <p:nvSpPr>
          <p:cNvPr id="467" name="Google Shape;467;p59"/>
          <p:cNvSpPr txBox="1"/>
          <p:nvPr/>
        </p:nvSpPr>
        <p:spPr>
          <a:xfrm>
            <a:off x="3179395" y="4355163"/>
            <a:ext cx="1066800" cy="621114"/>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a:solidFill>
                  <a:srgbClr val="0000FF"/>
                </a:solidFill>
                <a:latin typeface="Arial"/>
                <a:ea typeface="Arial"/>
                <a:cs typeface="Arial"/>
                <a:sym typeface="Arial"/>
              </a:rPr>
              <a:t>Oldest</a:t>
            </a:r>
            <a:endParaRPr sz="2800" kern="0">
              <a:solidFill>
                <a:srgbClr val="000000"/>
              </a:solidFill>
              <a:latin typeface="Short Stack"/>
              <a:ea typeface="Short Stack"/>
              <a:cs typeface="Short Stack"/>
              <a:sym typeface="Short Stack"/>
            </a:endParaRPr>
          </a:p>
        </p:txBody>
      </p:sp>
      <p:sp>
        <p:nvSpPr>
          <p:cNvPr id="468" name="Google Shape;468;p59"/>
          <p:cNvSpPr txBox="1"/>
          <p:nvPr/>
        </p:nvSpPr>
        <p:spPr>
          <a:xfrm>
            <a:off x="8411215" y="4396986"/>
            <a:ext cx="1066800" cy="621114"/>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a:solidFill>
                  <a:srgbClr val="0000FF"/>
                </a:solidFill>
                <a:latin typeface="Arial"/>
                <a:ea typeface="Arial"/>
                <a:cs typeface="Arial"/>
                <a:sym typeface="Arial"/>
              </a:rPr>
              <a:t>Oldest</a:t>
            </a:r>
            <a:endParaRPr sz="2800" kern="0">
              <a:solidFill>
                <a:srgbClr val="000000"/>
              </a:solidFill>
              <a:latin typeface="Short Stack"/>
              <a:ea typeface="Short Stack"/>
              <a:cs typeface="Short Stack"/>
              <a:sym typeface="Short Stack"/>
            </a:endParaRPr>
          </a:p>
        </p:txBody>
      </p:sp>
    </p:spTree>
    <p:extLst>
      <p:ext uri="{BB962C8B-B14F-4D97-AF65-F5344CB8AC3E}">
        <p14:creationId xmlns:p14="http://schemas.microsoft.com/office/powerpoint/2010/main" val="3626865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62"/>
        <p:cNvGrpSpPr/>
        <p:nvPr/>
      </p:nvGrpSpPr>
      <p:grpSpPr>
        <a:xfrm>
          <a:off x="0" y="0"/>
          <a:ext cx="0" cy="0"/>
          <a:chOff x="0" y="0"/>
          <a:chExt cx="0" cy="0"/>
        </a:xfrm>
      </p:grpSpPr>
      <p:pic>
        <p:nvPicPr>
          <p:cNvPr id="7" name="Picture 6">
            <a:extLst>
              <a:ext uri="{FF2B5EF4-FFF2-40B4-BE49-F238E27FC236}">
                <a16:creationId xmlns:a16="http://schemas.microsoft.com/office/drawing/2014/main" id="{F7FDEDCC-B7DE-9F27-328F-F25BE6CA93DF}"/>
              </a:ext>
            </a:extLst>
          </p:cNvPr>
          <p:cNvPicPr>
            <a:picLocks noChangeAspect="1"/>
          </p:cNvPicPr>
          <p:nvPr/>
        </p:nvPicPr>
        <p:blipFill>
          <a:blip r:embed="rId3"/>
          <a:stretch>
            <a:fillRect/>
          </a:stretch>
        </p:blipFill>
        <p:spPr>
          <a:xfrm>
            <a:off x="2013968" y="83550"/>
            <a:ext cx="8164064" cy="2695951"/>
          </a:xfrm>
          <a:prstGeom prst="rect">
            <a:avLst/>
          </a:prstGeom>
        </p:spPr>
      </p:pic>
      <p:pic>
        <p:nvPicPr>
          <p:cNvPr id="9" name="Picture 8">
            <a:extLst>
              <a:ext uri="{FF2B5EF4-FFF2-40B4-BE49-F238E27FC236}">
                <a16:creationId xmlns:a16="http://schemas.microsoft.com/office/drawing/2014/main" id="{18A5D846-7173-2E8D-4A9F-6F6C7381683D}"/>
              </a:ext>
            </a:extLst>
          </p:cNvPr>
          <p:cNvPicPr>
            <a:picLocks noChangeAspect="1"/>
          </p:cNvPicPr>
          <p:nvPr/>
        </p:nvPicPr>
        <p:blipFill>
          <a:blip r:embed="rId4"/>
          <a:stretch>
            <a:fillRect/>
          </a:stretch>
        </p:blipFill>
        <p:spPr>
          <a:xfrm>
            <a:off x="6282432" y="4078502"/>
            <a:ext cx="4385569" cy="1418860"/>
          </a:xfrm>
          <a:prstGeom prst="rect">
            <a:avLst/>
          </a:prstGeom>
        </p:spPr>
      </p:pic>
      <p:pic>
        <p:nvPicPr>
          <p:cNvPr id="10" name="Picture 9">
            <a:extLst>
              <a:ext uri="{FF2B5EF4-FFF2-40B4-BE49-F238E27FC236}">
                <a16:creationId xmlns:a16="http://schemas.microsoft.com/office/drawing/2014/main" id="{653B5F00-7410-6DE4-FD6A-875CE3A7ABBF}"/>
              </a:ext>
            </a:extLst>
          </p:cNvPr>
          <p:cNvPicPr>
            <a:picLocks noChangeAspect="1"/>
          </p:cNvPicPr>
          <p:nvPr/>
        </p:nvPicPr>
        <p:blipFill>
          <a:blip r:embed="rId4"/>
          <a:stretch>
            <a:fillRect/>
          </a:stretch>
        </p:blipFill>
        <p:spPr>
          <a:xfrm>
            <a:off x="1524002" y="4078500"/>
            <a:ext cx="4385569" cy="1418860"/>
          </a:xfrm>
          <a:prstGeom prst="rect">
            <a:avLst/>
          </a:prstGeom>
        </p:spPr>
      </p:pic>
      <p:cxnSp>
        <p:nvCxnSpPr>
          <p:cNvPr id="12" name="Straight Arrow Connector 11">
            <a:extLst>
              <a:ext uri="{FF2B5EF4-FFF2-40B4-BE49-F238E27FC236}">
                <a16:creationId xmlns:a16="http://schemas.microsoft.com/office/drawing/2014/main" id="{9EEC9E30-B7FC-65A0-0C77-961272F18BF0}"/>
              </a:ext>
            </a:extLst>
          </p:cNvPr>
          <p:cNvCxnSpPr/>
          <p:nvPr/>
        </p:nvCxnSpPr>
        <p:spPr>
          <a:xfrm>
            <a:off x="6359742" y="5681709"/>
            <a:ext cx="4012707"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5F42BF8F-1A72-C5E5-23B2-80EA5B4A7064}"/>
              </a:ext>
            </a:extLst>
          </p:cNvPr>
          <p:cNvCxnSpPr>
            <a:cxnSpLocks/>
          </p:cNvCxnSpPr>
          <p:nvPr/>
        </p:nvCxnSpPr>
        <p:spPr>
          <a:xfrm flipH="1">
            <a:off x="1623136" y="5646475"/>
            <a:ext cx="4286435" cy="0"/>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F66E72E-B628-7CA7-EFA4-48EB64F2DC0C}"/>
              </a:ext>
            </a:extLst>
          </p:cNvPr>
          <p:cNvCxnSpPr>
            <a:cxnSpLocks/>
          </p:cNvCxnSpPr>
          <p:nvPr/>
        </p:nvCxnSpPr>
        <p:spPr>
          <a:xfrm flipV="1">
            <a:off x="6096000" y="5681709"/>
            <a:ext cx="0" cy="1092742"/>
          </a:xfrm>
          <a:prstGeom prst="straightConnector1">
            <a:avLst/>
          </a:prstGeom>
          <a:ln w="762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04821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72"/>
        <p:cNvGrpSpPr/>
        <p:nvPr/>
      </p:nvGrpSpPr>
      <p:grpSpPr>
        <a:xfrm>
          <a:off x="0" y="0"/>
          <a:ext cx="0" cy="0"/>
          <a:chOff x="0" y="0"/>
          <a:chExt cx="0" cy="0"/>
        </a:xfrm>
      </p:grpSpPr>
      <p:sp>
        <p:nvSpPr>
          <p:cNvPr id="473" name="Google Shape;473;p60"/>
          <p:cNvSpPr txBox="1">
            <a:spLocks noGrp="1"/>
          </p:cNvSpPr>
          <p:nvPr>
            <p:ph type="title"/>
          </p:nvPr>
        </p:nvSpPr>
        <p:spPr>
          <a:xfrm>
            <a:off x="2056660" y="1679022"/>
            <a:ext cx="9144000" cy="606300"/>
          </a:xfrm>
          <a:prstGeom prst="rect">
            <a:avLst/>
          </a:prstGeom>
          <a:noFill/>
          <a:ln>
            <a:noFill/>
          </a:ln>
        </p:spPr>
        <p:txBody>
          <a:bodyPr spcFirstLastPara="1" wrap="square" lIns="91425" tIns="45700" rIns="91425" bIns="45700" anchor="ctr" anchorCtr="0">
            <a:noAutofit/>
          </a:bodyPr>
          <a:lstStyle/>
          <a:p>
            <a:pPr algn="l">
              <a:lnSpc>
                <a:spcPct val="80000"/>
              </a:lnSpc>
              <a:spcBef>
                <a:spcPts val="496"/>
              </a:spcBef>
              <a:buSzPts val="2480"/>
            </a:pPr>
            <a:r>
              <a:rPr lang="en-US" sz="2480" b="1" dirty="0"/>
              <a:t>2. Magnetic polarity pattern of bedrock </a:t>
            </a:r>
            <a:endParaRPr sz="2480" dirty="0"/>
          </a:p>
          <a:p>
            <a:pPr>
              <a:buSzPts val="3959"/>
            </a:pPr>
            <a:endParaRPr sz="2400" dirty="0"/>
          </a:p>
        </p:txBody>
      </p:sp>
      <p:pic>
        <p:nvPicPr>
          <p:cNvPr id="2" name="Online Media 1" title="Magnetic Field Reversal | 100 Greatest Discoveries">
            <a:hlinkClick r:id="" action="ppaction://media"/>
            <a:extLst>
              <a:ext uri="{FF2B5EF4-FFF2-40B4-BE49-F238E27FC236}">
                <a16:creationId xmlns:a16="http://schemas.microsoft.com/office/drawing/2014/main" id="{EB296007-8028-2D8A-A215-BA33F7C50D42}"/>
              </a:ext>
            </a:extLst>
          </p:cNvPr>
          <p:cNvPicPr>
            <a:picLocks noRot="1" noChangeAspect="1"/>
          </p:cNvPicPr>
          <p:nvPr>
            <a:videoFile r:link="rId1"/>
          </p:nvPr>
        </p:nvPicPr>
        <p:blipFill>
          <a:blip r:embed="rId4"/>
          <a:stretch>
            <a:fillRect/>
          </a:stretch>
        </p:blipFill>
        <p:spPr>
          <a:xfrm>
            <a:off x="2112159" y="2087362"/>
            <a:ext cx="8027221" cy="4535380"/>
          </a:xfrm>
          <a:prstGeom prst="rect">
            <a:avLst/>
          </a:prstGeom>
        </p:spPr>
      </p:pic>
      <p:sp>
        <p:nvSpPr>
          <p:cNvPr id="4" name="Google Shape;463;p59">
            <a:extLst>
              <a:ext uri="{FF2B5EF4-FFF2-40B4-BE49-F238E27FC236}">
                <a16:creationId xmlns:a16="http://schemas.microsoft.com/office/drawing/2014/main" id="{848646A6-8BD2-D08A-FC7D-B5968B3F9479}"/>
              </a:ext>
            </a:extLst>
          </p:cNvPr>
          <p:cNvSpPr txBox="1">
            <a:spLocks/>
          </p:cNvSpPr>
          <p:nvPr/>
        </p:nvSpPr>
        <p:spPr>
          <a:xfrm>
            <a:off x="1583538" y="36530"/>
            <a:ext cx="9084462" cy="156367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18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l">
              <a:buClr>
                <a:srgbClr val="000000"/>
              </a:buClr>
              <a:buSzPts val="3959"/>
            </a:pPr>
            <a:r>
              <a:rPr lang="en-US" sz="3959" kern="0" dirty="0">
                <a:solidFill>
                  <a:srgbClr val="000000"/>
                </a:solidFill>
              </a:rPr>
              <a:t>3) </a:t>
            </a:r>
            <a:r>
              <a:rPr lang="en-US" sz="3959" b="1" kern="0" dirty="0">
                <a:solidFill>
                  <a:srgbClr val="000000"/>
                </a:solidFill>
              </a:rPr>
              <a:t>How do we know the seafloor is spreading at mid-ocean ridges? </a:t>
            </a:r>
            <a:endParaRPr lang="en-US" sz="3959" kern="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78"/>
        <p:cNvGrpSpPr/>
        <p:nvPr/>
      </p:nvGrpSpPr>
      <p:grpSpPr>
        <a:xfrm>
          <a:off x="0" y="0"/>
          <a:ext cx="0" cy="0"/>
          <a:chOff x="0" y="0"/>
          <a:chExt cx="0" cy="0"/>
        </a:xfrm>
      </p:grpSpPr>
      <p:sp>
        <p:nvSpPr>
          <p:cNvPr id="479" name="Google Shape;479;p61"/>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3959"/>
            </a:pPr>
            <a:r>
              <a:rPr lang="en-US" sz="3959" dirty="0"/>
              <a:t>3) </a:t>
            </a:r>
            <a:r>
              <a:rPr lang="en-US" sz="3959" b="1" dirty="0"/>
              <a:t>How do we know the seafloor is spreading at mid-ocean ridges? </a:t>
            </a:r>
            <a:endParaRPr sz="3959" dirty="0"/>
          </a:p>
        </p:txBody>
      </p:sp>
      <p:sp>
        <p:nvSpPr>
          <p:cNvPr id="480" name="Google Shape;480;p61"/>
          <p:cNvSpPr txBox="1">
            <a:spLocks noGrp="1"/>
          </p:cNvSpPr>
          <p:nvPr>
            <p:ph type="body" idx="1"/>
          </p:nvPr>
        </p:nvSpPr>
        <p:spPr>
          <a:xfrm>
            <a:off x="1981200" y="1219200"/>
            <a:ext cx="8686800" cy="5121300"/>
          </a:xfrm>
          <a:prstGeom prst="rect">
            <a:avLst/>
          </a:prstGeom>
          <a:noFill/>
          <a:ln>
            <a:noFill/>
          </a:ln>
        </p:spPr>
        <p:txBody>
          <a:bodyPr spcFirstLastPara="1" wrap="square" lIns="91425" tIns="45700" rIns="91425" bIns="45700" anchor="t" anchorCtr="0">
            <a:noAutofit/>
          </a:bodyPr>
          <a:lstStyle/>
          <a:p>
            <a:pPr marL="0" indent="0">
              <a:lnSpc>
                <a:spcPct val="80000"/>
              </a:lnSpc>
              <a:spcBef>
                <a:spcPts val="0"/>
              </a:spcBef>
              <a:buSzPts val="2480"/>
              <a:buNone/>
            </a:pPr>
            <a:r>
              <a:rPr lang="en-US" sz="2480" b="1"/>
              <a:t>Evidence of seafloor spreading: </a:t>
            </a:r>
            <a:endParaRPr sz="2480"/>
          </a:p>
          <a:p>
            <a:pPr marL="0" indent="0">
              <a:lnSpc>
                <a:spcPct val="80000"/>
              </a:lnSpc>
              <a:spcBef>
                <a:spcPts val="496"/>
              </a:spcBef>
              <a:buSzPts val="2480"/>
              <a:buNone/>
            </a:pPr>
            <a:endParaRPr sz="2480" b="1"/>
          </a:p>
          <a:p>
            <a:pPr marL="0" indent="0">
              <a:lnSpc>
                <a:spcPct val="80000"/>
              </a:lnSpc>
              <a:spcBef>
                <a:spcPts val="496"/>
              </a:spcBef>
              <a:buSzPts val="2480"/>
              <a:buNone/>
            </a:pPr>
            <a:r>
              <a:rPr lang="en-US" sz="2480" b="1"/>
              <a:t>2. Magnetic polarity pattern of bedrock </a:t>
            </a:r>
            <a:endParaRPr sz="2480"/>
          </a:p>
          <a:p>
            <a:pPr marL="742950" lvl="1" indent="-285750">
              <a:lnSpc>
                <a:spcPct val="80000"/>
              </a:lnSpc>
              <a:spcBef>
                <a:spcPts val="434"/>
              </a:spcBef>
              <a:buSzPts val="2170"/>
              <a:buFont typeface="Courier New"/>
              <a:buChar char="o"/>
            </a:pPr>
            <a:r>
              <a:rPr lang="en-US" sz="2170"/>
              <a:t>Earth’s magnetic North Pole is currently near the geographic North Pole. In the past, it seems to have been reversed for periods of time, meaning the magnetic North Pole was located near the geographic South Pole. </a:t>
            </a:r>
            <a:endParaRPr/>
          </a:p>
          <a:p>
            <a:pPr marL="457200" lvl="1" indent="0">
              <a:lnSpc>
                <a:spcPct val="80000"/>
              </a:lnSpc>
              <a:spcBef>
                <a:spcPts val="434"/>
              </a:spcBef>
              <a:buSzPts val="2170"/>
              <a:buNone/>
            </a:pPr>
            <a:endParaRPr sz="2170"/>
          </a:p>
          <a:p>
            <a:pPr marL="742950" lvl="1" indent="-285750">
              <a:lnSpc>
                <a:spcPct val="80000"/>
              </a:lnSpc>
              <a:spcBef>
                <a:spcPts val="434"/>
              </a:spcBef>
              <a:buSzPts val="2170"/>
              <a:buFont typeface="Courier New"/>
              <a:buChar char="o"/>
            </a:pPr>
            <a:r>
              <a:rPr lang="en-US" sz="2170"/>
              <a:t>As magma cools, magnetic elements like iron in the magma align to the Earth’s magnetic North Pole of the time. </a:t>
            </a:r>
            <a:endParaRPr/>
          </a:p>
          <a:p>
            <a:pPr marL="742950" lvl="1" indent="-147955">
              <a:lnSpc>
                <a:spcPct val="80000"/>
              </a:lnSpc>
              <a:spcBef>
                <a:spcPts val="434"/>
              </a:spcBef>
              <a:buSzPts val="2170"/>
              <a:buNone/>
            </a:pPr>
            <a:endParaRPr sz="2170"/>
          </a:p>
          <a:p>
            <a:pPr marL="742950" lvl="1" indent="-285750">
              <a:lnSpc>
                <a:spcPct val="80000"/>
              </a:lnSpc>
              <a:spcBef>
                <a:spcPts val="434"/>
              </a:spcBef>
              <a:buSzPts val="2170"/>
              <a:buFont typeface="Courier New"/>
              <a:buChar char="o"/>
            </a:pPr>
            <a:r>
              <a:rPr lang="en-US" sz="2170"/>
              <a:t>Oceanic crust at equal distances on opposite sides of the ridge have the same magnetic polarity (normal + or reversed -). Meaning, the oceanic crust formed at the same time at the ridge and was pushed apart as new seafloor has been created. </a:t>
            </a:r>
            <a:endParaRPr/>
          </a:p>
          <a:p>
            <a:pPr marL="0" indent="0">
              <a:lnSpc>
                <a:spcPct val="80000"/>
              </a:lnSpc>
              <a:spcBef>
                <a:spcPts val="496"/>
              </a:spcBef>
              <a:buSzPts val="2480"/>
              <a:buNone/>
            </a:pPr>
            <a:endParaRPr sz="248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07CE0459-1795-EE0C-75A9-DF8864A0CA80}"/>
                  </a:ext>
                </a:extLst>
              </p14:cNvPr>
              <p14:cNvContentPartPr/>
              <p14:nvPr/>
            </p14:nvContentPartPr>
            <p14:xfrm>
              <a:off x="-1305538" y="930527"/>
              <a:ext cx="360" cy="360"/>
            </p14:xfrm>
          </p:contentPart>
        </mc:Choice>
        <mc:Fallback xmlns="">
          <p:pic>
            <p:nvPicPr>
              <p:cNvPr id="2" name="Ink 1">
                <a:extLst>
                  <a:ext uri="{FF2B5EF4-FFF2-40B4-BE49-F238E27FC236}">
                    <a16:creationId xmlns:a16="http://schemas.microsoft.com/office/drawing/2014/main" id="{07CE0459-1795-EE0C-75A9-DF8864A0CA80}"/>
                  </a:ext>
                </a:extLst>
              </p:cNvPr>
              <p:cNvPicPr/>
              <p:nvPr/>
            </p:nvPicPr>
            <p:blipFill>
              <a:blip r:embed="rId4"/>
              <a:stretch>
                <a:fillRect/>
              </a:stretch>
            </p:blipFill>
            <p:spPr>
              <a:xfrm>
                <a:off x="-1323538" y="912527"/>
                <a:ext cx="36000" cy="3600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484"/>
        <p:cNvGrpSpPr/>
        <p:nvPr/>
      </p:nvGrpSpPr>
      <p:grpSpPr>
        <a:xfrm>
          <a:off x="0" y="0"/>
          <a:ext cx="0" cy="0"/>
          <a:chOff x="0" y="0"/>
          <a:chExt cx="0" cy="0"/>
        </a:xfrm>
      </p:grpSpPr>
      <p:sp>
        <p:nvSpPr>
          <p:cNvPr id="485" name="Google Shape;485;p62"/>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3959"/>
            </a:pPr>
            <a:r>
              <a:rPr lang="en-US" sz="3959" dirty="0"/>
              <a:t>3) </a:t>
            </a:r>
            <a:r>
              <a:rPr lang="en-US" sz="3959" b="1" dirty="0"/>
              <a:t>How do we know the seafloor is spreading at mid-ocean ridges? </a:t>
            </a:r>
            <a:endParaRPr sz="3959" dirty="0"/>
          </a:p>
        </p:txBody>
      </p:sp>
      <p:sp>
        <p:nvSpPr>
          <p:cNvPr id="486" name="Google Shape;486;p62"/>
          <p:cNvSpPr txBox="1">
            <a:spLocks noGrp="1"/>
          </p:cNvSpPr>
          <p:nvPr>
            <p:ph type="body" idx="1"/>
          </p:nvPr>
        </p:nvSpPr>
        <p:spPr>
          <a:xfrm>
            <a:off x="1981200" y="1600201"/>
            <a:ext cx="8686800" cy="5121275"/>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b="1"/>
              <a:t>Evidence of seafloor spreading: </a:t>
            </a:r>
            <a:endParaRPr/>
          </a:p>
          <a:p>
            <a:pPr marL="0" indent="0">
              <a:spcBef>
                <a:spcPts val="640"/>
              </a:spcBef>
              <a:buSzPts val="3200"/>
              <a:buNone/>
            </a:pPr>
            <a:endParaRPr b="1"/>
          </a:p>
          <a:p>
            <a:pPr marL="0" indent="0">
              <a:spcBef>
                <a:spcPts val="640"/>
              </a:spcBef>
              <a:buSzPts val="3200"/>
              <a:buNone/>
            </a:pPr>
            <a:r>
              <a:rPr lang="en-US" b="1"/>
              <a:t>2. Magnetic polarity pattern of bedrock </a:t>
            </a:r>
            <a:endParaRPr/>
          </a:p>
          <a:p>
            <a:pPr marL="742950" lvl="1" indent="-285750">
              <a:spcBef>
                <a:spcPts val="560"/>
              </a:spcBef>
              <a:buSzPts val="2800"/>
              <a:buFont typeface="Courier New"/>
              <a:buChar char="o"/>
            </a:pPr>
            <a:r>
              <a:rPr lang="en-US" b="1" u="sng"/>
              <a:t>Magnetic polarity pattern</a:t>
            </a:r>
            <a:r>
              <a:rPr lang="en-US" b="1"/>
              <a:t> </a:t>
            </a:r>
            <a:r>
              <a:rPr lang="en-US" b="1">
                <a:solidFill>
                  <a:srgbClr val="0000FF"/>
                </a:solidFill>
              </a:rPr>
              <a:t>is a mirror image on opposite sides of the ridge.</a:t>
            </a:r>
            <a:endParaRPr>
              <a:solidFill>
                <a:srgbClr val="0000FF"/>
              </a:solidFill>
            </a:endParaRPr>
          </a:p>
        </p:txBody>
      </p:sp>
      <p:pic>
        <p:nvPicPr>
          <p:cNvPr id="487" name="Google Shape;487;p62"/>
          <p:cNvPicPr preferRelativeResize="0"/>
          <p:nvPr/>
        </p:nvPicPr>
        <p:blipFill rotWithShape="1">
          <a:blip r:embed="rId3">
            <a:alphaModFix/>
          </a:blip>
          <a:srcRect/>
          <a:stretch/>
        </p:blipFill>
        <p:spPr>
          <a:xfrm>
            <a:off x="4077914" y="4512310"/>
            <a:ext cx="3821439" cy="234569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755950"/>
          </a:xfrm>
          <a:prstGeom prst="rect">
            <a:avLst/>
          </a:prstGeom>
          <a:noFill/>
          <a:ln>
            <a:noFill/>
          </a:ln>
        </p:spPr>
        <p:txBody>
          <a:bodyPr spcFirstLastPara="1" wrap="square" lIns="91425" tIns="45700" rIns="91425" bIns="45700" anchor="t" anchorCtr="0">
            <a:noAutofit/>
          </a:bodyPr>
          <a:lstStyle/>
          <a:p>
            <a:pPr>
              <a:buSzPts val="3959"/>
            </a:pPr>
            <a:r>
              <a:rPr lang="en-US" sz="3959" b="1" u="sng" dirty="0"/>
              <a:t>Convergent Plate Boundaries</a:t>
            </a:r>
            <a:endParaRPr sz="3959" b="1" u="sng" dirty="0"/>
          </a:p>
        </p:txBody>
      </p:sp>
      <p:pic>
        <p:nvPicPr>
          <p:cNvPr id="5" name="Picture 4">
            <a:extLst>
              <a:ext uri="{FF2B5EF4-FFF2-40B4-BE49-F238E27FC236}">
                <a16:creationId xmlns:a16="http://schemas.microsoft.com/office/drawing/2014/main" id="{09380215-F514-8CE1-3897-26087FA93C41}"/>
              </a:ext>
            </a:extLst>
          </p:cNvPr>
          <p:cNvPicPr>
            <a:picLocks noChangeAspect="1"/>
          </p:cNvPicPr>
          <p:nvPr/>
        </p:nvPicPr>
        <p:blipFill>
          <a:blip r:embed="rId3"/>
          <a:stretch>
            <a:fillRect/>
          </a:stretch>
        </p:blipFill>
        <p:spPr>
          <a:xfrm>
            <a:off x="1877679" y="1828800"/>
            <a:ext cx="8436643" cy="3511296"/>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755950"/>
          </a:xfrm>
          <a:prstGeom prst="rect">
            <a:avLst/>
          </a:prstGeom>
          <a:noFill/>
          <a:ln>
            <a:noFill/>
          </a:ln>
        </p:spPr>
        <p:txBody>
          <a:bodyPr spcFirstLastPara="1" wrap="square" lIns="91425" tIns="45700" rIns="91425" bIns="45700" anchor="t" anchorCtr="0">
            <a:noAutofit/>
          </a:bodyPr>
          <a:lstStyle/>
          <a:p>
            <a:pPr>
              <a:buSzPts val="3959"/>
            </a:pPr>
            <a:r>
              <a:rPr lang="en-US" sz="3959" b="1" u="sng" dirty="0"/>
              <a:t>Convergent Plate Boundaries</a:t>
            </a:r>
            <a:endParaRPr sz="3959" b="1" u="sng" dirty="0"/>
          </a:p>
        </p:txBody>
      </p:sp>
      <p:pic>
        <p:nvPicPr>
          <p:cNvPr id="3" name="Picture 2">
            <a:extLst>
              <a:ext uri="{FF2B5EF4-FFF2-40B4-BE49-F238E27FC236}">
                <a16:creationId xmlns:a16="http://schemas.microsoft.com/office/drawing/2014/main" id="{8F7E9946-40EC-A871-4783-9B659D04ED0A}"/>
              </a:ext>
            </a:extLst>
          </p:cNvPr>
          <p:cNvPicPr>
            <a:picLocks noChangeAspect="1"/>
          </p:cNvPicPr>
          <p:nvPr/>
        </p:nvPicPr>
        <p:blipFill>
          <a:blip r:embed="rId3"/>
          <a:stretch>
            <a:fillRect/>
          </a:stretch>
        </p:blipFill>
        <p:spPr>
          <a:xfrm>
            <a:off x="2084531" y="792480"/>
            <a:ext cx="8022938" cy="5900928"/>
          </a:xfrm>
          <a:prstGeom prst="rect">
            <a:avLst/>
          </a:prstGeom>
        </p:spPr>
      </p:pic>
    </p:spTree>
    <p:extLst>
      <p:ext uri="{BB962C8B-B14F-4D97-AF65-F5344CB8AC3E}">
        <p14:creationId xmlns:p14="http://schemas.microsoft.com/office/powerpoint/2010/main" val="262247033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755950"/>
          </a:xfrm>
          <a:prstGeom prst="rect">
            <a:avLst/>
          </a:prstGeom>
          <a:noFill/>
          <a:ln>
            <a:noFill/>
          </a:ln>
        </p:spPr>
        <p:txBody>
          <a:bodyPr spcFirstLastPara="1" wrap="square" lIns="91425" tIns="45700" rIns="91425" bIns="45700" anchor="t" anchorCtr="0">
            <a:noAutofit/>
          </a:bodyPr>
          <a:lstStyle/>
          <a:p>
            <a:pPr>
              <a:buSzPts val="3959"/>
            </a:pPr>
            <a:r>
              <a:rPr lang="en-US" sz="3959" b="1" u="sng" dirty="0"/>
              <a:t>Convergent Plate Boundaries</a:t>
            </a:r>
            <a:endParaRPr sz="3959" b="1" u="sng" dirty="0"/>
          </a:p>
        </p:txBody>
      </p:sp>
      <p:pic>
        <p:nvPicPr>
          <p:cNvPr id="4" name="Picture 3">
            <a:extLst>
              <a:ext uri="{FF2B5EF4-FFF2-40B4-BE49-F238E27FC236}">
                <a16:creationId xmlns:a16="http://schemas.microsoft.com/office/drawing/2014/main" id="{C2979D56-A9CE-2675-96B5-9E1DF5D531C5}"/>
              </a:ext>
            </a:extLst>
          </p:cNvPr>
          <p:cNvPicPr>
            <a:picLocks noChangeAspect="1"/>
          </p:cNvPicPr>
          <p:nvPr/>
        </p:nvPicPr>
        <p:blipFill>
          <a:blip r:embed="rId3"/>
          <a:stretch>
            <a:fillRect/>
          </a:stretch>
        </p:blipFill>
        <p:spPr>
          <a:xfrm>
            <a:off x="1963640" y="792480"/>
            <a:ext cx="8264720" cy="5547360"/>
          </a:xfrm>
          <a:prstGeom prst="rect">
            <a:avLst/>
          </a:prstGeom>
        </p:spPr>
      </p:pic>
    </p:spTree>
    <p:extLst>
      <p:ext uri="{BB962C8B-B14F-4D97-AF65-F5344CB8AC3E}">
        <p14:creationId xmlns:p14="http://schemas.microsoft.com/office/powerpoint/2010/main" val="15457678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755950"/>
          </a:xfrm>
          <a:prstGeom prst="rect">
            <a:avLst/>
          </a:prstGeom>
          <a:noFill/>
          <a:ln>
            <a:noFill/>
          </a:ln>
        </p:spPr>
        <p:txBody>
          <a:bodyPr spcFirstLastPara="1" wrap="square" lIns="91425" tIns="45700" rIns="91425" bIns="45700" anchor="t" anchorCtr="0">
            <a:noAutofit/>
          </a:bodyPr>
          <a:lstStyle/>
          <a:p>
            <a:pPr>
              <a:buSzPts val="3959"/>
            </a:pPr>
            <a:r>
              <a:rPr lang="en-US" sz="3959" b="1" u="sng" dirty="0"/>
              <a:t>Convergent Plate Boundaries</a:t>
            </a:r>
            <a:endParaRPr sz="3959" b="1" u="sng" dirty="0"/>
          </a:p>
        </p:txBody>
      </p:sp>
      <p:pic>
        <p:nvPicPr>
          <p:cNvPr id="3" name="Picture 2">
            <a:extLst>
              <a:ext uri="{FF2B5EF4-FFF2-40B4-BE49-F238E27FC236}">
                <a16:creationId xmlns:a16="http://schemas.microsoft.com/office/drawing/2014/main" id="{F5F40851-0AC4-607D-1E8E-0C0CA1A29375}"/>
              </a:ext>
            </a:extLst>
          </p:cNvPr>
          <p:cNvPicPr>
            <a:picLocks noChangeAspect="1"/>
          </p:cNvPicPr>
          <p:nvPr/>
        </p:nvPicPr>
        <p:blipFill>
          <a:blip r:embed="rId3"/>
          <a:stretch>
            <a:fillRect/>
          </a:stretch>
        </p:blipFill>
        <p:spPr>
          <a:xfrm>
            <a:off x="1921204" y="792480"/>
            <a:ext cx="8349593" cy="5890738"/>
          </a:xfrm>
          <a:prstGeom prst="rect">
            <a:avLst/>
          </a:prstGeom>
        </p:spPr>
      </p:pic>
    </p:spTree>
    <p:extLst>
      <p:ext uri="{BB962C8B-B14F-4D97-AF65-F5344CB8AC3E}">
        <p14:creationId xmlns:p14="http://schemas.microsoft.com/office/powerpoint/2010/main" val="611879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3959"/>
            </a:pPr>
            <a:r>
              <a:rPr lang="en-US" sz="3959"/>
              <a:t>4) </a:t>
            </a:r>
            <a:r>
              <a:rPr lang="en-US" sz="3959" b="1"/>
              <a:t>What geologic features occur when a continental plate collides with an oceanic plate?</a:t>
            </a:r>
            <a:endParaRPr sz="3959"/>
          </a:p>
        </p:txBody>
      </p:sp>
      <p:sp>
        <p:nvSpPr>
          <p:cNvPr id="500" name="Google Shape;500;p64"/>
          <p:cNvSpPr txBox="1">
            <a:spLocks noGrp="1"/>
          </p:cNvSpPr>
          <p:nvPr>
            <p:ph type="body" idx="1"/>
          </p:nvPr>
        </p:nvSpPr>
        <p:spPr>
          <a:xfrm>
            <a:off x="1981200" y="2162813"/>
            <a:ext cx="8513148" cy="4558663"/>
          </a:xfrm>
          <a:prstGeom prst="rect">
            <a:avLst/>
          </a:prstGeom>
          <a:noFill/>
          <a:ln>
            <a:noFill/>
          </a:ln>
        </p:spPr>
        <p:txBody>
          <a:bodyPr spcFirstLastPara="1" wrap="square" lIns="91425" tIns="45700" rIns="91425" bIns="45700" anchor="t" anchorCtr="0">
            <a:noAutofit/>
          </a:bodyPr>
          <a:lstStyle/>
          <a:p>
            <a:pPr marL="342900">
              <a:spcBef>
                <a:spcPts val="0"/>
              </a:spcBef>
              <a:buSzPts val="3200"/>
              <a:buFont typeface="Noto Sans Symbols"/>
              <a:buChar char="★"/>
            </a:pPr>
            <a:r>
              <a:rPr lang="en-US" b="1"/>
              <a:t>Making predictions – Convergent Plate Boundaries:</a:t>
            </a:r>
            <a:r>
              <a:rPr lang="en-US"/>
              <a:t> On the diagram below…</a:t>
            </a:r>
            <a:endParaRPr/>
          </a:p>
          <a:p>
            <a:pPr marL="400050" lvl="1" indent="0">
              <a:spcBef>
                <a:spcPts val="560"/>
              </a:spcBef>
              <a:buSzPts val="2800"/>
              <a:buNone/>
            </a:pPr>
            <a:r>
              <a:rPr lang="en-US"/>
              <a:t>1. Label each type of crust.</a:t>
            </a:r>
            <a:endParaRPr/>
          </a:p>
          <a:p>
            <a:pPr marL="400050" lvl="1" indent="0">
              <a:spcBef>
                <a:spcPts val="560"/>
              </a:spcBef>
              <a:buSzPts val="2800"/>
              <a:buNone/>
            </a:pPr>
            <a:r>
              <a:rPr lang="en-US"/>
              <a:t>2. Label the density of each type of crust. </a:t>
            </a:r>
            <a:endParaRPr/>
          </a:p>
          <a:p>
            <a:pPr marL="400050" lvl="1" indent="0">
              <a:spcBef>
                <a:spcPts val="560"/>
              </a:spcBef>
              <a:buSzPts val="2800"/>
              <a:buNone/>
            </a:pPr>
            <a:r>
              <a:rPr lang="en-US"/>
              <a:t>3. Using a pencil, draw what you think will happen when these two plates collide. </a:t>
            </a:r>
            <a:endParaRPr/>
          </a:p>
          <a:p>
            <a:pPr marL="342900" indent="-139700">
              <a:spcBef>
                <a:spcPts val="640"/>
              </a:spcBef>
              <a:buSzPts val="3200"/>
              <a:buNone/>
            </a:pPr>
            <a:endParaRPr/>
          </a:p>
        </p:txBody>
      </p:sp>
    </p:spTree>
    <p:extLst>
      <p:ext uri="{BB962C8B-B14F-4D97-AF65-F5344CB8AC3E}">
        <p14:creationId xmlns:p14="http://schemas.microsoft.com/office/powerpoint/2010/main" val="135939255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755950"/>
          </a:xfrm>
          <a:prstGeom prst="rect">
            <a:avLst/>
          </a:prstGeom>
          <a:noFill/>
          <a:ln>
            <a:noFill/>
          </a:ln>
        </p:spPr>
        <p:txBody>
          <a:bodyPr spcFirstLastPara="1" wrap="square" lIns="91425" tIns="45700" rIns="91425" bIns="45700" anchor="t" anchorCtr="0">
            <a:noAutofit/>
          </a:bodyPr>
          <a:lstStyle/>
          <a:p>
            <a:pPr>
              <a:buSzPts val="3959"/>
            </a:pPr>
            <a:r>
              <a:rPr lang="en-US" sz="3959" b="1" u="sng" dirty="0"/>
              <a:t>Convergent Plate Boundaries</a:t>
            </a:r>
            <a:endParaRPr sz="3959" b="1" u="sng" dirty="0"/>
          </a:p>
        </p:txBody>
      </p:sp>
      <p:pic>
        <p:nvPicPr>
          <p:cNvPr id="3" name="Picture 2">
            <a:extLst>
              <a:ext uri="{FF2B5EF4-FFF2-40B4-BE49-F238E27FC236}">
                <a16:creationId xmlns:a16="http://schemas.microsoft.com/office/drawing/2014/main" id="{8F7E9946-40EC-A871-4783-9B659D04ED0A}"/>
              </a:ext>
            </a:extLst>
          </p:cNvPr>
          <p:cNvPicPr>
            <a:picLocks noChangeAspect="1"/>
          </p:cNvPicPr>
          <p:nvPr/>
        </p:nvPicPr>
        <p:blipFill>
          <a:blip r:embed="rId3"/>
          <a:stretch>
            <a:fillRect/>
          </a:stretch>
        </p:blipFill>
        <p:spPr>
          <a:xfrm>
            <a:off x="2084531" y="792480"/>
            <a:ext cx="8022938" cy="5900928"/>
          </a:xfrm>
          <a:prstGeom prst="rect">
            <a:avLst/>
          </a:prstGeom>
        </p:spPr>
      </p:pic>
    </p:spTree>
    <p:extLst>
      <p:ext uri="{BB962C8B-B14F-4D97-AF65-F5344CB8AC3E}">
        <p14:creationId xmlns:p14="http://schemas.microsoft.com/office/powerpoint/2010/main" val="3575312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755950"/>
          </a:xfrm>
          <a:prstGeom prst="rect">
            <a:avLst/>
          </a:prstGeom>
          <a:noFill/>
          <a:ln>
            <a:noFill/>
          </a:ln>
        </p:spPr>
        <p:txBody>
          <a:bodyPr spcFirstLastPara="1" wrap="square" lIns="91425" tIns="45700" rIns="91425" bIns="45700" anchor="t" anchorCtr="0">
            <a:noAutofit/>
          </a:bodyPr>
          <a:lstStyle/>
          <a:p>
            <a:pPr>
              <a:buSzPts val="3959"/>
            </a:pPr>
            <a:r>
              <a:rPr lang="en-US" sz="2800" b="1" i="1" u="sng" dirty="0"/>
              <a:t>Continental-Oceanic</a:t>
            </a:r>
            <a:r>
              <a:rPr lang="en-US" sz="2800" b="1" u="sng" dirty="0"/>
              <a:t> </a:t>
            </a:r>
            <a:br>
              <a:rPr lang="en-US" sz="2800" b="1" u="sng" dirty="0"/>
            </a:br>
            <a:r>
              <a:rPr lang="en-US" sz="2800" b="1" u="sng" dirty="0"/>
              <a:t>Convergent Plate Boundaries</a:t>
            </a:r>
            <a:endParaRPr sz="2800" b="1" u="sng" dirty="0"/>
          </a:p>
        </p:txBody>
      </p:sp>
      <p:pic>
        <p:nvPicPr>
          <p:cNvPr id="2" name="Online Media 1" title="Volcanic Arcs and Subduction">
            <a:hlinkClick r:id="" action="ppaction://media"/>
            <a:extLst>
              <a:ext uri="{FF2B5EF4-FFF2-40B4-BE49-F238E27FC236}">
                <a16:creationId xmlns:a16="http://schemas.microsoft.com/office/drawing/2014/main" id="{5E14633A-EA4D-1ED0-330D-C369710AB290}"/>
              </a:ext>
            </a:extLst>
          </p:cNvPr>
          <p:cNvPicPr>
            <a:picLocks noRot="1" noChangeAspect="1"/>
          </p:cNvPicPr>
          <p:nvPr>
            <a:videoFile r:link="rId1"/>
          </p:nvPr>
        </p:nvPicPr>
        <p:blipFill>
          <a:blip r:embed="rId4"/>
          <a:stretch>
            <a:fillRect/>
          </a:stretch>
        </p:blipFill>
        <p:spPr>
          <a:xfrm>
            <a:off x="2568448" y="999744"/>
            <a:ext cx="7055104" cy="5291328"/>
          </a:xfrm>
          <a:prstGeom prst="rect">
            <a:avLst/>
          </a:prstGeom>
        </p:spPr>
      </p:pic>
      <p:sp>
        <p:nvSpPr>
          <p:cNvPr id="4" name="TextBox 3">
            <a:extLst>
              <a:ext uri="{FF2B5EF4-FFF2-40B4-BE49-F238E27FC236}">
                <a16:creationId xmlns:a16="http://schemas.microsoft.com/office/drawing/2014/main" id="{BEFE5184-D3C2-1A69-2E34-317849B74FD7}"/>
              </a:ext>
            </a:extLst>
          </p:cNvPr>
          <p:cNvSpPr txBox="1"/>
          <p:nvPr/>
        </p:nvSpPr>
        <p:spPr>
          <a:xfrm>
            <a:off x="2568448" y="6291073"/>
            <a:ext cx="1979168" cy="584775"/>
          </a:xfrm>
          <a:prstGeom prst="rect">
            <a:avLst/>
          </a:prstGeom>
          <a:noFill/>
        </p:spPr>
        <p:txBody>
          <a:bodyPr wrap="square" rtlCol="0">
            <a:spAutoFit/>
          </a:bodyPr>
          <a:lstStyle/>
          <a:p>
            <a:pPr>
              <a:buClr>
                <a:srgbClr val="000000"/>
              </a:buClr>
            </a:pPr>
            <a:r>
              <a:rPr lang="en-US" kern="0" dirty="0">
                <a:solidFill>
                  <a:srgbClr val="000000"/>
                </a:solidFill>
                <a:latin typeface="Calibri" panose="020F0502020204030204" pitchFamily="34" charset="0"/>
                <a:cs typeface="Arial"/>
                <a:sym typeface="Arial"/>
              </a:rPr>
              <a:t>0:00 - 0:32</a:t>
            </a:r>
          </a:p>
          <a:p>
            <a:pPr>
              <a:buClr>
                <a:srgbClr val="000000"/>
              </a:buClr>
            </a:pPr>
            <a:endParaRPr lang="en-US" sz="1400" kern="0" dirty="0">
              <a:solidFill>
                <a:srgbClr val="000000"/>
              </a:solidFill>
              <a:latin typeface="Arial"/>
              <a:cs typeface="Arial"/>
              <a:sym typeface="Arial"/>
            </a:endParaRPr>
          </a:p>
        </p:txBody>
      </p:sp>
    </p:spTree>
    <p:extLst>
      <p:ext uri="{BB962C8B-B14F-4D97-AF65-F5344CB8AC3E}">
        <p14:creationId xmlns:p14="http://schemas.microsoft.com/office/powerpoint/2010/main" val="3033115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504"/>
        <p:cNvGrpSpPr/>
        <p:nvPr/>
      </p:nvGrpSpPr>
      <p:grpSpPr>
        <a:xfrm>
          <a:off x="0" y="0"/>
          <a:ext cx="0" cy="0"/>
          <a:chOff x="0" y="0"/>
          <a:chExt cx="0" cy="0"/>
        </a:xfrm>
      </p:grpSpPr>
      <p:sp>
        <p:nvSpPr>
          <p:cNvPr id="505" name="Google Shape;505;p65"/>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285750" indent="-285750" algn="l">
              <a:buFont typeface="Noto Sans Symbols"/>
              <a:buChar char="★"/>
            </a:pPr>
            <a:r>
              <a:rPr lang="en-US" sz="1800" b="1"/>
              <a:t>Making predictions – Convergent Plate Boundaries:</a:t>
            </a:r>
            <a:r>
              <a:rPr lang="en-US" sz="1800"/>
              <a:t> On the diagram below…</a:t>
            </a:r>
            <a:br>
              <a:rPr lang="en-US" sz="1800"/>
            </a:br>
            <a:r>
              <a:rPr lang="en-US" sz="1800"/>
              <a:t>1. Label each type of crust.</a:t>
            </a:r>
            <a:br>
              <a:rPr lang="en-US" sz="1800"/>
            </a:br>
            <a:r>
              <a:rPr lang="en-US" sz="1800"/>
              <a:t>2. Label the density of each type of crust. </a:t>
            </a:r>
            <a:br>
              <a:rPr lang="en-US" sz="1800"/>
            </a:br>
            <a:r>
              <a:rPr lang="en-US" sz="1800"/>
              <a:t>3. Using a pencil, draw what you think will happen when these two plates collide. </a:t>
            </a:r>
            <a:br>
              <a:rPr lang="en-US" sz="1800"/>
            </a:br>
            <a:endParaRPr sz="1800"/>
          </a:p>
        </p:txBody>
      </p:sp>
      <p:pic>
        <p:nvPicPr>
          <p:cNvPr id="506" name="Google Shape;506;p65"/>
          <p:cNvPicPr preferRelativeResize="0"/>
          <p:nvPr/>
        </p:nvPicPr>
        <p:blipFill rotWithShape="1">
          <a:blip r:embed="rId3">
            <a:alphaModFix/>
          </a:blip>
          <a:srcRect/>
          <a:stretch/>
        </p:blipFill>
        <p:spPr>
          <a:xfrm>
            <a:off x="2476500" y="1930400"/>
            <a:ext cx="7226300" cy="4927600"/>
          </a:xfrm>
          <a:prstGeom prst="rect">
            <a:avLst/>
          </a:prstGeom>
          <a:noFill/>
          <a:ln>
            <a:noFill/>
          </a:ln>
        </p:spPr>
      </p:pic>
      <p:sp>
        <p:nvSpPr>
          <p:cNvPr id="507" name="Google Shape;507;p65"/>
          <p:cNvSpPr txBox="1"/>
          <p:nvPr/>
        </p:nvSpPr>
        <p:spPr>
          <a:xfrm>
            <a:off x="2645872" y="4735725"/>
            <a:ext cx="179641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400" b="1" kern="0">
                <a:solidFill>
                  <a:srgbClr val="FFFFFF"/>
                </a:solidFill>
                <a:latin typeface="Arial"/>
                <a:ea typeface="Arial"/>
                <a:cs typeface="Arial"/>
                <a:sym typeface="Arial"/>
              </a:rPr>
              <a:t>Oceanic Crust</a:t>
            </a:r>
            <a:endParaRPr sz="1200" kern="0">
              <a:solidFill>
                <a:srgbClr val="000000"/>
              </a:solidFill>
              <a:latin typeface="Short Stack"/>
              <a:ea typeface="Short Stack"/>
              <a:cs typeface="Short Stack"/>
              <a:sym typeface="Short Stack"/>
            </a:endParaRPr>
          </a:p>
          <a:p>
            <a:pPr algn="ctr">
              <a:buClr>
                <a:srgbClr val="000000"/>
              </a:buClr>
            </a:pPr>
            <a:r>
              <a:rPr lang="en-US" sz="1400" b="1" kern="0">
                <a:solidFill>
                  <a:srgbClr val="FFFFFF"/>
                </a:solidFill>
                <a:latin typeface="Arial"/>
                <a:ea typeface="Arial"/>
                <a:cs typeface="Arial"/>
                <a:sym typeface="Arial"/>
              </a:rPr>
              <a:t>3.0 g/cm</a:t>
            </a:r>
            <a:r>
              <a:rPr lang="en-US" sz="1400" b="1" kern="0" baseline="30000">
                <a:solidFill>
                  <a:srgbClr val="FFFFFF"/>
                </a:solidFill>
                <a:latin typeface="Arial"/>
                <a:ea typeface="Arial"/>
                <a:cs typeface="Arial"/>
                <a:sym typeface="Arial"/>
              </a:rPr>
              <a:t>3</a:t>
            </a:r>
            <a:endParaRPr sz="1200" kern="0">
              <a:solidFill>
                <a:srgbClr val="000000"/>
              </a:solidFill>
              <a:latin typeface="Short Stack"/>
              <a:ea typeface="Short Stack"/>
              <a:cs typeface="Short Stack"/>
              <a:sym typeface="Short Stack"/>
            </a:endParaRPr>
          </a:p>
        </p:txBody>
      </p:sp>
      <p:sp>
        <p:nvSpPr>
          <p:cNvPr id="508" name="Google Shape;508;p65"/>
          <p:cNvSpPr txBox="1"/>
          <p:nvPr/>
        </p:nvSpPr>
        <p:spPr>
          <a:xfrm>
            <a:off x="8444544" y="4516608"/>
            <a:ext cx="1218565" cy="85915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400" b="1" kern="0">
                <a:solidFill>
                  <a:srgbClr val="000000"/>
                </a:solidFill>
                <a:latin typeface="Arial"/>
                <a:ea typeface="Arial"/>
                <a:cs typeface="Arial"/>
                <a:sym typeface="Arial"/>
              </a:rPr>
              <a:t>Continental Crust</a:t>
            </a:r>
            <a:endParaRPr sz="1200" kern="0">
              <a:solidFill>
                <a:srgbClr val="000000"/>
              </a:solidFill>
              <a:latin typeface="Short Stack"/>
              <a:ea typeface="Short Stack"/>
              <a:cs typeface="Short Stack"/>
              <a:sym typeface="Short Stack"/>
            </a:endParaRPr>
          </a:p>
          <a:p>
            <a:pPr algn="ctr">
              <a:buClr>
                <a:srgbClr val="000000"/>
              </a:buClr>
            </a:pPr>
            <a:r>
              <a:rPr lang="en-US" sz="1400" b="1" kern="0">
                <a:solidFill>
                  <a:srgbClr val="000000"/>
                </a:solidFill>
                <a:latin typeface="Arial"/>
                <a:ea typeface="Arial"/>
                <a:cs typeface="Arial"/>
                <a:sym typeface="Arial"/>
              </a:rPr>
              <a:t>2.7 g/cm</a:t>
            </a:r>
            <a:r>
              <a:rPr lang="en-US" sz="1400" b="1" kern="0" baseline="30000">
                <a:solidFill>
                  <a:srgbClr val="000000"/>
                </a:solidFill>
                <a:latin typeface="Arial"/>
                <a:ea typeface="Arial"/>
                <a:cs typeface="Arial"/>
                <a:sym typeface="Arial"/>
              </a:rPr>
              <a:t>3</a:t>
            </a:r>
            <a:endParaRPr sz="1200" kern="0">
              <a:solidFill>
                <a:srgbClr val="000000"/>
              </a:solidFill>
              <a:latin typeface="Short Stack"/>
              <a:ea typeface="Short Stack"/>
              <a:cs typeface="Short Stack"/>
              <a:sym typeface="Short Stack"/>
            </a:endParaRPr>
          </a:p>
        </p:txBody>
      </p:sp>
      <p:cxnSp>
        <p:nvCxnSpPr>
          <p:cNvPr id="509" name="Google Shape;509;p65"/>
          <p:cNvCxnSpPr/>
          <p:nvPr/>
        </p:nvCxnSpPr>
        <p:spPr>
          <a:xfrm rot="10800000">
            <a:off x="6047105" y="4989830"/>
            <a:ext cx="590550" cy="0"/>
          </a:xfrm>
          <a:prstGeom prst="straightConnector1">
            <a:avLst/>
          </a:prstGeom>
          <a:noFill/>
          <a:ln w="28575" cap="flat" cmpd="sng">
            <a:solidFill>
              <a:srgbClr val="000000"/>
            </a:solidFill>
            <a:prstDash val="solid"/>
            <a:round/>
            <a:headEnd type="none" w="med" len="med"/>
            <a:tailEnd type="triangle" w="lg" len="lg"/>
          </a:ln>
        </p:spPr>
      </p:cxnSp>
      <p:cxnSp>
        <p:nvCxnSpPr>
          <p:cNvPr id="510" name="Google Shape;510;p65"/>
          <p:cNvCxnSpPr/>
          <p:nvPr/>
        </p:nvCxnSpPr>
        <p:spPr>
          <a:xfrm>
            <a:off x="4607560" y="5006340"/>
            <a:ext cx="590550" cy="0"/>
          </a:xfrm>
          <a:prstGeom prst="straightConnector1">
            <a:avLst/>
          </a:prstGeom>
          <a:noFill/>
          <a:ln w="28575" cap="flat" cmpd="sng">
            <a:solidFill>
              <a:srgbClr val="000000"/>
            </a:solidFill>
            <a:prstDash val="solid"/>
            <a:round/>
            <a:headEnd type="none" w="med" len="med"/>
            <a:tailEnd type="triangle" w="lg" len="lg"/>
          </a:ln>
        </p:spPr>
      </p:cxnSp>
      <p:sp>
        <p:nvSpPr>
          <p:cNvPr id="511" name="Google Shape;511;p65"/>
          <p:cNvSpPr/>
          <p:nvPr/>
        </p:nvSpPr>
        <p:spPr>
          <a:xfrm>
            <a:off x="5621020" y="4735724"/>
            <a:ext cx="1254760" cy="1985751"/>
          </a:xfrm>
          <a:custGeom>
            <a:avLst/>
            <a:gdLst/>
            <a:ahLst/>
            <a:cxnLst/>
            <a:rect l="l" t="t" r="r" b="b"/>
            <a:pathLst>
              <a:path w="1239145" h="1845826" extrusionOk="0">
                <a:moveTo>
                  <a:pt x="0" y="0"/>
                </a:moveTo>
                <a:cubicBezTo>
                  <a:pt x="141111" y="76200"/>
                  <a:pt x="282223" y="152400"/>
                  <a:pt x="423334" y="304800"/>
                </a:cubicBezTo>
                <a:cubicBezTo>
                  <a:pt x="564445" y="457200"/>
                  <a:pt x="846667" y="914400"/>
                  <a:pt x="846667" y="914400"/>
                </a:cubicBezTo>
                <a:cubicBezTo>
                  <a:pt x="973667" y="1097844"/>
                  <a:pt x="1126067" y="1250245"/>
                  <a:pt x="1185334" y="1405467"/>
                </a:cubicBezTo>
                <a:cubicBezTo>
                  <a:pt x="1244601" y="1560689"/>
                  <a:pt x="1261534" y="1840090"/>
                  <a:pt x="1202267" y="1845734"/>
                </a:cubicBezTo>
                <a:cubicBezTo>
                  <a:pt x="1143000" y="1851378"/>
                  <a:pt x="951089" y="1597378"/>
                  <a:pt x="829734" y="1439334"/>
                </a:cubicBezTo>
                <a:cubicBezTo>
                  <a:pt x="708379" y="1281290"/>
                  <a:pt x="567267" y="1032934"/>
                  <a:pt x="474134" y="897467"/>
                </a:cubicBezTo>
                <a:cubicBezTo>
                  <a:pt x="381001" y="762000"/>
                  <a:pt x="347134" y="688623"/>
                  <a:pt x="270934" y="626534"/>
                </a:cubicBezTo>
                <a:cubicBezTo>
                  <a:pt x="194734" y="564445"/>
                  <a:pt x="16934" y="524934"/>
                  <a:pt x="16934" y="524934"/>
                </a:cubicBezTo>
              </a:path>
            </a:pathLst>
          </a:custGeom>
          <a:gradFill>
            <a:gsLst>
              <a:gs pos="0">
                <a:srgbClr val="7F7F7F"/>
              </a:gs>
              <a:gs pos="50000">
                <a:srgbClr val="7F7F7F"/>
              </a:gs>
              <a:gs pos="100000">
                <a:srgbClr val="FF0000"/>
              </a:gs>
            </a:gsLst>
            <a:lin ang="0" scaled="0"/>
          </a:gra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512" name="Google Shape;512;p65"/>
          <p:cNvSpPr txBox="1"/>
          <p:nvPr/>
        </p:nvSpPr>
        <p:spPr>
          <a:xfrm>
            <a:off x="5715475" y="5226012"/>
            <a:ext cx="1361440" cy="1474470"/>
          </a:xfrm>
          <a:prstGeom prst="rect">
            <a:avLst/>
          </a:prstGeom>
          <a:noFill/>
          <a:ln>
            <a:noFill/>
          </a:ln>
        </p:spPr>
        <p:txBody>
          <a:bodyPr spcFirstLastPara="1" wrap="square" lIns="91425" tIns="45700" rIns="91425" bIns="45700" anchor="t" anchorCtr="0">
            <a:noAutofit/>
          </a:bodyPr>
          <a:lstStyle/>
          <a:p>
            <a:pPr>
              <a:buClr>
                <a:srgbClr val="000000"/>
              </a:buClr>
            </a:pPr>
            <a:r>
              <a:rPr lang="en-US" sz="2600" b="1" kern="0">
                <a:solidFill>
                  <a:srgbClr val="000000"/>
                </a:solidFill>
                <a:latin typeface="Arial"/>
                <a:ea typeface="Arial"/>
                <a:cs typeface="Arial"/>
                <a:sym typeface="Arial"/>
              </a:rPr>
              <a:t>X</a:t>
            </a:r>
            <a:endParaRPr sz="1200" kern="0">
              <a:solidFill>
                <a:srgbClr val="000000"/>
              </a:solidFill>
              <a:latin typeface="Short Stack"/>
              <a:ea typeface="Short Stack"/>
              <a:cs typeface="Short Stack"/>
              <a:sym typeface="Short Stack"/>
            </a:endParaRPr>
          </a:p>
          <a:p>
            <a:pPr>
              <a:buClr>
                <a:srgbClr val="000000"/>
              </a:buClr>
            </a:pPr>
            <a:r>
              <a:rPr lang="en-US" sz="2600" b="1" kern="0">
                <a:solidFill>
                  <a:srgbClr val="000000"/>
                </a:solidFill>
                <a:latin typeface="Arial"/>
                <a:ea typeface="Arial"/>
                <a:cs typeface="Arial"/>
                <a:sym typeface="Arial"/>
              </a:rPr>
              <a:t>   X</a:t>
            </a:r>
            <a:endParaRPr sz="1200" kern="0">
              <a:solidFill>
                <a:srgbClr val="000000"/>
              </a:solidFill>
              <a:latin typeface="Short Stack"/>
              <a:ea typeface="Short Stack"/>
              <a:cs typeface="Short Stack"/>
              <a:sym typeface="Short Stack"/>
            </a:endParaRPr>
          </a:p>
          <a:p>
            <a:pPr>
              <a:buClr>
                <a:srgbClr val="000000"/>
              </a:buClr>
            </a:pPr>
            <a:r>
              <a:rPr lang="en-US" sz="2600" b="1" kern="0">
                <a:solidFill>
                  <a:srgbClr val="000000"/>
                </a:solidFill>
                <a:latin typeface="Arial"/>
                <a:ea typeface="Arial"/>
                <a:cs typeface="Arial"/>
                <a:sym typeface="Arial"/>
              </a:rPr>
              <a:t>      X</a:t>
            </a:r>
            <a:endParaRPr sz="1200" kern="0">
              <a:solidFill>
                <a:srgbClr val="000000"/>
              </a:solidFill>
              <a:latin typeface="Short Stack"/>
              <a:ea typeface="Short Stack"/>
              <a:cs typeface="Short Stack"/>
              <a:sym typeface="Short Stack"/>
            </a:endParaRPr>
          </a:p>
          <a:p>
            <a:pPr>
              <a:buClr>
                <a:srgbClr val="000000"/>
              </a:buClr>
            </a:pPr>
            <a:r>
              <a:rPr lang="en-US" sz="1200" kern="0">
                <a:solidFill>
                  <a:srgbClr val="000000"/>
                </a:solidFill>
                <a:latin typeface="Short Stack"/>
                <a:ea typeface="Short Stack"/>
                <a:cs typeface="Short Stack"/>
                <a:sym typeface="Short Stack"/>
              </a:rPr>
              <a:t> </a:t>
            </a:r>
            <a:endParaRPr sz="1400" kern="0">
              <a:solidFill>
                <a:srgbClr val="000000"/>
              </a:solidFill>
              <a:latin typeface="Arial"/>
              <a:cs typeface="Arial"/>
              <a:sym typeface="Arial"/>
            </a:endParaRPr>
          </a:p>
        </p:txBody>
      </p:sp>
      <p:sp>
        <p:nvSpPr>
          <p:cNvPr id="513" name="Google Shape;513;p65"/>
          <p:cNvSpPr txBox="1"/>
          <p:nvPr/>
        </p:nvSpPr>
        <p:spPr>
          <a:xfrm>
            <a:off x="5145636" y="4205124"/>
            <a:ext cx="71310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Ocean Trench</a:t>
            </a:r>
            <a:endParaRPr sz="1200" kern="0">
              <a:solidFill>
                <a:srgbClr val="000000"/>
              </a:solidFill>
              <a:latin typeface="Short Stack"/>
              <a:ea typeface="Short Stack"/>
              <a:cs typeface="Short Stack"/>
              <a:sym typeface="Short Stack"/>
            </a:endParaRPr>
          </a:p>
        </p:txBody>
      </p:sp>
      <p:sp>
        <p:nvSpPr>
          <p:cNvPr id="514" name="Google Shape;514;p65"/>
          <p:cNvSpPr txBox="1"/>
          <p:nvPr/>
        </p:nvSpPr>
        <p:spPr>
          <a:xfrm>
            <a:off x="4935468" y="5678806"/>
            <a:ext cx="128714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Deep Earthquakes</a:t>
            </a:r>
            <a:endParaRPr sz="1200" kern="0">
              <a:solidFill>
                <a:srgbClr val="000000"/>
              </a:solidFill>
              <a:latin typeface="Short Stack"/>
              <a:ea typeface="Short Stack"/>
              <a:cs typeface="Short Stack"/>
              <a:sym typeface="Short Stack"/>
            </a:endParaRPr>
          </a:p>
        </p:txBody>
      </p:sp>
      <p:sp>
        <p:nvSpPr>
          <p:cNvPr id="515" name="Google Shape;515;p65"/>
          <p:cNvSpPr/>
          <p:nvPr/>
        </p:nvSpPr>
        <p:spPr>
          <a:xfrm>
            <a:off x="6601688" y="2248218"/>
            <a:ext cx="1489710" cy="989965"/>
          </a:xfrm>
          <a:custGeom>
            <a:avLst/>
            <a:gdLst/>
            <a:ahLst/>
            <a:cxnLst/>
            <a:rect l="l" t="t" r="r" b="b"/>
            <a:pathLst>
              <a:path w="1490133" h="990246" extrusionOk="0">
                <a:moveTo>
                  <a:pt x="0" y="990246"/>
                </a:moveTo>
                <a:cubicBezTo>
                  <a:pt x="119944" y="888646"/>
                  <a:pt x="239888" y="787046"/>
                  <a:pt x="338666" y="634646"/>
                </a:cubicBezTo>
                <a:cubicBezTo>
                  <a:pt x="437444" y="482246"/>
                  <a:pt x="502355" y="177446"/>
                  <a:pt x="592666" y="75846"/>
                </a:cubicBezTo>
                <a:cubicBezTo>
                  <a:pt x="682977" y="-25754"/>
                  <a:pt x="801511" y="-5998"/>
                  <a:pt x="880533" y="25046"/>
                </a:cubicBezTo>
                <a:cubicBezTo>
                  <a:pt x="959555" y="56090"/>
                  <a:pt x="1010356" y="154869"/>
                  <a:pt x="1066800" y="262113"/>
                </a:cubicBezTo>
                <a:cubicBezTo>
                  <a:pt x="1123244" y="369357"/>
                  <a:pt x="1148645" y="549980"/>
                  <a:pt x="1219200" y="668513"/>
                </a:cubicBezTo>
                <a:cubicBezTo>
                  <a:pt x="1289756" y="787046"/>
                  <a:pt x="1490133" y="973313"/>
                  <a:pt x="1490133" y="973313"/>
                </a:cubicBezTo>
              </a:path>
            </a:pathLst>
          </a:custGeom>
          <a:solidFill>
            <a:srgbClr val="800000"/>
          </a:solidFill>
          <a:ln w="25400"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516" name="Google Shape;516;p65"/>
          <p:cNvSpPr/>
          <p:nvPr/>
        </p:nvSpPr>
        <p:spPr>
          <a:xfrm>
            <a:off x="7380834" y="1866582"/>
            <a:ext cx="338455" cy="25273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517" name="Google Shape;517;p65"/>
          <p:cNvSpPr/>
          <p:nvPr/>
        </p:nvSpPr>
        <p:spPr>
          <a:xfrm>
            <a:off x="7210653" y="1985327"/>
            <a:ext cx="322580" cy="26924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518" name="Google Shape;518;p65"/>
          <p:cNvSpPr/>
          <p:nvPr/>
        </p:nvSpPr>
        <p:spPr>
          <a:xfrm>
            <a:off x="6658472" y="2549353"/>
            <a:ext cx="1465580" cy="4171950"/>
          </a:xfrm>
          <a:custGeom>
            <a:avLst/>
            <a:gdLst/>
            <a:ahLst/>
            <a:cxnLst/>
            <a:rect l="l" t="t" r="r" b="b"/>
            <a:pathLst>
              <a:path w="1466159" h="4141451" extrusionOk="0">
                <a:moveTo>
                  <a:pt x="170340" y="3680975"/>
                </a:moveTo>
                <a:cubicBezTo>
                  <a:pt x="276173" y="3353597"/>
                  <a:pt x="382007" y="3026219"/>
                  <a:pt x="373540" y="2834308"/>
                </a:cubicBezTo>
                <a:cubicBezTo>
                  <a:pt x="365073" y="2642397"/>
                  <a:pt x="178807" y="2732708"/>
                  <a:pt x="119540" y="2529508"/>
                </a:cubicBezTo>
                <a:cubicBezTo>
                  <a:pt x="60273" y="2326308"/>
                  <a:pt x="-41327" y="1818308"/>
                  <a:pt x="17940" y="1615108"/>
                </a:cubicBezTo>
                <a:cubicBezTo>
                  <a:pt x="77207" y="1411908"/>
                  <a:pt x="382007" y="1440130"/>
                  <a:pt x="475140" y="1310308"/>
                </a:cubicBezTo>
                <a:cubicBezTo>
                  <a:pt x="568273" y="1180486"/>
                  <a:pt x="548518" y="1030908"/>
                  <a:pt x="576740" y="836175"/>
                </a:cubicBezTo>
                <a:cubicBezTo>
                  <a:pt x="604962" y="641442"/>
                  <a:pt x="610606" y="271730"/>
                  <a:pt x="644473" y="141908"/>
                </a:cubicBezTo>
                <a:cubicBezTo>
                  <a:pt x="678340" y="12086"/>
                  <a:pt x="740429" y="-55648"/>
                  <a:pt x="779940" y="57241"/>
                </a:cubicBezTo>
                <a:cubicBezTo>
                  <a:pt x="819451" y="170130"/>
                  <a:pt x="853318" y="610396"/>
                  <a:pt x="881540" y="819241"/>
                </a:cubicBezTo>
                <a:cubicBezTo>
                  <a:pt x="909762" y="1028085"/>
                  <a:pt x="890006" y="1208708"/>
                  <a:pt x="949273" y="1310308"/>
                </a:cubicBezTo>
                <a:cubicBezTo>
                  <a:pt x="1008540" y="1411908"/>
                  <a:pt x="1152473" y="1349819"/>
                  <a:pt x="1237140" y="1428841"/>
                </a:cubicBezTo>
                <a:cubicBezTo>
                  <a:pt x="1321807" y="1507863"/>
                  <a:pt x="1431873" y="1600997"/>
                  <a:pt x="1457273" y="1784441"/>
                </a:cubicBezTo>
                <a:cubicBezTo>
                  <a:pt x="1482673" y="1967885"/>
                  <a:pt x="1451629" y="2374286"/>
                  <a:pt x="1389540" y="2529508"/>
                </a:cubicBezTo>
                <a:cubicBezTo>
                  <a:pt x="1327451" y="2684730"/>
                  <a:pt x="1144007" y="2521042"/>
                  <a:pt x="1084740" y="2715775"/>
                </a:cubicBezTo>
                <a:cubicBezTo>
                  <a:pt x="1025473" y="2910508"/>
                  <a:pt x="1033940" y="3469308"/>
                  <a:pt x="1033940" y="3697908"/>
                </a:cubicBezTo>
                <a:cubicBezTo>
                  <a:pt x="1033940" y="3926508"/>
                  <a:pt x="1237140" y="4013997"/>
                  <a:pt x="1084740" y="4087375"/>
                </a:cubicBezTo>
                <a:cubicBezTo>
                  <a:pt x="932340" y="4160753"/>
                  <a:pt x="119540" y="4138175"/>
                  <a:pt x="119540" y="4138175"/>
                </a:cubicBezTo>
              </a:path>
            </a:pathLst>
          </a:custGeom>
          <a:solidFill>
            <a:srgbClr val="FF0000"/>
          </a:soli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pPr>
            <a:r>
              <a:rPr lang="en-US" b="1" kern="0">
                <a:solidFill>
                  <a:srgbClr val="000000"/>
                </a:solidFill>
                <a:latin typeface="Arial"/>
                <a:ea typeface="Arial"/>
                <a:cs typeface="Arial"/>
                <a:sym typeface="Arial"/>
              </a:rPr>
              <a:t>Magma Chamber</a:t>
            </a:r>
            <a:endParaRPr sz="1200" kern="0">
              <a:solidFill>
                <a:srgbClr val="000000"/>
              </a:solidFill>
              <a:latin typeface="Short Stack"/>
              <a:ea typeface="Short Stack"/>
              <a:cs typeface="Short Stack"/>
              <a:sym typeface="Short Stack"/>
            </a:endParaRPr>
          </a:p>
        </p:txBody>
      </p:sp>
      <p:sp>
        <p:nvSpPr>
          <p:cNvPr id="519" name="Google Shape;519;p65"/>
          <p:cNvSpPr txBox="1"/>
          <p:nvPr/>
        </p:nvSpPr>
        <p:spPr>
          <a:xfrm>
            <a:off x="7552752" y="2210581"/>
            <a:ext cx="1117600"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Volcanic Mountain Range</a:t>
            </a:r>
            <a:endParaRPr sz="1200" kern="0">
              <a:solidFill>
                <a:srgbClr val="000000"/>
              </a:solidFill>
              <a:latin typeface="Short Stack"/>
              <a:ea typeface="Short Stack"/>
              <a:cs typeface="Short Stack"/>
              <a:sym typeface="Short Stack"/>
            </a:endParaRPr>
          </a:p>
        </p:txBody>
      </p:sp>
      <p:sp>
        <p:nvSpPr>
          <p:cNvPr id="520" name="Google Shape;520;p65"/>
          <p:cNvSpPr txBox="1"/>
          <p:nvPr/>
        </p:nvSpPr>
        <p:spPr>
          <a:xfrm>
            <a:off x="7832152" y="2748426"/>
            <a:ext cx="1715770"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(Cascade Mountains in North America)</a:t>
            </a:r>
            <a:endParaRPr sz="1200" kern="0">
              <a:solidFill>
                <a:srgbClr val="000000"/>
              </a:solidFill>
              <a:latin typeface="Short Stack"/>
              <a:ea typeface="Short Stack"/>
              <a:cs typeface="Short Stack"/>
              <a:sym typeface="Short Stack"/>
            </a:endParaRPr>
          </a:p>
        </p:txBody>
      </p:sp>
      <p:sp>
        <p:nvSpPr>
          <p:cNvPr id="521" name="Google Shape;521;p65"/>
          <p:cNvSpPr txBox="1"/>
          <p:nvPr/>
        </p:nvSpPr>
        <p:spPr>
          <a:xfrm>
            <a:off x="4958555" y="6486796"/>
            <a:ext cx="1513840" cy="33210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Asthenosphere</a:t>
            </a:r>
            <a:endParaRPr sz="1200" kern="0">
              <a:solidFill>
                <a:srgbClr val="000000"/>
              </a:solidFill>
              <a:latin typeface="Short Stack"/>
              <a:ea typeface="Short Stack"/>
              <a:cs typeface="Short Stack"/>
              <a:sym typeface="Short Stac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0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0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0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511"/>
                                        </p:tgtEl>
                                        <p:attrNameLst>
                                          <p:attrName>style.visibility</p:attrName>
                                        </p:attrNameLst>
                                      </p:cBhvr>
                                      <p:to>
                                        <p:strVal val="visible"/>
                                      </p:to>
                                    </p:set>
                                    <p:animEffect transition="in" filter="fade">
                                      <p:cBhvr>
                                        <p:cTn id="21" dur="500"/>
                                        <p:tgtEl>
                                          <p:spTgt spid="511"/>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513"/>
                                        </p:tgtEl>
                                        <p:attrNameLst>
                                          <p:attrName>style.visibility</p:attrName>
                                        </p:attrNameLst>
                                      </p:cBhvr>
                                      <p:to>
                                        <p:strVal val="visible"/>
                                      </p:to>
                                    </p:set>
                                    <p:animEffect transition="in" filter="fade">
                                      <p:cBhvr>
                                        <p:cTn id="26" dur="500"/>
                                        <p:tgtEl>
                                          <p:spTgt spid="513"/>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12"/>
                                        </p:tgtEl>
                                        <p:attrNameLst>
                                          <p:attrName>style.visibility</p:attrName>
                                        </p:attrNameLst>
                                      </p:cBhvr>
                                      <p:to>
                                        <p:strVal val="visible"/>
                                      </p:to>
                                    </p:set>
                                    <p:animEffect transition="in" filter="fade">
                                      <p:cBhvr>
                                        <p:cTn id="31" dur="500"/>
                                        <p:tgtEl>
                                          <p:spTgt spid="512"/>
                                        </p:tgtEl>
                                      </p:cBhvr>
                                    </p:animEffect>
                                  </p:childTnLst>
                                </p:cTn>
                              </p:par>
                              <p:par>
                                <p:cTn id="32" presetID="10" presetClass="entr" presetSubtype="0" fill="hold" nodeType="withEffect">
                                  <p:stCondLst>
                                    <p:cond delay="0"/>
                                  </p:stCondLst>
                                  <p:childTnLst>
                                    <p:set>
                                      <p:cBhvr>
                                        <p:cTn id="33" dur="1" fill="hold">
                                          <p:stCondLst>
                                            <p:cond delay="0"/>
                                          </p:stCondLst>
                                        </p:cTn>
                                        <p:tgtEl>
                                          <p:spTgt spid="514"/>
                                        </p:tgtEl>
                                        <p:attrNameLst>
                                          <p:attrName>style.visibility</p:attrName>
                                        </p:attrNameLst>
                                      </p:cBhvr>
                                      <p:to>
                                        <p:strVal val="visible"/>
                                      </p:to>
                                    </p:set>
                                    <p:animEffect transition="in" filter="fade">
                                      <p:cBhvr>
                                        <p:cTn id="34" dur="500"/>
                                        <p:tgtEl>
                                          <p:spTgt spid="5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518"/>
                                        </p:tgtEl>
                                        <p:attrNameLst>
                                          <p:attrName>style.visibility</p:attrName>
                                        </p:attrNameLst>
                                      </p:cBhvr>
                                      <p:to>
                                        <p:strVal val="visible"/>
                                      </p:to>
                                    </p:set>
                                    <p:animEffect transition="in" filter="fade">
                                      <p:cBhvr>
                                        <p:cTn id="39" dur="500"/>
                                        <p:tgtEl>
                                          <p:spTgt spid="518"/>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515"/>
                                        </p:tgtEl>
                                        <p:attrNameLst>
                                          <p:attrName>style.visibility</p:attrName>
                                        </p:attrNameLst>
                                      </p:cBhvr>
                                      <p:to>
                                        <p:strVal val="visible"/>
                                      </p:to>
                                    </p:set>
                                    <p:animEffect transition="in" filter="fade">
                                      <p:cBhvr>
                                        <p:cTn id="44" dur="500"/>
                                        <p:tgtEl>
                                          <p:spTgt spid="515"/>
                                        </p:tgtEl>
                                      </p:cBhvr>
                                    </p:animEffect>
                                  </p:childTnLst>
                                </p:cTn>
                              </p:par>
                              <p:par>
                                <p:cTn id="45" presetID="10" presetClass="entr" presetSubtype="0" fill="hold" nodeType="withEffect">
                                  <p:stCondLst>
                                    <p:cond delay="0"/>
                                  </p:stCondLst>
                                  <p:childTnLst>
                                    <p:set>
                                      <p:cBhvr>
                                        <p:cTn id="46" dur="1" fill="hold">
                                          <p:stCondLst>
                                            <p:cond delay="0"/>
                                          </p:stCondLst>
                                        </p:cTn>
                                        <p:tgtEl>
                                          <p:spTgt spid="517"/>
                                        </p:tgtEl>
                                        <p:attrNameLst>
                                          <p:attrName>style.visibility</p:attrName>
                                        </p:attrNameLst>
                                      </p:cBhvr>
                                      <p:to>
                                        <p:strVal val="visible"/>
                                      </p:to>
                                    </p:set>
                                    <p:animEffect transition="in" filter="fade">
                                      <p:cBhvr>
                                        <p:cTn id="47" dur="500"/>
                                        <p:tgtEl>
                                          <p:spTgt spid="517"/>
                                        </p:tgtEl>
                                      </p:cBhvr>
                                    </p:animEffect>
                                  </p:childTnLst>
                                </p:cTn>
                              </p:par>
                              <p:par>
                                <p:cTn id="48" presetID="10" presetClass="entr" presetSubtype="0" fill="hold" nodeType="withEffect">
                                  <p:stCondLst>
                                    <p:cond delay="0"/>
                                  </p:stCondLst>
                                  <p:childTnLst>
                                    <p:set>
                                      <p:cBhvr>
                                        <p:cTn id="49" dur="1" fill="hold">
                                          <p:stCondLst>
                                            <p:cond delay="0"/>
                                          </p:stCondLst>
                                        </p:cTn>
                                        <p:tgtEl>
                                          <p:spTgt spid="516"/>
                                        </p:tgtEl>
                                        <p:attrNameLst>
                                          <p:attrName>style.visibility</p:attrName>
                                        </p:attrNameLst>
                                      </p:cBhvr>
                                      <p:to>
                                        <p:strVal val="visible"/>
                                      </p:to>
                                    </p:set>
                                    <p:animEffect transition="in" filter="fade">
                                      <p:cBhvr>
                                        <p:cTn id="50" dur="500"/>
                                        <p:tgtEl>
                                          <p:spTgt spid="516"/>
                                        </p:tgtEl>
                                      </p:cBhvr>
                                    </p:animEffect>
                                  </p:childTnLst>
                                </p:cTn>
                              </p:par>
                              <p:par>
                                <p:cTn id="51" presetID="10" presetClass="entr" presetSubtype="0" fill="hold" nodeType="withEffect">
                                  <p:stCondLst>
                                    <p:cond delay="0"/>
                                  </p:stCondLst>
                                  <p:childTnLst>
                                    <p:set>
                                      <p:cBhvr>
                                        <p:cTn id="52" dur="1" fill="hold">
                                          <p:stCondLst>
                                            <p:cond delay="0"/>
                                          </p:stCondLst>
                                        </p:cTn>
                                        <p:tgtEl>
                                          <p:spTgt spid="519"/>
                                        </p:tgtEl>
                                        <p:attrNameLst>
                                          <p:attrName>style.visibility</p:attrName>
                                        </p:attrNameLst>
                                      </p:cBhvr>
                                      <p:to>
                                        <p:strVal val="visible"/>
                                      </p:to>
                                    </p:set>
                                    <p:animEffect transition="in" filter="fade">
                                      <p:cBhvr>
                                        <p:cTn id="53" dur="500"/>
                                        <p:tgtEl>
                                          <p:spTgt spid="519"/>
                                        </p:tgtEl>
                                      </p:cBhvr>
                                    </p:animEffect>
                                  </p:childTnLst>
                                </p:cTn>
                              </p:par>
                              <p:par>
                                <p:cTn id="54" presetID="10" presetClass="entr" presetSubtype="0" fill="hold" nodeType="withEffect">
                                  <p:stCondLst>
                                    <p:cond delay="0"/>
                                  </p:stCondLst>
                                  <p:childTnLst>
                                    <p:set>
                                      <p:cBhvr>
                                        <p:cTn id="55" dur="1" fill="hold">
                                          <p:stCondLst>
                                            <p:cond delay="0"/>
                                          </p:stCondLst>
                                        </p:cTn>
                                        <p:tgtEl>
                                          <p:spTgt spid="520"/>
                                        </p:tgtEl>
                                        <p:attrNameLst>
                                          <p:attrName>style.visibility</p:attrName>
                                        </p:attrNameLst>
                                      </p:cBhvr>
                                      <p:to>
                                        <p:strVal val="visible"/>
                                      </p:to>
                                    </p:set>
                                    <p:animEffect transition="in" filter="fade">
                                      <p:cBhvr>
                                        <p:cTn id="56" dur="500"/>
                                        <p:tgtEl>
                                          <p:spTgt spid="5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525"/>
        <p:cNvGrpSpPr/>
        <p:nvPr/>
      </p:nvGrpSpPr>
      <p:grpSpPr>
        <a:xfrm>
          <a:off x="0" y="0"/>
          <a:ext cx="0" cy="0"/>
          <a:chOff x="0" y="0"/>
          <a:chExt cx="0" cy="0"/>
        </a:xfrm>
      </p:grpSpPr>
      <p:pic>
        <p:nvPicPr>
          <p:cNvPr id="526" name="Google Shape;526;p66"/>
          <p:cNvPicPr preferRelativeResize="0"/>
          <p:nvPr/>
        </p:nvPicPr>
        <p:blipFill rotWithShape="1">
          <a:blip r:embed="rId3">
            <a:alphaModFix/>
          </a:blip>
          <a:srcRect/>
          <a:stretch/>
        </p:blipFill>
        <p:spPr>
          <a:xfrm>
            <a:off x="2476500" y="85553"/>
            <a:ext cx="7226300" cy="4927600"/>
          </a:xfrm>
          <a:prstGeom prst="rect">
            <a:avLst/>
          </a:prstGeom>
          <a:noFill/>
          <a:ln>
            <a:noFill/>
          </a:ln>
        </p:spPr>
      </p:pic>
      <p:sp>
        <p:nvSpPr>
          <p:cNvPr id="527" name="Google Shape;527;p66"/>
          <p:cNvSpPr txBox="1"/>
          <p:nvPr/>
        </p:nvSpPr>
        <p:spPr>
          <a:xfrm>
            <a:off x="2645872" y="2890878"/>
            <a:ext cx="179641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400" b="1" kern="0">
                <a:solidFill>
                  <a:srgbClr val="FFFFFF"/>
                </a:solidFill>
                <a:latin typeface="Arial"/>
                <a:ea typeface="Arial"/>
                <a:cs typeface="Arial"/>
                <a:sym typeface="Arial"/>
              </a:rPr>
              <a:t>Oceanic Crust</a:t>
            </a:r>
            <a:endParaRPr sz="1200" kern="0">
              <a:solidFill>
                <a:srgbClr val="000000"/>
              </a:solidFill>
              <a:latin typeface="Short Stack"/>
              <a:ea typeface="Short Stack"/>
              <a:cs typeface="Short Stack"/>
              <a:sym typeface="Short Stack"/>
            </a:endParaRPr>
          </a:p>
          <a:p>
            <a:pPr algn="ctr">
              <a:buClr>
                <a:srgbClr val="000000"/>
              </a:buClr>
            </a:pPr>
            <a:r>
              <a:rPr lang="en-US" sz="1400" b="1" kern="0">
                <a:solidFill>
                  <a:srgbClr val="FFFFFF"/>
                </a:solidFill>
                <a:latin typeface="Arial"/>
                <a:ea typeface="Arial"/>
                <a:cs typeface="Arial"/>
                <a:sym typeface="Arial"/>
              </a:rPr>
              <a:t>3.0 g/cm</a:t>
            </a:r>
            <a:r>
              <a:rPr lang="en-US" sz="1400" b="1" kern="0" baseline="30000">
                <a:solidFill>
                  <a:srgbClr val="FFFFFF"/>
                </a:solidFill>
                <a:latin typeface="Arial"/>
                <a:ea typeface="Arial"/>
                <a:cs typeface="Arial"/>
                <a:sym typeface="Arial"/>
              </a:rPr>
              <a:t>3</a:t>
            </a:r>
            <a:endParaRPr sz="1200" kern="0">
              <a:solidFill>
                <a:srgbClr val="000000"/>
              </a:solidFill>
              <a:latin typeface="Short Stack"/>
              <a:ea typeface="Short Stack"/>
              <a:cs typeface="Short Stack"/>
              <a:sym typeface="Short Stack"/>
            </a:endParaRPr>
          </a:p>
        </p:txBody>
      </p:sp>
      <p:sp>
        <p:nvSpPr>
          <p:cNvPr id="528" name="Google Shape;528;p66"/>
          <p:cNvSpPr txBox="1"/>
          <p:nvPr/>
        </p:nvSpPr>
        <p:spPr>
          <a:xfrm>
            <a:off x="8444544" y="2671761"/>
            <a:ext cx="1218565" cy="85915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400" b="1" kern="0">
                <a:solidFill>
                  <a:srgbClr val="000000"/>
                </a:solidFill>
                <a:latin typeface="Arial"/>
                <a:ea typeface="Arial"/>
                <a:cs typeface="Arial"/>
                <a:sym typeface="Arial"/>
              </a:rPr>
              <a:t>Continental Crust</a:t>
            </a:r>
            <a:endParaRPr sz="1200" kern="0">
              <a:solidFill>
                <a:srgbClr val="000000"/>
              </a:solidFill>
              <a:latin typeface="Short Stack"/>
              <a:ea typeface="Short Stack"/>
              <a:cs typeface="Short Stack"/>
              <a:sym typeface="Short Stack"/>
            </a:endParaRPr>
          </a:p>
          <a:p>
            <a:pPr algn="ctr">
              <a:buClr>
                <a:srgbClr val="000000"/>
              </a:buClr>
            </a:pPr>
            <a:r>
              <a:rPr lang="en-US" sz="1400" b="1" kern="0">
                <a:solidFill>
                  <a:srgbClr val="000000"/>
                </a:solidFill>
                <a:latin typeface="Arial"/>
                <a:ea typeface="Arial"/>
                <a:cs typeface="Arial"/>
                <a:sym typeface="Arial"/>
              </a:rPr>
              <a:t>2.7 g/cm</a:t>
            </a:r>
            <a:r>
              <a:rPr lang="en-US" sz="1400" b="1" kern="0" baseline="30000">
                <a:solidFill>
                  <a:srgbClr val="000000"/>
                </a:solidFill>
                <a:latin typeface="Arial"/>
                <a:ea typeface="Arial"/>
                <a:cs typeface="Arial"/>
                <a:sym typeface="Arial"/>
              </a:rPr>
              <a:t>3</a:t>
            </a:r>
            <a:endParaRPr sz="1200" kern="0">
              <a:solidFill>
                <a:srgbClr val="000000"/>
              </a:solidFill>
              <a:latin typeface="Short Stack"/>
              <a:ea typeface="Short Stack"/>
              <a:cs typeface="Short Stack"/>
              <a:sym typeface="Short Stack"/>
            </a:endParaRPr>
          </a:p>
        </p:txBody>
      </p:sp>
      <p:cxnSp>
        <p:nvCxnSpPr>
          <p:cNvPr id="529" name="Google Shape;529;p66"/>
          <p:cNvCxnSpPr/>
          <p:nvPr/>
        </p:nvCxnSpPr>
        <p:spPr>
          <a:xfrm rot="10800000">
            <a:off x="6047105" y="3144983"/>
            <a:ext cx="590550" cy="0"/>
          </a:xfrm>
          <a:prstGeom prst="straightConnector1">
            <a:avLst/>
          </a:prstGeom>
          <a:noFill/>
          <a:ln w="28575" cap="flat" cmpd="sng">
            <a:solidFill>
              <a:srgbClr val="000000"/>
            </a:solidFill>
            <a:prstDash val="solid"/>
            <a:round/>
            <a:headEnd type="none" w="med" len="med"/>
            <a:tailEnd type="triangle" w="lg" len="lg"/>
          </a:ln>
        </p:spPr>
      </p:cxnSp>
      <p:cxnSp>
        <p:nvCxnSpPr>
          <p:cNvPr id="530" name="Google Shape;530;p66"/>
          <p:cNvCxnSpPr/>
          <p:nvPr/>
        </p:nvCxnSpPr>
        <p:spPr>
          <a:xfrm>
            <a:off x="4607560" y="3161493"/>
            <a:ext cx="590550" cy="0"/>
          </a:xfrm>
          <a:prstGeom prst="straightConnector1">
            <a:avLst/>
          </a:prstGeom>
          <a:noFill/>
          <a:ln w="28575" cap="flat" cmpd="sng">
            <a:solidFill>
              <a:srgbClr val="000000"/>
            </a:solidFill>
            <a:prstDash val="solid"/>
            <a:round/>
            <a:headEnd type="none" w="med" len="med"/>
            <a:tailEnd type="triangle" w="lg" len="lg"/>
          </a:ln>
        </p:spPr>
      </p:cxnSp>
      <p:sp>
        <p:nvSpPr>
          <p:cNvPr id="531" name="Google Shape;531;p66"/>
          <p:cNvSpPr/>
          <p:nvPr/>
        </p:nvSpPr>
        <p:spPr>
          <a:xfrm>
            <a:off x="5621020" y="2890877"/>
            <a:ext cx="1254760" cy="1985751"/>
          </a:xfrm>
          <a:custGeom>
            <a:avLst/>
            <a:gdLst/>
            <a:ahLst/>
            <a:cxnLst/>
            <a:rect l="l" t="t" r="r" b="b"/>
            <a:pathLst>
              <a:path w="1239145" h="1845826" extrusionOk="0">
                <a:moveTo>
                  <a:pt x="0" y="0"/>
                </a:moveTo>
                <a:cubicBezTo>
                  <a:pt x="141111" y="76200"/>
                  <a:pt x="282223" y="152400"/>
                  <a:pt x="423334" y="304800"/>
                </a:cubicBezTo>
                <a:cubicBezTo>
                  <a:pt x="564445" y="457200"/>
                  <a:pt x="846667" y="914400"/>
                  <a:pt x="846667" y="914400"/>
                </a:cubicBezTo>
                <a:cubicBezTo>
                  <a:pt x="973667" y="1097844"/>
                  <a:pt x="1126067" y="1250245"/>
                  <a:pt x="1185334" y="1405467"/>
                </a:cubicBezTo>
                <a:cubicBezTo>
                  <a:pt x="1244601" y="1560689"/>
                  <a:pt x="1261534" y="1840090"/>
                  <a:pt x="1202267" y="1845734"/>
                </a:cubicBezTo>
                <a:cubicBezTo>
                  <a:pt x="1143000" y="1851378"/>
                  <a:pt x="951089" y="1597378"/>
                  <a:pt x="829734" y="1439334"/>
                </a:cubicBezTo>
                <a:cubicBezTo>
                  <a:pt x="708379" y="1281290"/>
                  <a:pt x="567267" y="1032934"/>
                  <a:pt x="474134" y="897467"/>
                </a:cubicBezTo>
                <a:cubicBezTo>
                  <a:pt x="381001" y="762000"/>
                  <a:pt x="347134" y="688623"/>
                  <a:pt x="270934" y="626534"/>
                </a:cubicBezTo>
                <a:cubicBezTo>
                  <a:pt x="194734" y="564445"/>
                  <a:pt x="16934" y="524934"/>
                  <a:pt x="16934" y="524934"/>
                </a:cubicBezTo>
              </a:path>
            </a:pathLst>
          </a:custGeom>
          <a:gradFill>
            <a:gsLst>
              <a:gs pos="0">
                <a:srgbClr val="7F7F7F"/>
              </a:gs>
              <a:gs pos="50000">
                <a:srgbClr val="7F7F7F"/>
              </a:gs>
              <a:gs pos="100000">
                <a:srgbClr val="FF0000"/>
              </a:gs>
            </a:gsLst>
            <a:lin ang="0" scaled="0"/>
          </a:gra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532" name="Google Shape;532;p66"/>
          <p:cNvSpPr txBox="1"/>
          <p:nvPr/>
        </p:nvSpPr>
        <p:spPr>
          <a:xfrm>
            <a:off x="5715475" y="3381165"/>
            <a:ext cx="1361440" cy="1474470"/>
          </a:xfrm>
          <a:prstGeom prst="rect">
            <a:avLst/>
          </a:prstGeom>
          <a:noFill/>
          <a:ln>
            <a:noFill/>
          </a:ln>
        </p:spPr>
        <p:txBody>
          <a:bodyPr spcFirstLastPara="1" wrap="square" lIns="91425" tIns="45700" rIns="91425" bIns="45700" anchor="t" anchorCtr="0">
            <a:noAutofit/>
          </a:bodyPr>
          <a:lstStyle/>
          <a:p>
            <a:pPr>
              <a:buClr>
                <a:srgbClr val="000000"/>
              </a:buClr>
            </a:pPr>
            <a:r>
              <a:rPr lang="en-US" sz="2600" b="1" kern="0">
                <a:solidFill>
                  <a:srgbClr val="000000"/>
                </a:solidFill>
                <a:latin typeface="Arial"/>
                <a:ea typeface="Arial"/>
                <a:cs typeface="Arial"/>
                <a:sym typeface="Arial"/>
              </a:rPr>
              <a:t>X</a:t>
            </a:r>
            <a:endParaRPr sz="1200" kern="0">
              <a:solidFill>
                <a:srgbClr val="000000"/>
              </a:solidFill>
              <a:latin typeface="Short Stack"/>
              <a:ea typeface="Short Stack"/>
              <a:cs typeface="Short Stack"/>
              <a:sym typeface="Short Stack"/>
            </a:endParaRPr>
          </a:p>
          <a:p>
            <a:pPr>
              <a:buClr>
                <a:srgbClr val="000000"/>
              </a:buClr>
            </a:pPr>
            <a:r>
              <a:rPr lang="en-US" sz="2600" b="1" kern="0">
                <a:solidFill>
                  <a:srgbClr val="000000"/>
                </a:solidFill>
                <a:latin typeface="Arial"/>
                <a:ea typeface="Arial"/>
                <a:cs typeface="Arial"/>
                <a:sym typeface="Arial"/>
              </a:rPr>
              <a:t>   X</a:t>
            </a:r>
            <a:endParaRPr sz="1200" kern="0">
              <a:solidFill>
                <a:srgbClr val="000000"/>
              </a:solidFill>
              <a:latin typeface="Short Stack"/>
              <a:ea typeface="Short Stack"/>
              <a:cs typeface="Short Stack"/>
              <a:sym typeface="Short Stack"/>
            </a:endParaRPr>
          </a:p>
          <a:p>
            <a:pPr>
              <a:buClr>
                <a:srgbClr val="000000"/>
              </a:buClr>
            </a:pPr>
            <a:r>
              <a:rPr lang="en-US" sz="2600" b="1" kern="0">
                <a:solidFill>
                  <a:srgbClr val="000000"/>
                </a:solidFill>
                <a:latin typeface="Arial"/>
                <a:ea typeface="Arial"/>
                <a:cs typeface="Arial"/>
                <a:sym typeface="Arial"/>
              </a:rPr>
              <a:t>      X</a:t>
            </a:r>
            <a:endParaRPr sz="1200" kern="0">
              <a:solidFill>
                <a:srgbClr val="000000"/>
              </a:solidFill>
              <a:latin typeface="Short Stack"/>
              <a:ea typeface="Short Stack"/>
              <a:cs typeface="Short Stack"/>
              <a:sym typeface="Short Stack"/>
            </a:endParaRPr>
          </a:p>
          <a:p>
            <a:pPr>
              <a:buClr>
                <a:srgbClr val="000000"/>
              </a:buClr>
            </a:pPr>
            <a:r>
              <a:rPr lang="en-US" sz="1200" kern="0">
                <a:solidFill>
                  <a:srgbClr val="000000"/>
                </a:solidFill>
                <a:latin typeface="Short Stack"/>
                <a:ea typeface="Short Stack"/>
                <a:cs typeface="Short Stack"/>
                <a:sym typeface="Short Stack"/>
              </a:rPr>
              <a:t> </a:t>
            </a:r>
            <a:endParaRPr sz="1400" kern="0">
              <a:solidFill>
                <a:srgbClr val="000000"/>
              </a:solidFill>
              <a:latin typeface="Arial"/>
              <a:cs typeface="Arial"/>
              <a:sym typeface="Arial"/>
            </a:endParaRPr>
          </a:p>
        </p:txBody>
      </p:sp>
      <p:sp>
        <p:nvSpPr>
          <p:cNvPr id="533" name="Google Shape;533;p66"/>
          <p:cNvSpPr txBox="1"/>
          <p:nvPr/>
        </p:nvSpPr>
        <p:spPr>
          <a:xfrm>
            <a:off x="5145636" y="2360277"/>
            <a:ext cx="71310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Ocean Trench</a:t>
            </a:r>
            <a:endParaRPr sz="1200" kern="0">
              <a:solidFill>
                <a:srgbClr val="000000"/>
              </a:solidFill>
              <a:latin typeface="Short Stack"/>
              <a:ea typeface="Short Stack"/>
              <a:cs typeface="Short Stack"/>
              <a:sym typeface="Short Stack"/>
            </a:endParaRPr>
          </a:p>
        </p:txBody>
      </p:sp>
      <p:sp>
        <p:nvSpPr>
          <p:cNvPr id="534" name="Google Shape;534;p66"/>
          <p:cNvSpPr txBox="1"/>
          <p:nvPr/>
        </p:nvSpPr>
        <p:spPr>
          <a:xfrm>
            <a:off x="4935468" y="3833959"/>
            <a:ext cx="128714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Deep Earthquakes</a:t>
            </a:r>
            <a:endParaRPr sz="1200" kern="0">
              <a:solidFill>
                <a:srgbClr val="000000"/>
              </a:solidFill>
              <a:latin typeface="Short Stack"/>
              <a:ea typeface="Short Stack"/>
              <a:cs typeface="Short Stack"/>
              <a:sym typeface="Short Stack"/>
            </a:endParaRPr>
          </a:p>
        </p:txBody>
      </p:sp>
      <p:sp>
        <p:nvSpPr>
          <p:cNvPr id="535" name="Google Shape;535;p66"/>
          <p:cNvSpPr/>
          <p:nvPr/>
        </p:nvSpPr>
        <p:spPr>
          <a:xfrm>
            <a:off x="6601688" y="403371"/>
            <a:ext cx="1489710" cy="989965"/>
          </a:xfrm>
          <a:custGeom>
            <a:avLst/>
            <a:gdLst/>
            <a:ahLst/>
            <a:cxnLst/>
            <a:rect l="l" t="t" r="r" b="b"/>
            <a:pathLst>
              <a:path w="1490133" h="990246" extrusionOk="0">
                <a:moveTo>
                  <a:pt x="0" y="990246"/>
                </a:moveTo>
                <a:cubicBezTo>
                  <a:pt x="119944" y="888646"/>
                  <a:pt x="239888" y="787046"/>
                  <a:pt x="338666" y="634646"/>
                </a:cubicBezTo>
                <a:cubicBezTo>
                  <a:pt x="437444" y="482246"/>
                  <a:pt x="502355" y="177446"/>
                  <a:pt x="592666" y="75846"/>
                </a:cubicBezTo>
                <a:cubicBezTo>
                  <a:pt x="682977" y="-25754"/>
                  <a:pt x="801511" y="-5998"/>
                  <a:pt x="880533" y="25046"/>
                </a:cubicBezTo>
                <a:cubicBezTo>
                  <a:pt x="959555" y="56090"/>
                  <a:pt x="1010356" y="154869"/>
                  <a:pt x="1066800" y="262113"/>
                </a:cubicBezTo>
                <a:cubicBezTo>
                  <a:pt x="1123244" y="369357"/>
                  <a:pt x="1148645" y="549980"/>
                  <a:pt x="1219200" y="668513"/>
                </a:cubicBezTo>
                <a:cubicBezTo>
                  <a:pt x="1289756" y="787046"/>
                  <a:pt x="1490133" y="973313"/>
                  <a:pt x="1490133" y="973313"/>
                </a:cubicBezTo>
              </a:path>
            </a:pathLst>
          </a:custGeom>
          <a:solidFill>
            <a:srgbClr val="800000"/>
          </a:solidFill>
          <a:ln w="25400"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536" name="Google Shape;536;p66"/>
          <p:cNvSpPr/>
          <p:nvPr/>
        </p:nvSpPr>
        <p:spPr>
          <a:xfrm>
            <a:off x="7380834" y="21735"/>
            <a:ext cx="338455" cy="25273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537" name="Google Shape;537;p66"/>
          <p:cNvSpPr/>
          <p:nvPr/>
        </p:nvSpPr>
        <p:spPr>
          <a:xfrm>
            <a:off x="7210653" y="140480"/>
            <a:ext cx="322580" cy="26924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538" name="Google Shape;538;p66"/>
          <p:cNvSpPr/>
          <p:nvPr/>
        </p:nvSpPr>
        <p:spPr>
          <a:xfrm>
            <a:off x="6658472" y="704506"/>
            <a:ext cx="1465580" cy="4171950"/>
          </a:xfrm>
          <a:custGeom>
            <a:avLst/>
            <a:gdLst/>
            <a:ahLst/>
            <a:cxnLst/>
            <a:rect l="l" t="t" r="r" b="b"/>
            <a:pathLst>
              <a:path w="1466159" h="4141451" extrusionOk="0">
                <a:moveTo>
                  <a:pt x="170340" y="3680975"/>
                </a:moveTo>
                <a:cubicBezTo>
                  <a:pt x="276173" y="3353597"/>
                  <a:pt x="382007" y="3026219"/>
                  <a:pt x="373540" y="2834308"/>
                </a:cubicBezTo>
                <a:cubicBezTo>
                  <a:pt x="365073" y="2642397"/>
                  <a:pt x="178807" y="2732708"/>
                  <a:pt x="119540" y="2529508"/>
                </a:cubicBezTo>
                <a:cubicBezTo>
                  <a:pt x="60273" y="2326308"/>
                  <a:pt x="-41327" y="1818308"/>
                  <a:pt x="17940" y="1615108"/>
                </a:cubicBezTo>
                <a:cubicBezTo>
                  <a:pt x="77207" y="1411908"/>
                  <a:pt x="382007" y="1440130"/>
                  <a:pt x="475140" y="1310308"/>
                </a:cubicBezTo>
                <a:cubicBezTo>
                  <a:pt x="568273" y="1180486"/>
                  <a:pt x="548518" y="1030908"/>
                  <a:pt x="576740" y="836175"/>
                </a:cubicBezTo>
                <a:cubicBezTo>
                  <a:pt x="604962" y="641442"/>
                  <a:pt x="610606" y="271730"/>
                  <a:pt x="644473" y="141908"/>
                </a:cubicBezTo>
                <a:cubicBezTo>
                  <a:pt x="678340" y="12086"/>
                  <a:pt x="740429" y="-55648"/>
                  <a:pt x="779940" y="57241"/>
                </a:cubicBezTo>
                <a:cubicBezTo>
                  <a:pt x="819451" y="170130"/>
                  <a:pt x="853318" y="610396"/>
                  <a:pt x="881540" y="819241"/>
                </a:cubicBezTo>
                <a:cubicBezTo>
                  <a:pt x="909762" y="1028085"/>
                  <a:pt x="890006" y="1208708"/>
                  <a:pt x="949273" y="1310308"/>
                </a:cubicBezTo>
                <a:cubicBezTo>
                  <a:pt x="1008540" y="1411908"/>
                  <a:pt x="1152473" y="1349819"/>
                  <a:pt x="1237140" y="1428841"/>
                </a:cubicBezTo>
                <a:cubicBezTo>
                  <a:pt x="1321807" y="1507863"/>
                  <a:pt x="1431873" y="1600997"/>
                  <a:pt x="1457273" y="1784441"/>
                </a:cubicBezTo>
                <a:cubicBezTo>
                  <a:pt x="1482673" y="1967885"/>
                  <a:pt x="1451629" y="2374286"/>
                  <a:pt x="1389540" y="2529508"/>
                </a:cubicBezTo>
                <a:cubicBezTo>
                  <a:pt x="1327451" y="2684730"/>
                  <a:pt x="1144007" y="2521042"/>
                  <a:pt x="1084740" y="2715775"/>
                </a:cubicBezTo>
                <a:cubicBezTo>
                  <a:pt x="1025473" y="2910508"/>
                  <a:pt x="1033940" y="3469308"/>
                  <a:pt x="1033940" y="3697908"/>
                </a:cubicBezTo>
                <a:cubicBezTo>
                  <a:pt x="1033940" y="3926508"/>
                  <a:pt x="1237140" y="4013997"/>
                  <a:pt x="1084740" y="4087375"/>
                </a:cubicBezTo>
                <a:cubicBezTo>
                  <a:pt x="932340" y="4160753"/>
                  <a:pt x="119540" y="4138175"/>
                  <a:pt x="119540" y="4138175"/>
                </a:cubicBezTo>
              </a:path>
            </a:pathLst>
          </a:custGeom>
          <a:solidFill>
            <a:srgbClr val="FF0000"/>
          </a:soli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pPr>
            <a:r>
              <a:rPr lang="en-US" b="1" kern="0">
                <a:solidFill>
                  <a:srgbClr val="000000"/>
                </a:solidFill>
                <a:latin typeface="Arial"/>
                <a:ea typeface="Arial"/>
                <a:cs typeface="Arial"/>
                <a:sym typeface="Arial"/>
              </a:rPr>
              <a:t>Magma Chamber</a:t>
            </a:r>
            <a:endParaRPr sz="1200" kern="0">
              <a:solidFill>
                <a:srgbClr val="000000"/>
              </a:solidFill>
              <a:latin typeface="Short Stack"/>
              <a:ea typeface="Short Stack"/>
              <a:cs typeface="Short Stack"/>
              <a:sym typeface="Short Stack"/>
            </a:endParaRPr>
          </a:p>
        </p:txBody>
      </p:sp>
      <p:sp>
        <p:nvSpPr>
          <p:cNvPr id="539" name="Google Shape;539;p66"/>
          <p:cNvSpPr txBox="1"/>
          <p:nvPr/>
        </p:nvSpPr>
        <p:spPr>
          <a:xfrm>
            <a:off x="7552752" y="365734"/>
            <a:ext cx="1117600"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Volcanic Mountain Range</a:t>
            </a:r>
            <a:endParaRPr sz="1200" kern="0">
              <a:solidFill>
                <a:srgbClr val="000000"/>
              </a:solidFill>
              <a:latin typeface="Short Stack"/>
              <a:ea typeface="Short Stack"/>
              <a:cs typeface="Short Stack"/>
              <a:sym typeface="Short Stack"/>
            </a:endParaRPr>
          </a:p>
        </p:txBody>
      </p:sp>
      <p:sp>
        <p:nvSpPr>
          <p:cNvPr id="540" name="Google Shape;540;p66"/>
          <p:cNvSpPr txBox="1"/>
          <p:nvPr/>
        </p:nvSpPr>
        <p:spPr>
          <a:xfrm>
            <a:off x="7832152" y="903579"/>
            <a:ext cx="1715770"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(Cascade Mountains in North America)</a:t>
            </a:r>
            <a:endParaRPr sz="1200" kern="0">
              <a:solidFill>
                <a:srgbClr val="000000"/>
              </a:solidFill>
              <a:latin typeface="Short Stack"/>
              <a:ea typeface="Short Stack"/>
              <a:cs typeface="Short Stack"/>
              <a:sym typeface="Short Stack"/>
            </a:endParaRPr>
          </a:p>
        </p:txBody>
      </p:sp>
      <p:sp>
        <p:nvSpPr>
          <p:cNvPr id="541" name="Google Shape;541;p66"/>
          <p:cNvSpPr/>
          <p:nvPr/>
        </p:nvSpPr>
        <p:spPr>
          <a:xfrm>
            <a:off x="1662920" y="4933785"/>
            <a:ext cx="9005080" cy="2369880"/>
          </a:xfrm>
          <a:prstGeom prst="rect">
            <a:avLst/>
          </a:prstGeom>
          <a:noFill/>
          <a:ln>
            <a:noFill/>
          </a:ln>
        </p:spPr>
        <p:txBody>
          <a:bodyPr spcFirstLastPara="1" wrap="square" lIns="91425" tIns="45700" rIns="91425" bIns="45700" anchor="t" anchorCtr="0">
            <a:noAutofit/>
          </a:bodyPr>
          <a:lstStyle/>
          <a:p>
            <a:pPr>
              <a:buClr>
                <a:srgbClr val="000000"/>
              </a:buClr>
            </a:pPr>
            <a:r>
              <a:rPr lang="en-US" sz="2400" b="1" kern="0">
                <a:solidFill>
                  <a:srgbClr val="000000"/>
                </a:solidFill>
                <a:latin typeface="Arial"/>
                <a:ea typeface="Arial"/>
                <a:cs typeface="Arial"/>
                <a:sym typeface="Arial"/>
              </a:rPr>
              <a:t>Explanation: </a:t>
            </a:r>
            <a:endParaRPr sz="2800" kern="0">
              <a:solidFill>
                <a:srgbClr val="000000"/>
              </a:solidFill>
              <a:latin typeface="Arial"/>
              <a:ea typeface="Arial"/>
              <a:cs typeface="Arial"/>
              <a:sym typeface="Arial"/>
            </a:endParaRPr>
          </a:p>
          <a:p>
            <a:pPr>
              <a:buClr>
                <a:srgbClr val="000000"/>
              </a:buClr>
            </a:pPr>
            <a:endParaRPr sz="2400" b="1" u="sng" kern="0">
              <a:solidFill>
                <a:srgbClr val="000000"/>
              </a:solidFill>
              <a:latin typeface="Arial"/>
              <a:ea typeface="Arial"/>
              <a:cs typeface="Arial"/>
              <a:sym typeface="Arial"/>
            </a:endParaRPr>
          </a:p>
          <a:p>
            <a:pPr marL="285750" indent="-285750">
              <a:buClr>
                <a:srgbClr val="000000"/>
              </a:buClr>
              <a:buSzPts val="2400"/>
              <a:buFont typeface="Arial"/>
              <a:buChar char="•"/>
            </a:pPr>
            <a:r>
              <a:rPr lang="en-US" sz="2400" b="1" u="sng" kern="0">
                <a:solidFill>
                  <a:srgbClr val="000000"/>
                </a:solidFill>
                <a:latin typeface="Arial"/>
                <a:ea typeface="Arial"/>
                <a:cs typeface="Arial"/>
                <a:sym typeface="Arial"/>
              </a:rPr>
              <a:t>Continental-Oceanic Convergent Boundary</a:t>
            </a:r>
            <a:r>
              <a:rPr lang="en-US" sz="2400" b="1" kern="0">
                <a:solidFill>
                  <a:srgbClr val="000000"/>
                </a:solidFill>
                <a:latin typeface="Arial"/>
                <a:ea typeface="Arial"/>
                <a:cs typeface="Arial"/>
                <a:sym typeface="Arial"/>
              </a:rPr>
              <a:t>: </a:t>
            </a:r>
            <a:r>
              <a:rPr lang="en-US" sz="2400" b="1" kern="0">
                <a:solidFill>
                  <a:srgbClr val="0000FF"/>
                </a:solidFill>
                <a:latin typeface="Arial"/>
                <a:ea typeface="Arial"/>
                <a:cs typeface="Arial"/>
                <a:sym typeface="Arial"/>
              </a:rPr>
              <a:t>This is called a </a:t>
            </a:r>
            <a:r>
              <a:rPr lang="en-US" sz="2400" b="1" u="sng" kern="0">
                <a:solidFill>
                  <a:srgbClr val="0000FF"/>
                </a:solidFill>
                <a:latin typeface="Arial"/>
                <a:ea typeface="Arial"/>
                <a:cs typeface="Arial"/>
                <a:sym typeface="Arial"/>
              </a:rPr>
              <a:t>subduction zone</a:t>
            </a:r>
            <a:r>
              <a:rPr lang="en-US" sz="2400" b="1" kern="0">
                <a:solidFill>
                  <a:srgbClr val="0000FF"/>
                </a:solidFill>
                <a:latin typeface="Arial"/>
                <a:ea typeface="Arial"/>
                <a:cs typeface="Arial"/>
                <a:sym typeface="Arial"/>
              </a:rPr>
              <a:t> caused by the collision of an oceanic and continental plate</a:t>
            </a:r>
            <a:endParaRPr sz="2800" kern="0">
              <a:solidFill>
                <a:srgbClr val="0000FF"/>
              </a:solidFill>
              <a:latin typeface="Arial"/>
              <a:ea typeface="Arial"/>
              <a:cs typeface="Arial"/>
              <a:sym typeface="Arial"/>
            </a:endParaRPr>
          </a:p>
          <a:p>
            <a:pPr>
              <a:buClr>
                <a:srgbClr val="000000"/>
              </a:buClr>
            </a:pPr>
            <a:endParaRPr sz="2800" kern="0">
              <a:solidFill>
                <a:srgbClr val="000000"/>
              </a:solidFill>
              <a:latin typeface="Arial"/>
              <a:ea typeface="Arial"/>
              <a:cs typeface="Arial"/>
              <a:sym typeface="Arial"/>
            </a:endParaRPr>
          </a:p>
        </p:txBody>
      </p:sp>
      <p:sp>
        <p:nvSpPr>
          <p:cNvPr id="542" name="Google Shape;542;p66"/>
          <p:cNvSpPr txBox="1"/>
          <p:nvPr/>
        </p:nvSpPr>
        <p:spPr>
          <a:xfrm>
            <a:off x="4708772" y="4675502"/>
            <a:ext cx="1513840" cy="33210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Asthenosphere</a:t>
            </a:r>
            <a:endParaRPr sz="1200" kern="0">
              <a:solidFill>
                <a:srgbClr val="000000"/>
              </a:solidFill>
              <a:latin typeface="Short Stack"/>
              <a:ea typeface="Short Stack"/>
              <a:cs typeface="Short Stack"/>
              <a:sym typeface="Short Stack"/>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546"/>
        <p:cNvGrpSpPr/>
        <p:nvPr/>
      </p:nvGrpSpPr>
      <p:grpSpPr>
        <a:xfrm>
          <a:off x="0" y="0"/>
          <a:ext cx="0" cy="0"/>
          <a:chOff x="0" y="0"/>
          <a:chExt cx="0" cy="0"/>
        </a:xfrm>
      </p:grpSpPr>
      <p:pic>
        <p:nvPicPr>
          <p:cNvPr id="547" name="Google Shape;547;p67"/>
          <p:cNvPicPr preferRelativeResize="0"/>
          <p:nvPr/>
        </p:nvPicPr>
        <p:blipFill rotWithShape="1">
          <a:blip r:embed="rId3">
            <a:alphaModFix/>
          </a:blip>
          <a:srcRect/>
          <a:stretch/>
        </p:blipFill>
        <p:spPr>
          <a:xfrm>
            <a:off x="2476500" y="85553"/>
            <a:ext cx="7226300" cy="4927600"/>
          </a:xfrm>
          <a:prstGeom prst="rect">
            <a:avLst/>
          </a:prstGeom>
          <a:noFill/>
          <a:ln>
            <a:noFill/>
          </a:ln>
        </p:spPr>
      </p:pic>
      <p:sp>
        <p:nvSpPr>
          <p:cNvPr id="548" name="Google Shape;548;p67"/>
          <p:cNvSpPr txBox="1"/>
          <p:nvPr/>
        </p:nvSpPr>
        <p:spPr>
          <a:xfrm>
            <a:off x="2645872" y="2890878"/>
            <a:ext cx="179641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400" b="1" kern="0">
                <a:solidFill>
                  <a:srgbClr val="FFFFFF"/>
                </a:solidFill>
                <a:latin typeface="Arial"/>
                <a:ea typeface="Arial"/>
                <a:cs typeface="Arial"/>
                <a:sym typeface="Arial"/>
              </a:rPr>
              <a:t>Oceanic Crust</a:t>
            </a:r>
            <a:endParaRPr sz="1200" kern="0">
              <a:solidFill>
                <a:srgbClr val="000000"/>
              </a:solidFill>
              <a:latin typeface="Short Stack"/>
              <a:ea typeface="Short Stack"/>
              <a:cs typeface="Short Stack"/>
              <a:sym typeface="Short Stack"/>
            </a:endParaRPr>
          </a:p>
          <a:p>
            <a:pPr algn="ctr">
              <a:buClr>
                <a:srgbClr val="000000"/>
              </a:buClr>
            </a:pPr>
            <a:r>
              <a:rPr lang="en-US" sz="1400" b="1" kern="0">
                <a:solidFill>
                  <a:srgbClr val="FFFFFF"/>
                </a:solidFill>
                <a:latin typeface="Arial"/>
                <a:ea typeface="Arial"/>
                <a:cs typeface="Arial"/>
                <a:sym typeface="Arial"/>
              </a:rPr>
              <a:t>3.0 g/cm</a:t>
            </a:r>
            <a:r>
              <a:rPr lang="en-US" sz="1400" b="1" kern="0" baseline="30000">
                <a:solidFill>
                  <a:srgbClr val="FFFFFF"/>
                </a:solidFill>
                <a:latin typeface="Arial"/>
                <a:ea typeface="Arial"/>
                <a:cs typeface="Arial"/>
                <a:sym typeface="Arial"/>
              </a:rPr>
              <a:t>3</a:t>
            </a:r>
            <a:endParaRPr sz="1200" kern="0">
              <a:solidFill>
                <a:srgbClr val="000000"/>
              </a:solidFill>
              <a:latin typeface="Short Stack"/>
              <a:ea typeface="Short Stack"/>
              <a:cs typeface="Short Stack"/>
              <a:sym typeface="Short Stack"/>
            </a:endParaRPr>
          </a:p>
        </p:txBody>
      </p:sp>
      <p:sp>
        <p:nvSpPr>
          <p:cNvPr id="549" name="Google Shape;549;p67"/>
          <p:cNvSpPr txBox="1"/>
          <p:nvPr/>
        </p:nvSpPr>
        <p:spPr>
          <a:xfrm>
            <a:off x="8444544" y="2671761"/>
            <a:ext cx="1218565" cy="85915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400" b="1" kern="0">
                <a:solidFill>
                  <a:srgbClr val="000000"/>
                </a:solidFill>
                <a:latin typeface="Arial"/>
                <a:ea typeface="Arial"/>
                <a:cs typeface="Arial"/>
                <a:sym typeface="Arial"/>
              </a:rPr>
              <a:t>Continental Crust</a:t>
            </a:r>
            <a:endParaRPr sz="1200" kern="0">
              <a:solidFill>
                <a:srgbClr val="000000"/>
              </a:solidFill>
              <a:latin typeface="Short Stack"/>
              <a:ea typeface="Short Stack"/>
              <a:cs typeface="Short Stack"/>
              <a:sym typeface="Short Stack"/>
            </a:endParaRPr>
          </a:p>
          <a:p>
            <a:pPr algn="ctr">
              <a:buClr>
                <a:srgbClr val="000000"/>
              </a:buClr>
            </a:pPr>
            <a:r>
              <a:rPr lang="en-US" sz="1400" b="1" kern="0">
                <a:solidFill>
                  <a:srgbClr val="000000"/>
                </a:solidFill>
                <a:latin typeface="Arial"/>
                <a:ea typeface="Arial"/>
                <a:cs typeface="Arial"/>
                <a:sym typeface="Arial"/>
              </a:rPr>
              <a:t>2.7 g/cm</a:t>
            </a:r>
            <a:r>
              <a:rPr lang="en-US" sz="1400" b="1" kern="0" baseline="30000">
                <a:solidFill>
                  <a:srgbClr val="000000"/>
                </a:solidFill>
                <a:latin typeface="Arial"/>
                <a:ea typeface="Arial"/>
                <a:cs typeface="Arial"/>
                <a:sym typeface="Arial"/>
              </a:rPr>
              <a:t>3</a:t>
            </a:r>
            <a:endParaRPr sz="1200" kern="0">
              <a:solidFill>
                <a:srgbClr val="000000"/>
              </a:solidFill>
              <a:latin typeface="Short Stack"/>
              <a:ea typeface="Short Stack"/>
              <a:cs typeface="Short Stack"/>
              <a:sym typeface="Short Stack"/>
            </a:endParaRPr>
          </a:p>
        </p:txBody>
      </p:sp>
      <p:cxnSp>
        <p:nvCxnSpPr>
          <p:cNvPr id="550" name="Google Shape;550;p67"/>
          <p:cNvCxnSpPr/>
          <p:nvPr/>
        </p:nvCxnSpPr>
        <p:spPr>
          <a:xfrm rot="10800000">
            <a:off x="6047105" y="3144983"/>
            <a:ext cx="590550" cy="0"/>
          </a:xfrm>
          <a:prstGeom prst="straightConnector1">
            <a:avLst/>
          </a:prstGeom>
          <a:noFill/>
          <a:ln w="28575" cap="flat" cmpd="sng">
            <a:solidFill>
              <a:srgbClr val="000000"/>
            </a:solidFill>
            <a:prstDash val="solid"/>
            <a:round/>
            <a:headEnd type="none" w="med" len="med"/>
            <a:tailEnd type="triangle" w="lg" len="lg"/>
          </a:ln>
        </p:spPr>
      </p:cxnSp>
      <p:cxnSp>
        <p:nvCxnSpPr>
          <p:cNvPr id="551" name="Google Shape;551;p67"/>
          <p:cNvCxnSpPr/>
          <p:nvPr/>
        </p:nvCxnSpPr>
        <p:spPr>
          <a:xfrm>
            <a:off x="4607560" y="3161493"/>
            <a:ext cx="590550" cy="0"/>
          </a:xfrm>
          <a:prstGeom prst="straightConnector1">
            <a:avLst/>
          </a:prstGeom>
          <a:noFill/>
          <a:ln w="28575" cap="flat" cmpd="sng">
            <a:solidFill>
              <a:srgbClr val="000000"/>
            </a:solidFill>
            <a:prstDash val="solid"/>
            <a:round/>
            <a:headEnd type="none" w="med" len="med"/>
            <a:tailEnd type="triangle" w="lg" len="lg"/>
          </a:ln>
        </p:spPr>
      </p:cxnSp>
      <p:sp>
        <p:nvSpPr>
          <p:cNvPr id="552" name="Google Shape;552;p67"/>
          <p:cNvSpPr/>
          <p:nvPr/>
        </p:nvSpPr>
        <p:spPr>
          <a:xfrm>
            <a:off x="5621020" y="2890877"/>
            <a:ext cx="1254760" cy="1985751"/>
          </a:xfrm>
          <a:custGeom>
            <a:avLst/>
            <a:gdLst/>
            <a:ahLst/>
            <a:cxnLst/>
            <a:rect l="l" t="t" r="r" b="b"/>
            <a:pathLst>
              <a:path w="1239145" h="1845826" extrusionOk="0">
                <a:moveTo>
                  <a:pt x="0" y="0"/>
                </a:moveTo>
                <a:cubicBezTo>
                  <a:pt x="141111" y="76200"/>
                  <a:pt x="282223" y="152400"/>
                  <a:pt x="423334" y="304800"/>
                </a:cubicBezTo>
                <a:cubicBezTo>
                  <a:pt x="564445" y="457200"/>
                  <a:pt x="846667" y="914400"/>
                  <a:pt x="846667" y="914400"/>
                </a:cubicBezTo>
                <a:cubicBezTo>
                  <a:pt x="973667" y="1097844"/>
                  <a:pt x="1126067" y="1250245"/>
                  <a:pt x="1185334" y="1405467"/>
                </a:cubicBezTo>
                <a:cubicBezTo>
                  <a:pt x="1244601" y="1560689"/>
                  <a:pt x="1261534" y="1840090"/>
                  <a:pt x="1202267" y="1845734"/>
                </a:cubicBezTo>
                <a:cubicBezTo>
                  <a:pt x="1143000" y="1851378"/>
                  <a:pt x="951089" y="1597378"/>
                  <a:pt x="829734" y="1439334"/>
                </a:cubicBezTo>
                <a:cubicBezTo>
                  <a:pt x="708379" y="1281290"/>
                  <a:pt x="567267" y="1032934"/>
                  <a:pt x="474134" y="897467"/>
                </a:cubicBezTo>
                <a:cubicBezTo>
                  <a:pt x="381001" y="762000"/>
                  <a:pt x="347134" y="688623"/>
                  <a:pt x="270934" y="626534"/>
                </a:cubicBezTo>
                <a:cubicBezTo>
                  <a:pt x="194734" y="564445"/>
                  <a:pt x="16934" y="524934"/>
                  <a:pt x="16934" y="524934"/>
                </a:cubicBezTo>
              </a:path>
            </a:pathLst>
          </a:custGeom>
          <a:gradFill>
            <a:gsLst>
              <a:gs pos="0">
                <a:srgbClr val="7F7F7F"/>
              </a:gs>
              <a:gs pos="50000">
                <a:srgbClr val="7F7F7F"/>
              </a:gs>
              <a:gs pos="100000">
                <a:srgbClr val="FF0000"/>
              </a:gs>
            </a:gsLst>
            <a:lin ang="0" scaled="0"/>
          </a:gra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553" name="Google Shape;553;p67"/>
          <p:cNvSpPr txBox="1"/>
          <p:nvPr/>
        </p:nvSpPr>
        <p:spPr>
          <a:xfrm>
            <a:off x="5715475" y="3381165"/>
            <a:ext cx="1361440" cy="1474470"/>
          </a:xfrm>
          <a:prstGeom prst="rect">
            <a:avLst/>
          </a:prstGeom>
          <a:noFill/>
          <a:ln>
            <a:noFill/>
          </a:ln>
        </p:spPr>
        <p:txBody>
          <a:bodyPr spcFirstLastPara="1" wrap="square" lIns="91425" tIns="45700" rIns="91425" bIns="45700" anchor="t" anchorCtr="0">
            <a:noAutofit/>
          </a:bodyPr>
          <a:lstStyle/>
          <a:p>
            <a:pPr>
              <a:buClr>
                <a:srgbClr val="000000"/>
              </a:buClr>
            </a:pPr>
            <a:r>
              <a:rPr lang="en-US" sz="2600" b="1" kern="0">
                <a:solidFill>
                  <a:srgbClr val="000000"/>
                </a:solidFill>
                <a:latin typeface="Arial"/>
                <a:ea typeface="Arial"/>
                <a:cs typeface="Arial"/>
                <a:sym typeface="Arial"/>
              </a:rPr>
              <a:t>X</a:t>
            </a:r>
            <a:endParaRPr sz="1200" kern="0">
              <a:solidFill>
                <a:srgbClr val="000000"/>
              </a:solidFill>
              <a:latin typeface="Short Stack"/>
              <a:ea typeface="Short Stack"/>
              <a:cs typeface="Short Stack"/>
              <a:sym typeface="Short Stack"/>
            </a:endParaRPr>
          </a:p>
          <a:p>
            <a:pPr>
              <a:buClr>
                <a:srgbClr val="000000"/>
              </a:buClr>
            </a:pPr>
            <a:r>
              <a:rPr lang="en-US" sz="2600" b="1" kern="0">
                <a:solidFill>
                  <a:srgbClr val="000000"/>
                </a:solidFill>
                <a:latin typeface="Arial"/>
                <a:ea typeface="Arial"/>
                <a:cs typeface="Arial"/>
                <a:sym typeface="Arial"/>
              </a:rPr>
              <a:t>   X</a:t>
            </a:r>
            <a:endParaRPr sz="1200" kern="0">
              <a:solidFill>
                <a:srgbClr val="000000"/>
              </a:solidFill>
              <a:latin typeface="Short Stack"/>
              <a:ea typeface="Short Stack"/>
              <a:cs typeface="Short Stack"/>
              <a:sym typeface="Short Stack"/>
            </a:endParaRPr>
          </a:p>
          <a:p>
            <a:pPr>
              <a:buClr>
                <a:srgbClr val="000000"/>
              </a:buClr>
            </a:pPr>
            <a:r>
              <a:rPr lang="en-US" sz="2600" b="1" kern="0">
                <a:solidFill>
                  <a:srgbClr val="000000"/>
                </a:solidFill>
                <a:latin typeface="Arial"/>
                <a:ea typeface="Arial"/>
                <a:cs typeface="Arial"/>
                <a:sym typeface="Arial"/>
              </a:rPr>
              <a:t>      X</a:t>
            </a:r>
            <a:endParaRPr sz="1200" kern="0">
              <a:solidFill>
                <a:srgbClr val="000000"/>
              </a:solidFill>
              <a:latin typeface="Short Stack"/>
              <a:ea typeface="Short Stack"/>
              <a:cs typeface="Short Stack"/>
              <a:sym typeface="Short Stack"/>
            </a:endParaRPr>
          </a:p>
          <a:p>
            <a:pPr>
              <a:buClr>
                <a:srgbClr val="000000"/>
              </a:buClr>
            </a:pPr>
            <a:r>
              <a:rPr lang="en-US" sz="1200" kern="0">
                <a:solidFill>
                  <a:srgbClr val="000000"/>
                </a:solidFill>
                <a:latin typeface="Short Stack"/>
                <a:ea typeface="Short Stack"/>
                <a:cs typeface="Short Stack"/>
                <a:sym typeface="Short Stack"/>
              </a:rPr>
              <a:t> </a:t>
            </a:r>
            <a:endParaRPr sz="1400" kern="0">
              <a:solidFill>
                <a:srgbClr val="000000"/>
              </a:solidFill>
              <a:latin typeface="Arial"/>
              <a:cs typeface="Arial"/>
              <a:sym typeface="Arial"/>
            </a:endParaRPr>
          </a:p>
        </p:txBody>
      </p:sp>
      <p:sp>
        <p:nvSpPr>
          <p:cNvPr id="554" name="Google Shape;554;p67"/>
          <p:cNvSpPr txBox="1"/>
          <p:nvPr/>
        </p:nvSpPr>
        <p:spPr>
          <a:xfrm>
            <a:off x="5145636" y="2360277"/>
            <a:ext cx="71310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Ocean Trench</a:t>
            </a:r>
            <a:endParaRPr sz="1200" kern="0">
              <a:solidFill>
                <a:srgbClr val="000000"/>
              </a:solidFill>
              <a:latin typeface="Short Stack"/>
              <a:ea typeface="Short Stack"/>
              <a:cs typeface="Short Stack"/>
              <a:sym typeface="Short Stack"/>
            </a:endParaRPr>
          </a:p>
        </p:txBody>
      </p:sp>
      <p:sp>
        <p:nvSpPr>
          <p:cNvPr id="555" name="Google Shape;555;p67"/>
          <p:cNvSpPr txBox="1"/>
          <p:nvPr/>
        </p:nvSpPr>
        <p:spPr>
          <a:xfrm>
            <a:off x="4935468" y="3833959"/>
            <a:ext cx="128714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Deep Earthquakes</a:t>
            </a:r>
            <a:endParaRPr sz="1200" kern="0">
              <a:solidFill>
                <a:srgbClr val="000000"/>
              </a:solidFill>
              <a:latin typeface="Short Stack"/>
              <a:ea typeface="Short Stack"/>
              <a:cs typeface="Short Stack"/>
              <a:sym typeface="Short Stack"/>
            </a:endParaRPr>
          </a:p>
        </p:txBody>
      </p:sp>
      <p:sp>
        <p:nvSpPr>
          <p:cNvPr id="556" name="Google Shape;556;p67"/>
          <p:cNvSpPr/>
          <p:nvPr/>
        </p:nvSpPr>
        <p:spPr>
          <a:xfrm>
            <a:off x="6601688" y="403371"/>
            <a:ext cx="1489710" cy="989965"/>
          </a:xfrm>
          <a:custGeom>
            <a:avLst/>
            <a:gdLst/>
            <a:ahLst/>
            <a:cxnLst/>
            <a:rect l="l" t="t" r="r" b="b"/>
            <a:pathLst>
              <a:path w="1490133" h="990246" extrusionOk="0">
                <a:moveTo>
                  <a:pt x="0" y="990246"/>
                </a:moveTo>
                <a:cubicBezTo>
                  <a:pt x="119944" y="888646"/>
                  <a:pt x="239888" y="787046"/>
                  <a:pt x="338666" y="634646"/>
                </a:cubicBezTo>
                <a:cubicBezTo>
                  <a:pt x="437444" y="482246"/>
                  <a:pt x="502355" y="177446"/>
                  <a:pt x="592666" y="75846"/>
                </a:cubicBezTo>
                <a:cubicBezTo>
                  <a:pt x="682977" y="-25754"/>
                  <a:pt x="801511" y="-5998"/>
                  <a:pt x="880533" y="25046"/>
                </a:cubicBezTo>
                <a:cubicBezTo>
                  <a:pt x="959555" y="56090"/>
                  <a:pt x="1010356" y="154869"/>
                  <a:pt x="1066800" y="262113"/>
                </a:cubicBezTo>
                <a:cubicBezTo>
                  <a:pt x="1123244" y="369357"/>
                  <a:pt x="1148645" y="549980"/>
                  <a:pt x="1219200" y="668513"/>
                </a:cubicBezTo>
                <a:cubicBezTo>
                  <a:pt x="1289756" y="787046"/>
                  <a:pt x="1490133" y="973313"/>
                  <a:pt x="1490133" y="973313"/>
                </a:cubicBezTo>
              </a:path>
            </a:pathLst>
          </a:custGeom>
          <a:solidFill>
            <a:srgbClr val="800000"/>
          </a:solidFill>
          <a:ln w="25400"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557" name="Google Shape;557;p67"/>
          <p:cNvSpPr/>
          <p:nvPr/>
        </p:nvSpPr>
        <p:spPr>
          <a:xfrm>
            <a:off x="7380834" y="21735"/>
            <a:ext cx="338455" cy="25273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558" name="Google Shape;558;p67"/>
          <p:cNvSpPr/>
          <p:nvPr/>
        </p:nvSpPr>
        <p:spPr>
          <a:xfrm>
            <a:off x="7210653" y="140480"/>
            <a:ext cx="322580" cy="26924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559" name="Google Shape;559;p67"/>
          <p:cNvSpPr/>
          <p:nvPr/>
        </p:nvSpPr>
        <p:spPr>
          <a:xfrm>
            <a:off x="6658472" y="704506"/>
            <a:ext cx="1465580" cy="4171950"/>
          </a:xfrm>
          <a:custGeom>
            <a:avLst/>
            <a:gdLst/>
            <a:ahLst/>
            <a:cxnLst/>
            <a:rect l="l" t="t" r="r" b="b"/>
            <a:pathLst>
              <a:path w="1466159" h="4141451" extrusionOk="0">
                <a:moveTo>
                  <a:pt x="170340" y="3680975"/>
                </a:moveTo>
                <a:cubicBezTo>
                  <a:pt x="276173" y="3353597"/>
                  <a:pt x="382007" y="3026219"/>
                  <a:pt x="373540" y="2834308"/>
                </a:cubicBezTo>
                <a:cubicBezTo>
                  <a:pt x="365073" y="2642397"/>
                  <a:pt x="178807" y="2732708"/>
                  <a:pt x="119540" y="2529508"/>
                </a:cubicBezTo>
                <a:cubicBezTo>
                  <a:pt x="60273" y="2326308"/>
                  <a:pt x="-41327" y="1818308"/>
                  <a:pt x="17940" y="1615108"/>
                </a:cubicBezTo>
                <a:cubicBezTo>
                  <a:pt x="77207" y="1411908"/>
                  <a:pt x="382007" y="1440130"/>
                  <a:pt x="475140" y="1310308"/>
                </a:cubicBezTo>
                <a:cubicBezTo>
                  <a:pt x="568273" y="1180486"/>
                  <a:pt x="548518" y="1030908"/>
                  <a:pt x="576740" y="836175"/>
                </a:cubicBezTo>
                <a:cubicBezTo>
                  <a:pt x="604962" y="641442"/>
                  <a:pt x="610606" y="271730"/>
                  <a:pt x="644473" y="141908"/>
                </a:cubicBezTo>
                <a:cubicBezTo>
                  <a:pt x="678340" y="12086"/>
                  <a:pt x="740429" y="-55648"/>
                  <a:pt x="779940" y="57241"/>
                </a:cubicBezTo>
                <a:cubicBezTo>
                  <a:pt x="819451" y="170130"/>
                  <a:pt x="853318" y="610396"/>
                  <a:pt x="881540" y="819241"/>
                </a:cubicBezTo>
                <a:cubicBezTo>
                  <a:pt x="909762" y="1028085"/>
                  <a:pt x="890006" y="1208708"/>
                  <a:pt x="949273" y="1310308"/>
                </a:cubicBezTo>
                <a:cubicBezTo>
                  <a:pt x="1008540" y="1411908"/>
                  <a:pt x="1152473" y="1349819"/>
                  <a:pt x="1237140" y="1428841"/>
                </a:cubicBezTo>
                <a:cubicBezTo>
                  <a:pt x="1321807" y="1507863"/>
                  <a:pt x="1431873" y="1600997"/>
                  <a:pt x="1457273" y="1784441"/>
                </a:cubicBezTo>
                <a:cubicBezTo>
                  <a:pt x="1482673" y="1967885"/>
                  <a:pt x="1451629" y="2374286"/>
                  <a:pt x="1389540" y="2529508"/>
                </a:cubicBezTo>
                <a:cubicBezTo>
                  <a:pt x="1327451" y="2684730"/>
                  <a:pt x="1144007" y="2521042"/>
                  <a:pt x="1084740" y="2715775"/>
                </a:cubicBezTo>
                <a:cubicBezTo>
                  <a:pt x="1025473" y="2910508"/>
                  <a:pt x="1033940" y="3469308"/>
                  <a:pt x="1033940" y="3697908"/>
                </a:cubicBezTo>
                <a:cubicBezTo>
                  <a:pt x="1033940" y="3926508"/>
                  <a:pt x="1237140" y="4013997"/>
                  <a:pt x="1084740" y="4087375"/>
                </a:cubicBezTo>
                <a:cubicBezTo>
                  <a:pt x="932340" y="4160753"/>
                  <a:pt x="119540" y="4138175"/>
                  <a:pt x="119540" y="4138175"/>
                </a:cubicBezTo>
              </a:path>
            </a:pathLst>
          </a:custGeom>
          <a:solidFill>
            <a:srgbClr val="FF0000"/>
          </a:soli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pPr>
            <a:r>
              <a:rPr lang="en-US" b="1" kern="0">
                <a:solidFill>
                  <a:srgbClr val="000000"/>
                </a:solidFill>
                <a:latin typeface="Arial"/>
                <a:ea typeface="Arial"/>
                <a:cs typeface="Arial"/>
                <a:sym typeface="Arial"/>
              </a:rPr>
              <a:t>Magma Chamber</a:t>
            </a:r>
            <a:endParaRPr sz="1200" kern="0">
              <a:solidFill>
                <a:srgbClr val="000000"/>
              </a:solidFill>
              <a:latin typeface="Short Stack"/>
              <a:ea typeface="Short Stack"/>
              <a:cs typeface="Short Stack"/>
              <a:sym typeface="Short Stack"/>
            </a:endParaRPr>
          </a:p>
        </p:txBody>
      </p:sp>
      <p:sp>
        <p:nvSpPr>
          <p:cNvPr id="560" name="Google Shape;560;p67"/>
          <p:cNvSpPr txBox="1"/>
          <p:nvPr/>
        </p:nvSpPr>
        <p:spPr>
          <a:xfrm>
            <a:off x="7552752" y="365734"/>
            <a:ext cx="1117600"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Volcanic Mountain Range</a:t>
            </a:r>
            <a:endParaRPr sz="1200" kern="0">
              <a:solidFill>
                <a:srgbClr val="000000"/>
              </a:solidFill>
              <a:latin typeface="Short Stack"/>
              <a:ea typeface="Short Stack"/>
              <a:cs typeface="Short Stack"/>
              <a:sym typeface="Short Stack"/>
            </a:endParaRPr>
          </a:p>
        </p:txBody>
      </p:sp>
      <p:sp>
        <p:nvSpPr>
          <p:cNvPr id="561" name="Google Shape;561;p67"/>
          <p:cNvSpPr txBox="1"/>
          <p:nvPr/>
        </p:nvSpPr>
        <p:spPr>
          <a:xfrm>
            <a:off x="7832152" y="903579"/>
            <a:ext cx="1715770"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(Cascade Mountains in North America)</a:t>
            </a:r>
            <a:endParaRPr sz="1200" kern="0">
              <a:solidFill>
                <a:srgbClr val="000000"/>
              </a:solidFill>
              <a:latin typeface="Short Stack"/>
              <a:ea typeface="Short Stack"/>
              <a:cs typeface="Short Stack"/>
              <a:sym typeface="Short Stack"/>
            </a:endParaRPr>
          </a:p>
        </p:txBody>
      </p:sp>
      <p:sp>
        <p:nvSpPr>
          <p:cNvPr id="562" name="Google Shape;562;p67"/>
          <p:cNvSpPr/>
          <p:nvPr/>
        </p:nvSpPr>
        <p:spPr>
          <a:xfrm>
            <a:off x="1662921" y="4840184"/>
            <a:ext cx="8740531" cy="1938992"/>
          </a:xfrm>
          <a:prstGeom prst="rect">
            <a:avLst/>
          </a:prstGeom>
          <a:noFill/>
          <a:ln>
            <a:noFill/>
          </a:ln>
        </p:spPr>
        <p:txBody>
          <a:bodyPr spcFirstLastPara="1" wrap="square" lIns="91425" tIns="45700" rIns="91425" bIns="45700" anchor="t" anchorCtr="0">
            <a:noAutofit/>
          </a:bodyPr>
          <a:lstStyle/>
          <a:p>
            <a:pPr>
              <a:buClr>
                <a:srgbClr val="000000"/>
              </a:buClr>
            </a:pPr>
            <a:r>
              <a:rPr lang="en-US" sz="2000" b="1" kern="0">
                <a:solidFill>
                  <a:srgbClr val="000000"/>
                </a:solidFill>
                <a:latin typeface="Arial"/>
                <a:ea typeface="Arial"/>
                <a:cs typeface="Arial"/>
                <a:sym typeface="Arial"/>
              </a:rPr>
              <a:t>Explanation: </a:t>
            </a:r>
            <a:endParaRPr sz="2400" kern="0">
              <a:solidFill>
                <a:srgbClr val="000000"/>
              </a:solidFill>
              <a:latin typeface="Arial"/>
              <a:ea typeface="Arial"/>
              <a:cs typeface="Arial"/>
              <a:sym typeface="Arial"/>
            </a:endParaRPr>
          </a:p>
          <a:p>
            <a:pPr>
              <a:buClr>
                <a:srgbClr val="000000"/>
              </a:buClr>
            </a:pPr>
            <a:r>
              <a:rPr lang="en-US" sz="2000" kern="0">
                <a:solidFill>
                  <a:srgbClr val="000000"/>
                </a:solidFill>
                <a:latin typeface="Arial"/>
                <a:ea typeface="Arial"/>
                <a:cs typeface="Arial"/>
                <a:sym typeface="Arial"/>
              </a:rPr>
              <a:t> </a:t>
            </a:r>
            <a:endParaRPr sz="2400" kern="0">
              <a:solidFill>
                <a:srgbClr val="000000"/>
              </a:solidFill>
              <a:latin typeface="Arial"/>
              <a:ea typeface="Arial"/>
              <a:cs typeface="Arial"/>
              <a:sym typeface="Arial"/>
            </a:endParaRPr>
          </a:p>
          <a:p>
            <a:pPr marL="742950" lvl="1" indent="-285750">
              <a:buClr>
                <a:srgbClr val="000000"/>
              </a:buClr>
              <a:buSzPts val="2000"/>
              <a:buFont typeface="Courier New"/>
              <a:buChar char="o"/>
            </a:pPr>
            <a:r>
              <a:rPr lang="en-US" sz="2000" kern="0">
                <a:solidFill>
                  <a:srgbClr val="000000"/>
                </a:solidFill>
                <a:latin typeface="Arial"/>
                <a:ea typeface="Arial"/>
                <a:cs typeface="Arial"/>
                <a:sym typeface="Arial"/>
              </a:rPr>
              <a:t>Because the oceanic crust is </a:t>
            </a:r>
            <a:r>
              <a:rPr lang="en-US" sz="2000" b="1" u="sng" kern="0">
                <a:solidFill>
                  <a:srgbClr val="0000FF"/>
                </a:solidFill>
                <a:latin typeface="Arial"/>
                <a:ea typeface="Arial"/>
                <a:cs typeface="Arial"/>
                <a:sym typeface="Arial"/>
              </a:rPr>
              <a:t>more dense</a:t>
            </a:r>
            <a:r>
              <a:rPr lang="en-US" sz="2000" kern="0">
                <a:solidFill>
                  <a:srgbClr val="000000"/>
                </a:solidFill>
                <a:latin typeface="Arial"/>
                <a:ea typeface="Arial"/>
                <a:cs typeface="Arial"/>
                <a:sym typeface="Arial"/>
              </a:rPr>
              <a:t>, it will always </a:t>
            </a:r>
            <a:r>
              <a:rPr lang="en-US" sz="2000" b="1" u="sng" kern="0">
                <a:solidFill>
                  <a:srgbClr val="0000FF"/>
                </a:solidFill>
                <a:latin typeface="Arial"/>
                <a:ea typeface="Arial"/>
                <a:cs typeface="Arial"/>
                <a:sym typeface="Arial"/>
              </a:rPr>
              <a:t>subduct (move under) </a:t>
            </a:r>
            <a:r>
              <a:rPr lang="en-US" sz="2000" kern="0">
                <a:solidFill>
                  <a:srgbClr val="000000"/>
                </a:solidFill>
                <a:latin typeface="Arial"/>
                <a:ea typeface="Arial"/>
                <a:cs typeface="Arial"/>
                <a:sym typeface="Arial"/>
              </a:rPr>
              <a:t>the </a:t>
            </a:r>
            <a:r>
              <a:rPr lang="en-US" sz="2000" b="1" u="sng" kern="0">
                <a:solidFill>
                  <a:srgbClr val="0000FF"/>
                </a:solidFill>
                <a:latin typeface="Arial"/>
                <a:ea typeface="Arial"/>
                <a:cs typeface="Arial"/>
                <a:sym typeface="Arial"/>
              </a:rPr>
              <a:t>less dense</a:t>
            </a:r>
            <a:r>
              <a:rPr lang="en-US" sz="2000" kern="0">
                <a:solidFill>
                  <a:srgbClr val="0000FF"/>
                </a:solidFill>
                <a:latin typeface="Arial"/>
                <a:ea typeface="Arial"/>
                <a:cs typeface="Arial"/>
                <a:sym typeface="Arial"/>
              </a:rPr>
              <a:t> </a:t>
            </a:r>
            <a:r>
              <a:rPr lang="en-US" sz="2000" kern="0">
                <a:solidFill>
                  <a:srgbClr val="000000"/>
                </a:solidFill>
                <a:latin typeface="Arial"/>
                <a:ea typeface="Arial"/>
                <a:cs typeface="Arial"/>
                <a:sym typeface="Arial"/>
              </a:rPr>
              <a:t>continental crust which </a:t>
            </a:r>
            <a:r>
              <a:rPr lang="en-US" sz="2000" b="1" u="sng" kern="0">
                <a:solidFill>
                  <a:srgbClr val="0000FF"/>
                </a:solidFill>
                <a:latin typeface="Arial"/>
                <a:ea typeface="Arial"/>
                <a:cs typeface="Arial"/>
                <a:sym typeface="Arial"/>
              </a:rPr>
              <a:t>destroys crust</a:t>
            </a:r>
            <a:r>
              <a:rPr lang="en-US" sz="2000" kern="0">
                <a:solidFill>
                  <a:srgbClr val="000000"/>
                </a:solidFill>
                <a:latin typeface="Arial"/>
                <a:ea typeface="Arial"/>
                <a:cs typeface="Arial"/>
                <a:sym typeface="Arial"/>
              </a:rPr>
              <a:t>, causes </a:t>
            </a:r>
            <a:r>
              <a:rPr lang="en-US" sz="2000" b="1" u="sng" kern="0">
                <a:solidFill>
                  <a:srgbClr val="0000FF"/>
                </a:solidFill>
                <a:latin typeface="Arial"/>
                <a:ea typeface="Arial"/>
                <a:cs typeface="Arial"/>
                <a:sym typeface="Arial"/>
              </a:rPr>
              <a:t>deep earthquakes</a:t>
            </a:r>
            <a:r>
              <a:rPr lang="en-US" sz="2000" kern="0">
                <a:solidFill>
                  <a:srgbClr val="000000"/>
                </a:solidFill>
                <a:latin typeface="Arial"/>
                <a:ea typeface="Arial"/>
                <a:cs typeface="Arial"/>
                <a:sym typeface="Arial"/>
              </a:rPr>
              <a:t>, forms </a:t>
            </a:r>
            <a:r>
              <a:rPr lang="en-US" sz="2000" b="1" u="sng" kern="0">
                <a:solidFill>
                  <a:srgbClr val="0000FF"/>
                </a:solidFill>
                <a:latin typeface="Arial"/>
                <a:ea typeface="Arial"/>
                <a:cs typeface="Arial"/>
                <a:sym typeface="Arial"/>
              </a:rPr>
              <a:t>ocean trenches</a:t>
            </a:r>
            <a:r>
              <a:rPr lang="en-US" sz="2000" kern="0">
                <a:solidFill>
                  <a:srgbClr val="000000"/>
                </a:solidFill>
                <a:latin typeface="Arial"/>
                <a:ea typeface="Arial"/>
                <a:cs typeface="Arial"/>
                <a:sym typeface="Arial"/>
              </a:rPr>
              <a:t>, and forms </a:t>
            </a:r>
            <a:r>
              <a:rPr lang="en-US" sz="2000" b="1" u="sng" kern="0">
                <a:solidFill>
                  <a:srgbClr val="0000FF"/>
                </a:solidFill>
                <a:latin typeface="Arial"/>
                <a:ea typeface="Arial"/>
                <a:cs typeface="Arial"/>
                <a:sym typeface="Arial"/>
              </a:rPr>
              <a:t>continental volcanic mountains</a:t>
            </a:r>
            <a:r>
              <a:rPr lang="en-US" sz="2000" b="1" u="sng" kern="0">
                <a:solidFill>
                  <a:srgbClr val="000000"/>
                </a:solidFill>
                <a:latin typeface="Arial"/>
                <a:ea typeface="Arial"/>
                <a:cs typeface="Arial"/>
                <a:sym typeface="Arial"/>
              </a:rPr>
              <a:t>.</a:t>
            </a:r>
            <a:endParaRPr sz="2400" kern="0">
              <a:solidFill>
                <a:srgbClr val="000000"/>
              </a:solidFill>
              <a:latin typeface="Arial"/>
              <a:ea typeface="Arial"/>
              <a:cs typeface="Arial"/>
              <a:sym typeface="Arial"/>
            </a:endParaRPr>
          </a:p>
        </p:txBody>
      </p:sp>
      <p:sp>
        <p:nvSpPr>
          <p:cNvPr id="563" name="Google Shape;563;p67"/>
          <p:cNvSpPr txBox="1"/>
          <p:nvPr/>
        </p:nvSpPr>
        <p:spPr>
          <a:xfrm>
            <a:off x="4648200" y="4674132"/>
            <a:ext cx="1513840" cy="33210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Asthenosphere</a:t>
            </a:r>
            <a:endParaRPr sz="1200" kern="0">
              <a:solidFill>
                <a:srgbClr val="000000"/>
              </a:solidFill>
              <a:latin typeface="Short Stack"/>
              <a:ea typeface="Short Stack"/>
              <a:cs typeface="Short Stack"/>
              <a:sym typeface="Short Stack"/>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546"/>
        <p:cNvGrpSpPr/>
        <p:nvPr/>
      </p:nvGrpSpPr>
      <p:grpSpPr>
        <a:xfrm>
          <a:off x="0" y="0"/>
          <a:ext cx="0" cy="0"/>
          <a:chOff x="0" y="0"/>
          <a:chExt cx="0" cy="0"/>
        </a:xfrm>
      </p:grpSpPr>
      <p:pic>
        <p:nvPicPr>
          <p:cNvPr id="3" name="Picture 2">
            <a:extLst>
              <a:ext uri="{FF2B5EF4-FFF2-40B4-BE49-F238E27FC236}">
                <a16:creationId xmlns:a16="http://schemas.microsoft.com/office/drawing/2014/main" id="{4A8CC7B2-53D1-9B8A-A257-D9C036462037}"/>
              </a:ext>
            </a:extLst>
          </p:cNvPr>
          <p:cNvPicPr>
            <a:picLocks noChangeAspect="1"/>
          </p:cNvPicPr>
          <p:nvPr/>
        </p:nvPicPr>
        <p:blipFill>
          <a:blip r:embed="rId3"/>
          <a:stretch>
            <a:fillRect/>
          </a:stretch>
        </p:blipFill>
        <p:spPr>
          <a:xfrm>
            <a:off x="1871149" y="2413856"/>
            <a:ext cx="2938977" cy="2030289"/>
          </a:xfrm>
          <a:prstGeom prst="rect">
            <a:avLst/>
          </a:prstGeom>
        </p:spPr>
      </p:pic>
      <p:pic>
        <p:nvPicPr>
          <p:cNvPr id="5" name="Picture 4">
            <a:extLst>
              <a:ext uri="{FF2B5EF4-FFF2-40B4-BE49-F238E27FC236}">
                <a16:creationId xmlns:a16="http://schemas.microsoft.com/office/drawing/2014/main" id="{641F8BF2-6160-78D6-EB34-18B9F7EB457A}"/>
              </a:ext>
            </a:extLst>
          </p:cNvPr>
          <p:cNvPicPr>
            <a:picLocks noChangeAspect="1"/>
          </p:cNvPicPr>
          <p:nvPr/>
        </p:nvPicPr>
        <p:blipFill>
          <a:blip r:embed="rId4"/>
          <a:stretch>
            <a:fillRect/>
          </a:stretch>
        </p:blipFill>
        <p:spPr>
          <a:xfrm>
            <a:off x="5740200" y="600075"/>
            <a:ext cx="4292706" cy="6124575"/>
          </a:xfrm>
          <a:prstGeom prst="rect">
            <a:avLst/>
          </a:prstGeom>
        </p:spPr>
      </p:pic>
    </p:spTree>
    <p:extLst>
      <p:ext uri="{BB962C8B-B14F-4D97-AF65-F5344CB8AC3E}">
        <p14:creationId xmlns:p14="http://schemas.microsoft.com/office/powerpoint/2010/main" val="13582552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567"/>
        <p:cNvGrpSpPr/>
        <p:nvPr/>
      </p:nvGrpSpPr>
      <p:grpSpPr>
        <a:xfrm>
          <a:off x="0" y="0"/>
          <a:ext cx="0" cy="0"/>
          <a:chOff x="0" y="0"/>
          <a:chExt cx="0" cy="0"/>
        </a:xfrm>
      </p:grpSpPr>
      <p:sp>
        <p:nvSpPr>
          <p:cNvPr id="568" name="Google Shape;568;p68"/>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959"/>
              <a:buFont typeface="Noto Sans Symbols"/>
              <a:buChar char="✓"/>
            </a:pPr>
            <a:r>
              <a:rPr lang="en-US" sz="3959" b="1"/>
              <a:t>Checkpoint – Continental-Oceanic Convergent Boundaries</a:t>
            </a:r>
            <a:r>
              <a:rPr lang="en-US" sz="3959"/>
              <a:t>: </a:t>
            </a:r>
            <a:endParaRPr/>
          </a:p>
        </p:txBody>
      </p:sp>
      <p:sp>
        <p:nvSpPr>
          <p:cNvPr id="569" name="Google Shape;569;p68"/>
          <p:cNvSpPr txBox="1">
            <a:spLocks noGrp="1"/>
          </p:cNvSpPr>
          <p:nvPr>
            <p:ph type="body" idx="1"/>
          </p:nvPr>
        </p:nvSpPr>
        <p:spPr>
          <a:xfrm>
            <a:off x="1981200" y="1600201"/>
            <a:ext cx="8513148" cy="5121275"/>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a:t>1. Use ESRT page 5 to find the continental-oceanic plate boundary on the west coast of South America. Which two plates are converging at this boundary? What is the name of the trench formed at this boundary? </a:t>
            </a:r>
            <a:endParaRPr/>
          </a:p>
        </p:txBody>
      </p:sp>
      <p:sp>
        <p:nvSpPr>
          <p:cNvPr id="570" name="Google Shape;570;p68"/>
          <p:cNvSpPr/>
          <p:nvPr/>
        </p:nvSpPr>
        <p:spPr>
          <a:xfrm>
            <a:off x="2362200" y="4415428"/>
            <a:ext cx="7437543" cy="1077218"/>
          </a:xfrm>
          <a:prstGeom prst="rect">
            <a:avLst/>
          </a:prstGeom>
          <a:noFill/>
          <a:ln>
            <a:noFill/>
          </a:ln>
        </p:spPr>
        <p:txBody>
          <a:bodyPr spcFirstLastPara="1" wrap="square" lIns="91425" tIns="45700" rIns="91425" bIns="45700" anchor="t" anchorCtr="0">
            <a:noAutofit/>
          </a:bodyPr>
          <a:lstStyle/>
          <a:p>
            <a:pPr algn="ctr">
              <a:buClr>
                <a:srgbClr val="000000"/>
              </a:buClr>
            </a:pPr>
            <a:r>
              <a:rPr lang="en-US" sz="3200" b="1" kern="0">
                <a:solidFill>
                  <a:srgbClr val="0000FF"/>
                </a:solidFill>
                <a:latin typeface="Arial"/>
                <a:ea typeface="Arial"/>
                <a:cs typeface="Arial"/>
                <a:sym typeface="Arial"/>
              </a:rPr>
              <a:t>South American Plate &amp; Nazca Plate; Peru-Chile Trench</a:t>
            </a:r>
            <a:r>
              <a:rPr lang="en-US" sz="3200" kern="0">
                <a:solidFill>
                  <a:srgbClr val="0000FF"/>
                </a:solidFill>
                <a:latin typeface="Arial"/>
                <a:ea typeface="Arial"/>
                <a:cs typeface="Arial"/>
                <a:sym typeface="Arial"/>
              </a:rPr>
              <a:t> </a:t>
            </a:r>
            <a:endParaRPr sz="1400" kern="0">
              <a:solidFill>
                <a:srgbClr val="000000"/>
              </a:solidFill>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574"/>
        <p:cNvGrpSpPr/>
        <p:nvPr/>
      </p:nvGrpSpPr>
      <p:grpSpPr>
        <a:xfrm>
          <a:off x="0" y="0"/>
          <a:ext cx="0" cy="0"/>
          <a:chOff x="0" y="0"/>
          <a:chExt cx="0" cy="0"/>
        </a:xfrm>
      </p:grpSpPr>
      <p:sp>
        <p:nvSpPr>
          <p:cNvPr id="575" name="Google Shape;575;p69"/>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959"/>
              <a:buFont typeface="Noto Sans Symbols"/>
              <a:buChar char="✓"/>
            </a:pPr>
            <a:r>
              <a:rPr lang="en-US" sz="3959" b="1"/>
              <a:t>Checkpoint – Continental-Oceanic Convergent Boundaries</a:t>
            </a:r>
            <a:r>
              <a:rPr lang="en-US" sz="3959"/>
              <a:t>: </a:t>
            </a:r>
            <a:endParaRPr/>
          </a:p>
        </p:txBody>
      </p:sp>
      <p:sp>
        <p:nvSpPr>
          <p:cNvPr id="576" name="Google Shape;576;p69"/>
          <p:cNvSpPr txBox="1">
            <a:spLocks noGrp="1"/>
          </p:cNvSpPr>
          <p:nvPr>
            <p:ph type="body" idx="1"/>
          </p:nvPr>
        </p:nvSpPr>
        <p:spPr>
          <a:xfrm>
            <a:off x="1981200" y="1369121"/>
            <a:ext cx="8513148" cy="5352355"/>
          </a:xfrm>
          <a:prstGeom prst="rect">
            <a:avLst/>
          </a:prstGeom>
          <a:noFill/>
          <a:ln>
            <a:noFill/>
          </a:ln>
        </p:spPr>
        <p:txBody>
          <a:bodyPr spcFirstLastPara="1" wrap="square" lIns="91425" tIns="45700" rIns="91425" bIns="45700" anchor="t" anchorCtr="0">
            <a:noAutofit/>
          </a:bodyPr>
          <a:lstStyle/>
          <a:p>
            <a:pPr marL="0" indent="0">
              <a:spcBef>
                <a:spcPts val="0"/>
              </a:spcBef>
              <a:buSzPts val="2000"/>
              <a:buNone/>
            </a:pPr>
            <a:r>
              <a:rPr lang="en-US" sz="2000"/>
              <a:t>Base your answers to questions 2 through 5 on the map below which shows locations of the volcanic peaks of the Cascade Mountain Range of the northwestern United States. The table shows the major eruptions of each peak over the past 4,000 years.</a:t>
            </a:r>
            <a:endParaRPr/>
          </a:p>
        </p:txBody>
      </p:sp>
      <p:pic>
        <p:nvPicPr>
          <p:cNvPr id="577" name="Google Shape;577;p69"/>
          <p:cNvPicPr preferRelativeResize="0"/>
          <p:nvPr/>
        </p:nvPicPr>
        <p:blipFill rotWithShape="1">
          <a:blip r:embed="rId3">
            <a:alphaModFix/>
          </a:blip>
          <a:srcRect b="17122"/>
          <a:stretch/>
        </p:blipFill>
        <p:spPr>
          <a:xfrm>
            <a:off x="2116295" y="2676569"/>
            <a:ext cx="3561080" cy="1971675"/>
          </a:xfrm>
          <a:prstGeom prst="rect">
            <a:avLst/>
          </a:prstGeom>
          <a:noFill/>
          <a:ln>
            <a:noFill/>
          </a:ln>
        </p:spPr>
      </p:pic>
      <p:pic>
        <p:nvPicPr>
          <p:cNvPr id="578" name="Google Shape;578;p69"/>
          <p:cNvPicPr preferRelativeResize="0"/>
          <p:nvPr/>
        </p:nvPicPr>
        <p:blipFill rotWithShape="1">
          <a:blip r:embed="rId3">
            <a:alphaModFix/>
          </a:blip>
          <a:srcRect l="71870" t="84080"/>
          <a:stretch/>
        </p:blipFill>
        <p:spPr>
          <a:xfrm>
            <a:off x="5689602" y="3396761"/>
            <a:ext cx="1000760" cy="378460"/>
          </a:xfrm>
          <a:prstGeom prst="rect">
            <a:avLst/>
          </a:prstGeom>
          <a:noFill/>
          <a:ln>
            <a:noFill/>
          </a:ln>
        </p:spPr>
      </p:pic>
      <p:sp>
        <p:nvSpPr>
          <p:cNvPr id="579" name="Google Shape;579;p69"/>
          <p:cNvSpPr/>
          <p:nvPr/>
        </p:nvSpPr>
        <p:spPr>
          <a:xfrm>
            <a:off x="1981200" y="4971410"/>
            <a:ext cx="8686800" cy="646331"/>
          </a:xfrm>
          <a:prstGeom prst="rect">
            <a:avLst/>
          </a:prstGeom>
          <a:noFill/>
          <a:ln>
            <a:noFill/>
          </a:ln>
        </p:spPr>
        <p:txBody>
          <a:bodyPr spcFirstLastPara="1" wrap="square" lIns="91425" tIns="45700" rIns="91425" bIns="45700" anchor="t" anchorCtr="0">
            <a:noAutofit/>
          </a:bodyPr>
          <a:lstStyle/>
          <a:p>
            <a:pPr>
              <a:buClr>
                <a:srgbClr val="000000"/>
              </a:buClr>
            </a:pPr>
            <a:r>
              <a:rPr lang="en-US" kern="0">
                <a:solidFill>
                  <a:srgbClr val="000000"/>
                </a:solidFill>
                <a:latin typeface="Arial"/>
                <a:ea typeface="Arial"/>
                <a:cs typeface="Arial"/>
                <a:sym typeface="Arial"/>
              </a:rPr>
              <a:t>2. Which volcano of the Cascade Mountain Range has erupted most frequently in the past 4,000 years? </a:t>
            </a:r>
            <a:endParaRPr sz="1400" kern="0">
              <a:solidFill>
                <a:srgbClr val="000000"/>
              </a:solidFill>
              <a:latin typeface="Arial"/>
              <a:cs typeface="Arial"/>
              <a:sym typeface="Arial"/>
            </a:endParaRPr>
          </a:p>
        </p:txBody>
      </p:sp>
      <p:sp>
        <p:nvSpPr>
          <p:cNvPr id="580" name="Google Shape;580;p69"/>
          <p:cNvSpPr/>
          <p:nvPr/>
        </p:nvSpPr>
        <p:spPr>
          <a:xfrm>
            <a:off x="2272521" y="5617740"/>
            <a:ext cx="7527220" cy="369332"/>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a:solidFill>
                  <a:srgbClr val="0000FF"/>
                </a:solidFill>
                <a:latin typeface="Arial"/>
                <a:ea typeface="Arial"/>
                <a:cs typeface="Arial"/>
                <a:sym typeface="Arial"/>
              </a:rPr>
              <a:t>Mount St. Helens</a:t>
            </a:r>
            <a:endParaRPr sz="1400" kern="0">
              <a:solidFill>
                <a:srgbClr val="000000"/>
              </a:solidFill>
              <a:latin typeface="Arial"/>
              <a:cs typeface="Arial"/>
              <a:sym typeface="Arial"/>
            </a:endParaRPr>
          </a:p>
        </p:txBody>
      </p:sp>
      <p:pic>
        <p:nvPicPr>
          <p:cNvPr id="1025" name="Picture 1" descr="Mount Saint Helens: Before and After the Eruption. - Imgur | St helens, Mount  st helens, Historical photos">
            <a:extLst>
              <a:ext uri="{FF2B5EF4-FFF2-40B4-BE49-F238E27FC236}">
                <a16:creationId xmlns:a16="http://schemas.microsoft.com/office/drawing/2014/main" id="{4CD4BDEE-251D-86AE-BBB3-3235C8679B9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3268" y="2636614"/>
            <a:ext cx="3561080" cy="221689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584"/>
        <p:cNvGrpSpPr/>
        <p:nvPr/>
      </p:nvGrpSpPr>
      <p:grpSpPr>
        <a:xfrm>
          <a:off x="0" y="0"/>
          <a:ext cx="0" cy="0"/>
          <a:chOff x="0" y="0"/>
          <a:chExt cx="0" cy="0"/>
        </a:xfrm>
      </p:grpSpPr>
      <p:sp>
        <p:nvSpPr>
          <p:cNvPr id="585" name="Google Shape;585;p70"/>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959"/>
              <a:buFont typeface="Noto Sans Symbols"/>
              <a:buChar char="✓"/>
            </a:pPr>
            <a:r>
              <a:rPr lang="en-US" sz="3959" b="1"/>
              <a:t>Checkpoint – Continental-Oceanic Convergent Boundaries</a:t>
            </a:r>
            <a:r>
              <a:rPr lang="en-US" sz="3959"/>
              <a:t>: </a:t>
            </a:r>
            <a:endParaRPr/>
          </a:p>
        </p:txBody>
      </p:sp>
      <p:sp>
        <p:nvSpPr>
          <p:cNvPr id="586" name="Google Shape;586;p70"/>
          <p:cNvSpPr txBox="1">
            <a:spLocks noGrp="1"/>
          </p:cNvSpPr>
          <p:nvPr>
            <p:ph type="body" idx="1"/>
          </p:nvPr>
        </p:nvSpPr>
        <p:spPr>
          <a:xfrm>
            <a:off x="1981200" y="1369121"/>
            <a:ext cx="8513148" cy="5352355"/>
          </a:xfrm>
          <a:prstGeom prst="rect">
            <a:avLst/>
          </a:prstGeom>
          <a:noFill/>
          <a:ln>
            <a:noFill/>
          </a:ln>
        </p:spPr>
        <p:txBody>
          <a:bodyPr spcFirstLastPara="1" wrap="square" lIns="91425" tIns="45700" rIns="91425" bIns="45700" anchor="t" anchorCtr="0">
            <a:noAutofit/>
          </a:bodyPr>
          <a:lstStyle/>
          <a:p>
            <a:pPr marL="0" indent="0">
              <a:spcBef>
                <a:spcPts val="0"/>
              </a:spcBef>
              <a:buSzPts val="2000"/>
              <a:buNone/>
            </a:pPr>
            <a:r>
              <a:rPr lang="en-US" sz="2000"/>
              <a:t>Base your answers to questions 2 through 5 on the map below which shows locations of the volcanic peaks of the Cascade Mountain Range of the northwestern United States. The table shows the major eruptions of each peak over the past 4,000 years.</a:t>
            </a:r>
            <a:endParaRPr/>
          </a:p>
        </p:txBody>
      </p:sp>
      <p:pic>
        <p:nvPicPr>
          <p:cNvPr id="587" name="Google Shape;587;p70"/>
          <p:cNvPicPr preferRelativeResize="0"/>
          <p:nvPr/>
        </p:nvPicPr>
        <p:blipFill rotWithShape="1">
          <a:blip r:embed="rId3">
            <a:alphaModFix/>
          </a:blip>
          <a:srcRect b="17122"/>
          <a:stretch/>
        </p:blipFill>
        <p:spPr>
          <a:xfrm>
            <a:off x="3521623" y="2740798"/>
            <a:ext cx="3561080" cy="1971675"/>
          </a:xfrm>
          <a:prstGeom prst="rect">
            <a:avLst/>
          </a:prstGeom>
          <a:noFill/>
          <a:ln>
            <a:noFill/>
          </a:ln>
        </p:spPr>
      </p:pic>
      <p:pic>
        <p:nvPicPr>
          <p:cNvPr id="588" name="Google Shape;588;p70"/>
          <p:cNvPicPr preferRelativeResize="0"/>
          <p:nvPr/>
        </p:nvPicPr>
        <p:blipFill rotWithShape="1">
          <a:blip r:embed="rId3">
            <a:alphaModFix/>
          </a:blip>
          <a:srcRect l="71870" t="84080"/>
          <a:stretch/>
        </p:blipFill>
        <p:spPr>
          <a:xfrm>
            <a:off x="7543800" y="3429000"/>
            <a:ext cx="1000760" cy="378460"/>
          </a:xfrm>
          <a:prstGeom prst="rect">
            <a:avLst/>
          </a:prstGeom>
          <a:noFill/>
          <a:ln>
            <a:noFill/>
          </a:ln>
        </p:spPr>
      </p:pic>
      <p:sp>
        <p:nvSpPr>
          <p:cNvPr id="589" name="Google Shape;589;p70"/>
          <p:cNvSpPr/>
          <p:nvPr/>
        </p:nvSpPr>
        <p:spPr>
          <a:xfrm>
            <a:off x="1981200" y="4971409"/>
            <a:ext cx="8686800" cy="369332"/>
          </a:xfrm>
          <a:prstGeom prst="rect">
            <a:avLst/>
          </a:prstGeom>
          <a:noFill/>
          <a:ln>
            <a:noFill/>
          </a:ln>
        </p:spPr>
        <p:txBody>
          <a:bodyPr spcFirstLastPara="1" wrap="square" lIns="91425" tIns="45700" rIns="91425" bIns="45700" anchor="t" anchorCtr="0">
            <a:noAutofit/>
          </a:bodyPr>
          <a:lstStyle/>
          <a:p>
            <a:pPr>
              <a:buClr>
                <a:srgbClr val="000000"/>
              </a:buClr>
            </a:pPr>
            <a:r>
              <a:rPr lang="en-US" kern="0">
                <a:solidFill>
                  <a:srgbClr val="000000"/>
                </a:solidFill>
                <a:latin typeface="Arial"/>
                <a:ea typeface="Arial"/>
                <a:cs typeface="Arial"/>
                <a:sym typeface="Arial"/>
              </a:rPr>
              <a:t>3. What type of plate boundary formed the Cascade volcanic mountains? </a:t>
            </a:r>
            <a:endParaRPr sz="1400" kern="0">
              <a:solidFill>
                <a:srgbClr val="000000"/>
              </a:solidFill>
              <a:latin typeface="Arial"/>
              <a:cs typeface="Arial"/>
              <a:sym typeface="Arial"/>
            </a:endParaRPr>
          </a:p>
        </p:txBody>
      </p:sp>
      <p:sp>
        <p:nvSpPr>
          <p:cNvPr id="590" name="Google Shape;590;p70"/>
          <p:cNvSpPr/>
          <p:nvPr/>
        </p:nvSpPr>
        <p:spPr>
          <a:xfrm>
            <a:off x="2272521" y="5617740"/>
            <a:ext cx="7527220" cy="369332"/>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a:solidFill>
                  <a:srgbClr val="0000FF"/>
                </a:solidFill>
                <a:latin typeface="Arial"/>
                <a:ea typeface="Arial"/>
                <a:cs typeface="Arial"/>
                <a:sym typeface="Arial"/>
              </a:rPr>
              <a:t>Convergent</a:t>
            </a:r>
            <a:endParaRPr sz="1400" kern="0">
              <a:solidFill>
                <a:srgbClr val="000000"/>
              </a:solidFill>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594"/>
        <p:cNvGrpSpPr/>
        <p:nvPr/>
      </p:nvGrpSpPr>
      <p:grpSpPr>
        <a:xfrm>
          <a:off x="0" y="0"/>
          <a:ext cx="0" cy="0"/>
          <a:chOff x="0" y="0"/>
          <a:chExt cx="0" cy="0"/>
        </a:xfrm>
      </p:grpSpPr>
      <p:sp>
        <p:nvSpPr>
          <p:cNvPr id="595" name="Google Shape;595;p71"/>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959"/>
              <a:buFont typeface="Noto Sans Symbols"/>
              <a:buChar char="✓"/>
            </a:pPr>
            <a:r>
              <a:rPr lang="en-US" sz="3959" b="1"/>
              <a:t>Checkpoint – Continental-Oceanic Convergent Boundaries</a:t>
            </a:r>
            <a:r>
              <a:rPr lang="en-US" sz="3959"/>
              <a:t>: </a:t>
            </a:r>
            <a:endParaRPr/>
          </a:p>
        </p:txBody>
      </p:sp>
      <p:sp>
        <p:nvSpPr>
          <p:cNvPr id="596" name="Google Shape;596;p71"/>
          <p:cNvSpPr txBox="1">
            <a:spLocks noGrp="1"/>
          </p:cNvSpPr>
          <p:nvPr>
            <p:ph type="body" idx="1"/>
          </p:nvPr>
        </p:nvSpPr>
        <p:spPr>
          <a:xfrm>
            <a:off x="1981200" y="1369121"/>
            <a:ext cx="8513148" cy="5352355"/>
          </a:xfrm>
          <a:prstGeom prst="rect">
            <a:avLst/>
          </a:prstGeom>
          <a:noFill/>
          <a:ln>
            <a:noFill/>
          </a:ln>
        </p:spPr>
        <p:txBody>
          <a:bodyPr spcFirstLastPara="1" wrap="square" lIns="91425" tIns="45700" rIns="91425" bIns="45700" anchor="t" anchorCtr="0">
            <a:noAutofit/>
          </a:bodyPr>
          <a:lstStyle/>
          <a:p>
            <a:pPr marL="0" indent="0">
              <a:spcBef>
                <a:spcPts val="0"/>
              </a:spcBef>
              <a:buSzPts val="2000"/>
              <a:buNone/>
            </a:pPr>
            <a:r>
              <a:rPr lang="en-US" sz="2000"/>
              <a:t>Base your answers to questions 2 through 5 on the map below which shows locations of the volcanic peaks of the Cascade Mountain Range of the northwestern United States. The table shows the major eruptions of each peak over the past 4,000 years.</a:t>
            </a:r>
            <a:endParaRPr/>
          </a:p>
        </p:txBody>
      </p:sp>
      <p:pic>
        <p:nvPicPr>
          <p:cNvPr id="597" name="Google Shape;597;p71"/>
          <p:cNvPicPr preferRelativeResize="0"/>
          <p:nvPr/>
        </p:nvPicPr>
        <p:blipFill rotWithShape="1">
          <a:blip r:embed="rId3">
            <a:alphaModFix/>
          </a:blip>
          <a:srcRect b="17122"/>
          <a:stretch/>
        </p:blipFill>
        <p:spPr>
          <a:xfrm>
            <a:off x="3521623" y="2740798"/>
            <a:ext cx="3561080" cy="1971675"/>
          </a:xfrm>
          <a:prstGeom prst="rect">
            <a:avLst/>
          </a:prstGeom>
          <a:noFill/>
          <a:ln>
            <a:noFill/>
          </a:ln>
        </p:spPr>
      </p:pic>
      <p:pic>
        <p:nvPicPr>
          <p:cNvPr id="598" name="Google Shape;598;p71"/>
          <p:cNvPicPr preferRelativeResize="0"/>
          <p:nvPr/>
        </p:nvPicPr>
        <p:blipFill rotWithShape="1">
          <a:blip r:embed="rId3">
            <a:alphaModFix/>
          </a:blip>
          <a:srcRect l="71870" t="84080"/>
          <a:stretch/>
        </p:blipFill>
        <p:spPr>
          <a:xfrm>
            <a:off x="7543800" y="3429000"/>
            <a:ext cx="1000760" cy="378460"/>
          </a:xfrm>
          <a:prstGeom prst="rect">
            <a:avLst/>
          </a:prstGeom>
          <a:noFill/>
          <a:ln>
            <a:noFill/>
          </a:ln>
        </p:spPr>
      </p:pic>
      <p:sp>
        <p:nvSpPr>
          <p:cNvPr id="599" name="Google Shape;599;p71"/>
          <p:cNvSpPr/>
          <p:nvPr/>
        </p:nvSpPr>
        <p:spPr>
          <a:xfrm>
            <a:off x="1981200" y="4971409"/>
            <a:ext cx="8686800" cy="369332"/>
          </a:xfrm>
          <a:prstGeom prst="rect">
            <a:avLst/>
          </a:prstGeom>
          <a:noFill/>
          <a:ln>
            <a:noFill/>
          </a:ln>
        </p:spPr>
        <p:txBody>
          <a:bodyPr spcFirstLastPara="1" wrap="square" lIns="91425" tIns="45700" rIns="91425" bIns="45700" anchor="t" anchorCtr="0">
            <a:noAutofit/>
          </a:bodyPr>
          <a:lstStyle/>
          <a:p>
            <a:pPr>
              <a:buClr>
                <a:srgbClr val="000000"/>
              </a:buClr>
            </a:pPr>
            <a:r>
              <a:rPr lang="en-US" kern="0">
                <a:solidFill>
                  <a:srgbClr val="000000"/>
                </a:solidFill>
                <a:latin typeface="Arial"/>
                <a:ea typeface="Arial"/>
                <a:cs typeface="Arial"/>
                <a:sym typeface="Arial"/>
              </a:rPr>
              <a:t>4. What are the names of the two plates found on either side of this plate boundary? </a:t>
            </a:r>
            <a:endParaRPr sz="1400" kern="0">
              <a:solidFill>
                <a:srgbClr val="000000"/>
              </a:solidFill>
              <a:latin typeface="Arial"/>
              <a:cs typeface="Arial"/>
              <a:sym typeface="Arial"/>
            </a:endParaRPr>
          </a:p>
        </p:txBody>
      </p:sp>
      <p:sp>
        <p:nvSpPr>
          <p:cNvPr id="600" name="Google Shape;600;p71"/>
          <p:cNvSpPr/>
          <p:nvPr/>
        </p:nvSpPr>
        <p:spPr>
          <a:xfrm>
            <a:off x="2272521" y="5617740"/>
            <a:ext cx="7527220" cy="369332"/>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a:solidFill>
                  <a:srgbClr val="0000FF"/>
                </a:solidFill>
                <a:latin typeface="Arial"/>
                <a:ea typeface="Arial"/>
                <a:cs typeface="Arial"/>
                <a:sym typeface="Arial"/>
              </a:rPr>
              <a:t>North American Plate &amp; Juan de Fuca Plate</a:t>
            </a:r>
            <a:endParaRPr sz="1400" kern="0">
              <a:solidFill>
                <a:srgbClr val="000000"/>
              </a:solidFill>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Shape 604"/>
        <p:cNvGrpSpPr/>
        <p:nvPr/>
      </p:nvGrpSpPr>
      <p:grpSpPr>
        <a:xfrm>
          <a:off x="0" y="0"/>
          <a:ext cx="0" cy="0"/>
          <a:chOff x="0" y="0"/>
          <a:chExt cx="0" cy="0"/>
        </a:xfrm>
      </p:grpSpPr>
      <p:grpSp>
        <p:nvGrpSpPr>
          <p:cNvPr id="605" name="Google Shape;605;p72"/>
          <p:cNvGrpSpPr/>
          <p:nvPr/>
        </p:nvGrpSpPr>
        <p:grpSpPr>
          <a:xfrm>
            <a:off x="3545763" y="4484183"/>
            <a:ext cx="4825074" cy="2237292"/>
            <a:chOff x="2021763" y="4484183"/>
            <a:chExt cx="4825074" cy="2237292"/>
          </a:xfrm>
        </p:grpSpPr>
        <p:pic>
          <p:nvPicPr>
            <p:cNvPr id="606" name="Google Shape;606;p72"/>
            <p:cNvPicPr preferRelativeResize="0"/>
            <p:nvPr/>
          </p:nvPicPr>
          <p:blipFill rotWithShape="1">
            <a:blip r:embed="rId3">
              <a:alphaModFix/>
            </a:blip>
            <a:srcRect/>
            <a:stretch/>
          </p:blipFill>
          <p:spPr>
            <a:xfrm>
              <a:off x="2021763" y="4484183"/>
              <a:ext cx="4825074" cy="2237292"/>
            </a:xfrm>
            <a:prstGeom prst="rect">
              <a:avLst/>
            </a:prstGeom>
            <a:noFill/>
            <a:ln>
              <a:noFill/>
            </a:ln>
          </p:spPr>
        </p:pic>
        <p:sp>
          <p:nvSpPr>
            <p:cNvPr id="607" name="Google Shape;607;p72"/>
            <p:cNvSpPr/>
            <p:nvPr/>
          </p:nvSpPr>
          <p:spPr>
            <a:xfrm>
              <a:off x="2021763" y="4559340"/>
              <a:ext cx="290195" cy="362585"/>
            </a:xfrm>
            <a:prstGeom prst="rect">
              <a:avLst/>
            </a:prstGeom>
            <a:solidFill>
              <a:srgbClr val="FFFFFF"/>
            </a:solidFill>
            <a:ln>
              <a:noFill/>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grpSp>
      <p:sp>
        <p:nvSpPr>
          <p:cNvPr id="608" name="Google Shape;608;p72"/>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959"/>
              <a:buFont typeface="Noto Sans Symbols"/>
              <a:buChar char="✓"/>
            </a:pPr>
            <a:r>
              <a:rPr lang="en-US" sz="3959" b="1"/>
              <a:t>Checkpoint – Continental-Oceanic Convergent Boundaries</a:t>
            </a:r>
            <a:r>
              <a:rPr lang="en-US" sz="3959"/>
              <a:t>: </a:t>
            </a:r>
            <a:endParaRPr/>
          </a:p>
        </p:txBody>
      </p:sp>
      <p:sp>
        <p:nvSpPr>
          <p:cNvPr id="609" name="Google Shape;609;p72"/>
          <p:cNvSpPr txBox="1">
            <a:spLocks noGrp="1"/>
          </p:cNvSpPr>
          <p:nvPr>
            <p:ph type="body" idx="1"/>
          </p:nvPr>
        </p:nvSpPr>
        <p:spPr>
          <a:xfrm>
            <a:off x="1981200" y="1369121"/>
            <a:ext cx="4782820" cy="5352355"/>
          </a:xfrm>
          <a:prstGeom prst="rect">
            <a:avLst/>
          </a:prstGeom>
          <a:noFill/>
          <a:ln>
            <a:noFill/>
          </a:ln>
        </p:spPr>
        <p:txBody>
          <a:bodyPr spcFirstLastPara="1" wrap="square" lIns="91425" tIns="45700" rIns="91425" bIns="45700" anchor="t" anchorCtr="0">
            <a:noAutofit/>
          </a:bodyPr>
          <a:lstStyle/>
          <a:p>
            <a:pPr marL="0" indent="0">
              <a:spcBef>
                <a:spcPts val="0"/>
              </a:spcBef>
              <a:buSzPts val="2000"/>
              <a:buNone/>
            </a:pPr>
            <a:r>
              <a:rPr lang="en-US" sz="2000"/>
              <a:t>Base your answers to questions 2 through 5 on the map below which shows locations of the volcanic peaks of the Cascade Mountain Range of the northwestern United States. The table shows the major eruptions of each peak over the past 4,000 years.</a:t>
            </a:r>
            <a:endParaRPr/>
          </a:p>
        </p:txBody>
      </p:sp>
      <p:pic>
        <p:nvPicPr>
          <p:cNvPr id="610" name="Google Shape;610;p72"/>
          <p:cNvPicPr preferRelativeResize="0"/>
          <p:nvPr/>
        </p:nvPicPr>
        <p:blipFill rotWithShape="1">
          <a:blip r:embed="rId4">
            <a:alphaModFix/>
          </a:blip>
          <a:srcRect b="17122"/>
          <a:stretch/>
        </p:blipFill>
        <p:spPr>
          <a:xfrm>
            <a:off x="6764020" y="1600201"/>
            <a:ext cx="3561080" cy="1971675"/>
          </a:xfrm>
          <a:prstGeom prst="rect">
            <a:avLst/>
          </a:prstGeom>
          <a:noFill/>
          <a:ln>
            <a:noFill/>
          </a:ln>
        </p:spPr>
      </p:pic>
      <p:pic>
        <p:nvPicPr>
          <p:cNvPr id="611" name="Google Shape;611;p72"/>
          <p:cNvPicPr preferRelativeResize="0"/>
          <p:nvPr/>
        </p:nvPicPr>
        <p:blipFill rotWithShape="1">
          <a:blip r:embed="rId4">
            <a:alphaModFix/>
          </a:blip>
          <a:srcRect l="71870" t="84080"/>
          <a:stretch/>
        </p:blipFill>
        <p:spPr>
          <a:xfrm>
            <a:off x="7543800" y="3429000"/>
            <a:ext cx="1000760" cy="378460"/>
          </a:xfrm>
          <a:prstGeom prst="rect">
            <a:avLst/>
          </a:prstGeom>
          <a:noFill/>
          <a:ln>
            <a:noFill/>
          </a:ln>
        </p:spPr>
      </p:pic>
      <p:sp>
        <p:nvSpPr>
          <p:cNvPr id="612" name="Google Shape;612;p72"/>
          <p:cNvSpPr/>
          <p:nvPr/>
        </p:nvSpPr>
        <p:spPr>
          <a:xfrm>
            <a:off x="1981200" y="3817303"/>
            <a:ext cx="8686800" cy="923330"/>
          </a:xfrm>
          <a:prstGeom prst="rect">
            <a:avLst/>
          </a:prstGeom>
          <a:noFill/>
          <a:ln>
            <a:noFill/>
          </a:ln>
        </p:spPr>
        <p:txBody>
          <a:bodyPr spcFirstLastPara="1" wrap="square" lIns="91425" tIns="45700" rIns="91425" bIns="45700" anchor="t" anchorCtr="0">
            <a:noAutofit/>
          </a:bodyPr>
          <a:lstStyle/>
          <a:p>
            <a:pPr>
              <a:buClr>
                <a:srgbClr val="000000"/>
              </a:buClr>
            </a:pPr>
            <a:r>
              <a:rPr lang="en-US" kern="0">
                <a:solidFill>
                  <a:srgbClr val="000000"/>
                </a:solidFill>
                <a:latin typeface="Arial"/>
                <a:ea typeface="Arial"/>
                <a:cs typeface="Arial"/>
                <a:sym typeface="Arial"/>
              </a:rPr>
              <a:t>5. On the cross section below, place an arrow in the continental crust and an arrow in the oceanic crust to show the relative directions of plate movement.</a:t>
            </a:r>
            <a:endParaRPr sz="1400" kern="0">
              <a:solidFill>
                <a:srgbClr val="000000"/>
              </a:solidFill>
              <a:latin typeface="Arial"/>
              <a:cs typeface="Arial"/>
              <a:sym typeface="Arial"/>
            </a:endParaRPr>
          </a:p>
          <a:p>
            <a:pPr>
              <a:buClr>
                <a:srgbClr val="000000"/>
              </a:buClr>
            </a:pPr>
            <a:endParaRPr kern="0">
              <a:solidFill>
                <a:srgbClr val="000000"/>
              </a:solidFill>
              <a:latin typeface="Arial"/>
              <a:ea typeface="Arial"/>
              <a:cs typeface="Arial"/>
              <a:sym typeface="Arial"/>
            </a:endParaRPr>
          </a:p>
        </p:txBody>
      </p:sp>
      <p:cxnSp>
        <p:nvCxnSpPr>
          <p:cNvPr id="613" name="Google Shape;613;p72"/>
          <p:cNvCxnSpPr/>
          <p:nvPr/>
        </p:nvCxnSpPr>
        <p:spPr>
          <a:xfrm rot="10800000">
            <a:off x="5675312" y="5653075"/>
            <a:ext cx="855980" cy="0"/>
          </a:xfrm>
          <a:prstGeom prst="straightConnector1">
            <a:avLst/>
          </a:prstGeom>
          <a:noFill/>
          <a:ln w="25400" cap="flat" cmpd="sng">
            <a:solidFill>
              <a:srgbClr val="0000FF"/>
            </a:solidFill>
            <a:prstDash val="solid"/>
            <a:round/>
            <a:headEnd type="none" w="sm" len="sm"/>
            <a:tailEnd type="triangle" w="med" len="med"/>
          </a:ln>
        </p:spPr>
      </p:cxnSp>
      <p:sp>
        <p:nvSpPr>
          <p:cNvPr id="614" name="Google Shape;614;p72"/>
          <p:cNvSpPr/>
          <p:nvPr/>
        </p:nvSpPr>
        <p:spPr>
          <a:xfrm>
            <a:off x="4860608" y="5710860"/>
            <a:ext cx="870585" cy="158750"/>
          </a:xfrm>
          <a:custGeom>
            <a:avLst/>
            <a:gdLst/>
            <a:ahLst/>
            <a:cxnLst/>
            <a:rect l="l" t="t" r="r" b="b"/>
            <a:pathLst>
              <a:path w="870857" h="159109" extrusionOk="0">
                <a:moveTo>
                  <a:pt x="0" y="13966"/>
                </a:moveTo>
                <a:cubicBezTo>
                  <a:pt x="152400" y="1871"/>
                  <a:pt x="304800" y="-10224"/>
                  <a:pt x="449943" y="13966"/>
                </a:cubicBezTo>
                <a:cubicBezTo>
                  <a:pt x="595086" y="38156"/>
                  <a:pt x="870857" y="159109"/>
                  <a:pt x="870857" y="159109"/>
                </a:cubicBezTo>
              </a:path>
            </a:pathLst>
          </a:custGeom>
          <a:noFill/>
          <a:ln w="254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755950"/>
          </a:xfrm>
          <a:prstGeom prst="rect">
            <a:avLst/>
          </a:prstGeom>
          <a:noFill/>
          <a:ln>
            <a:noFill/>
          </a:ln>
        </p:spPr>
        <p:txBody>
          <a:bodyPr spcFirstLastPara="1" wrap="square" lIns="91425" tIns="45700" rIns="91425" bIns="45700" anchor="t" anchorCtr="0">
            <a:noAutofit/>
          </a:bodyPr>
          <a:lstStyle/>
          <a:p>
            <a:pPr>
              <a:buSzPts val="3959"/>
            </a:pPr>
            <a:r>
              <a:rPr lang="en-US" sz="3959" b="1" u="sng" dirty="0"/>
              <a:t>Convergent Plate Boundaries</a:t>
            </a:r>
            <a:endParaRPr sz="3959" b="1" u="sng" dirty="0"/>
          </a:p>
        </p:txBody>
      </p:sp>
      <p:pic>
        <p:nvPicPr>
          <p:cNvPr id="4" name="Picture 3">
            <a:extLst>
              <a:ext uri="{FF2B5EF4-FFF2-40B4-BE49-F238E27FC236}">
                <a16:creationId xmlns:a16="http://schemas.microsoft.com/office/drawing/2014/main" id="{C2979D56-A9CE-2675-96B5-9E1DF5D531C5}"/>
              </a:ext>
            </a:extLst>
          </p:cNvPr>
          <p:cNvPicPr>
            <a:picLocks noChangeAspect="1"/>
          </p:cNvPicPr>
          <p:nvPr/>
        </p:nvPicPr>
        <p:blipFill>
          <a:blip r:embed="rId3"/>
          <a:stretch>
            <a:fillRect/>
          </a:stretch>
        </p:blipFill>
        <p:spPr>
          <a:xfrm>
            <a:off x="1963640" y="792480"/>
            <a:ext cx="8264720" cy="5547360"/>
          </a:xfrm>
          <a:prstGeom prst="rect">
            <a:avLst/>
          </a:prstGeom>
        </p:spPr>
      </p:pic>
    </p:spTree>
    <p:extLst>
      <p:ext uri="{BB962C8B-B14F-4D97-AF65-F5344CB8AC3E}">
        <p14:creationId xmlns:p14="http://schemas.microsoft.com/office/powerpoint/2010/main" val="26874608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66"/>
        <p:cNvGrpSpPr/>
        <p:nvPr/>
      </p:nvGrpSpPr>
      <p:grpSpPr>
        <a:xfrm>
          <a:off x="0" y="0"/>
          <a:ext cx="0" cy="0"/>
          <a:chOff x="0" y="0"/>
          <a:chExt cx="0" cy="0"/>
        </a:xfrm>
      </p:grpSpPr>
      <p:sp>
        <p:nvSpPr>
          <p:cNvPr id="668" name="Google Shape;668;p76"/>
          <p:cNvSpPr txBox="1">
            <a:spLocks noGrp="1"/>
          </p:cNvSpPr>
          <p:nvPr>
            <p:ph type="title"/>
          </p:nvPr>
        </p:nvSpPr>
        <p:spPr>
          <a:xfrm>
            <a:off x="1524000" y="1"/>
            <a:ext cx="9084600" cy="792145"/>
          </a:xfrm>
          <a:prstGeom prst="rect">
            <a:avLst/>
          </a:prstGeom>
          <a:noFill/>
          <a:ln>
            <a:noFill/>
          </a:ln>
        </p:spPr>
        <p:txBody>
          <a:bodyPr spcFirstLastPara="1" wrap="square" lIns="91425" tIns="45700" rIns="91425" bIns="45700" anchor="t" anchorCtr="0">
            <a:noAutofit/>
          </a:bodyPr>
          <a:lstStyle/>
          <a:p>
            <a:pPr>
              <a:buSzPts val="3959"/>
            </a:pPr>
            <a:r>
              <a:rPr lang="en-US" sz="3959" dirty="0"/>
              <a:t>How did the Himalayas form?</a:t>
            </a:r>
            <a:endParaRPr sz="3959" dirty="0"/>
          </a:p>
        </p:txBody>
      </p:sp>
      <p:pic>
        <p:nvPicPr>
          <p:cNvPr id="6" name="Picture 5">
            <a:extLst>
              <a:ext uri="{FF2B5EF4-FFF2-40B4-BE49-F238E27FC236}">
                <a16:creationId xmlns:a16="http://schemas.microsoft.com/office/drawing/2014/main" id="{8290CD28-96F6-C105-C34D-A6549D786EE0}"/>
              </a:ext>
            </a:extLst>
          </p:cNvPr>
          <p:cNvPicPr>
            <a:picLocks noChangeAspect="1"/>
          </p:cNvPicPr>
          <p:nvPr/>
        </p:nvPicPr>
        <p:blipFill>
          <a:blip r:embed="rId3"/>
          <a:stretch>
            <a:fillRect/>
          </a:stretch>
        </p:blipFill>
        <p:spPr>
          <a:xfrm>
            <a:off x="1524001" y="1691605"/>
            <a:ext cx="4431099" cy="4023395"/>
          </a:xfrm>
          <a:prstGeom prst="rect">
            <a:avLst/>
          </a:prstGeom>
        </p:spPr>
      </p:pic>
      <p:pic>
        <p:nvPicPr>
          <p:cNvPr id="8" name="Picture 7">
            <a:extLst>
              <a:ext uri="{FF2B5EF4-FFF2-40B4-BE49-F238E27FC236}">
                <a16:creationId xmlns:a16="http://schemas.microsoft.com/office/drawing/2014/main" id="{8435B223-1033-7749-0163-1A2AA3DA2BE8}"/>
              </a:ext>
            </a:extLst>
          </p:cNvPr>
          <p:cNvPicPr>
            <a:picLocks noChangeAspect="1"/>
          </p:cNvPicPr>
          <p:nvPr/>
        </p:nvPicPr>
        <p:blipFill>
          <a:blip r:embed="rId4"/>
          <a:stretch>
            <a:fillRect/>
          </a:stretch>
        </p:blipFill>
        <p:spPr>
          <a:xfrm>
            <a:off x="6576105" y="630456"/>
            <a:ext cx="3894469" cy="6191015"/>
          </a:xfrm>
          <a:prstGeom prst="rect">
            <a:avLst/>
          </a:prstGeom>
        </p:spPr>
      </p:pic>
    </p:spTree>
    <p:extLst>
      <p:ext uri="{BB962C8B-B14F-4D97-AF65-F5344CB8AC3E}">
        <p14:creationId xmlns:p14="http://schemas.microsoft.com/office/powerpoint/2010/main" val="28928796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60"/>
        <p:cNvGrpSpPr/>
        <p:nvPr/>
      </p:nvGrpSpPr>
      <p:grpSpPr>
        <a:xfrm>
          <a:off x="0" y="0"/>
          <a:ext cx="0" cy="0"/>
          <a:chOff x="0" y="0"/>
          <a:chExt cx="0" cy="0"/>
        </a:xfrm>
      </p:grpSpPr>
      <p:sp>
        <p:nvSpPr>
          <p:cNvPr id="661" name="Google Shape;661;p75"/>
          <p:cNvSpPr txBox="1">
            <a:spLocks noGrp="1"/>
          </p:cNvSpPr>
          <p:nvPr>
            <p:ph type="title"/>
          </p:nvPr>
        </p:nvSpPr>
        <p:spPr>
          <a:xfrm>
            <a:off x="1981200" y="277422"/>
            <a:ext cx="8229600" cy="554867"/>
          </a:xfrm>
          <a:prstGeom prst="rect">
            <a:avLst/>
          </a:prstGeom>
        </p:spPr>
        <p:txBody>
          <a:bodyPr spcFirstLastPara="1" wrap="square" lIns="91425" tIns="45700" rIns="91425" bIns="45700" anchor="ctr" anchorCtr="0">
            <a:noAutofit/>
          </a:bodyPr>
          <a:lstStyle/>
          <a:p>
            <a:r>
              <a:rPr lang="en-US" sz="2800" b="1" dirty="0"/>
              <a:t>Indian Plate &amp; Eurasian Plate </a:t>
            </a:r>
            <a:r>
              <a:rPr lang="en-US" sz="2800" dirty="0"/>
              <a:t>= </a:t>
            </a:r>
            <a:r>
              <a:rPr lang="en-US" sz="2800" b="1" u="sng" dirty="0"/>
              <a:t>Himalayas</a:t>
            </a:r>
            <a:endParaRPr sz="2800" b="1" u="sng" dirty="0"/>
          </a:p>
        </p:txBody>
      </p:sp>
      <p:pic>
        <p:nvPicPr>
          <p:cNvPr id="2" name="Online Media 1" title="Mountain Building Animation">
            <a:hlinkClick r:id="" action="ppaction://media"/>
            <a:extLst>
              <a:ext uri="{FF2B5EF4-FFF2-40B4-BE49-F238E27FC236}">
                <a16:creationId xmlns:a16="http://schemas.microsoft.com/office/drawing/2014/main" id="{E4D36B3B-67A1-D2DA-C394-35CB1C5AFC42}"/>
              </a:ext>
            </a:extLst>
          </p:cNvPr>
          <p:cNvPicPr>
            <a:picLocks noRot="1" noChangeAspect="1"/>
          </p:cNvPicPr>
          <p:nvPr>
            <a:videoFile r:link="rId1"/>
          </p:nvPr>
        </p:nvPicPr>
        <p:blipFill>
          <a:blip r:embed="rId4"/>
          <a:stretch>
            <a:fillRect/>
          </a:stretch>
        </p:blipFill>
        <p:spPr>
          <a:xfrm>
            <a:off x="1845717" y="1027590"/>
            <a:ext cx="8500566" cy="480282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66"/>
        <p:cNvGrpSpPr/>
        <p:nvPr/>
      </p:nvGrpSpPr>
      <p:grpSpPr>
        <a:xfrm>
          <a:off x="0" y="0"/>
          <a:ext cx="0" cy="0"/>
          <a:chOff x="0" y="0"/>
          <a:chExt cx="0" cy="0"/>
        </a:xfrm>
      </p:grpSpPr>
      <p:pic>
        <p:nvPicPr>
          <p:cNvPr id="2" name="Online Media 1" title="How the Himalayas Were Formed">
            <a:hlinkClick r:id="" action="ppaction://media"/>
            <a:extLst>
              <a:ext uri="{FF2B5EF4-FFF2-40B4-BE49-F238E27FC236}">
                <a16:creationId xmlns:a16="http://schemas.microsoft.com/office/drawing/2014/main" id="{8041A39F-FC9D-FBE1-94A9-98E379A1758B}"/>
              </a:ext>
            </a:extLst>
          </p:cNvPr>
          <p:cNvPicPr>
            <a:picLocks noRot="1" noChangeAspect="1"/>
          </p:cNvPicPr>
          <p:nvPr>
            <a:videoFile r:link="rId1"/>
          </p:nvPr>
        </p:nvPicPr>
        <p:blipFill>
          <a:blip r:embed="rId4"/>
          <a:stretch>
            <a:fillRect/>
          </a:stretch>
        </p:blipFill>
        <p:spPr>
          <a:xfrm>
            <a:off x="1877144" y="1189608"/>
            <a:ext cx="8437713" cy="4767308"/>
          </a:xfrm>
          <a:prstGeom prst="rect">
            <a:avLst/>
          </a:prstGeom>
        </p:spPr>
      </p:pic>
      <p:sp>
        <p:nvSpPr>
          <p:cNvPr id="6" name="Google Shape;661;p75">
            <a:extLst>
              <a:ext uri="{FF2B5EF4-FFF2-40B4-BE49-F238E27FC236}">
                <a16:creationId xmlns:a16="http://schemas.microsoft.com/office/drawing/2014/main" id="{AB81A93C-6218-2B8E-7ACD-A7E4448F8368}"/>
              </a:ext>
            </a:extLst>
          </p:cNvPr>
          <p:cNvSpPr txBox="1">
            <a:spLocks noGrp="1"/>
          </p:cNvSpPr>
          <p:nvPr>
            <p:ph type="title"/>
          </p:nvPr>
        </p:nvSpPr>
        <p:spPr>
          <a:xfrm>
            <a:off x="1981199" y="346218"/>
            <a:ext cx="8229600" cy="554867"/>
          </a:xfrm>
          <a:prstGeom prst="rect">
            <a:avLst/>
          </a:prstGeom>
        </p:spPr>
        <p:txBody>
          <a:bodyPr spcFirstLastPara="1" wrap="square" lIns="91425" tIns="45700" rIns="91425" bIns="45700" anchor="ctr" anchorCtr="0">
            <a:noAutofit/>
          </a:bodyPr>
          <a:lstStyle/>
          <a:p>
            <a:r>
              <a:rPr lang="en-US" sz="2800" b="1" dirty="0"/>
              <a:t>Indian Plate &amp; Eurasian Plate </a:t>
            </a:r>
            <a:r>
              <a:rPr lang="en-US" sz="2800" dirty="0"/>
              <a:t>= </a:t>
            </a:r>
            <a:r>
              <a:rPr lang="en-US" sz="2800" b="1" u="sng" dirty="0"/>
              <a:t>Himalayas</a:t>
            </a:r>
            <a:endParaRPr sz="2800" b="1" u="sng"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18"/>
        <p:cNvGrpSpPr/>
        <p:nvPr/>
      </p:nvGrpSpPr>
      <p:grpSpPr>
        <a:xfrm>
          <a:off x="0" y="0"/>
          <a:ext cx="0" cy="0"/>
          <a:chOff x="0" y="0"/>
          <a:chExt cx="0" cy="0"/>
        </a:xfrm>
      </p:grpSpPr>
      <p:sp>
        <p:nvSpPr>
          <p:cNvPr id="619" name="Google Shape;619;p73"/>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3959"/>
            </a:pPr>
            <a:r>
              <a:rPr lang="en-US" sz="3959" dirty="0"/>
              <a:t>5) </a:t>
            </a:r>
            <a:r>
              <a:rPr lang="en-US" sz="3959" b="1" dirty="0"/>
              <a:t>What geologic features occur when two continental plates collide?</a:t>
            </a:r>
            <a:endParaRPr sz="3959" dirty="0"/>
          </a:p>
        </p:txBody>
      </p:sp>
      <p:sp>
        <p:nvSpPr>
          <p:cNvPr id="620" name="Google Shape;620;p73"/>
          <p:cNvSpPr txBox="1">
            <a:spLocks noGrp="1"/>
          </p:cNvSpPr>
          <p:nvPr>
            <p:ph type="body" idx="1"/>
          </p:nvPr>
        </p:nvSpPr>
        <p:spPr>
          <a:xfrm>
            <a:off x="1981200" y="1307418"/>
            <a:ext cx="8513148" cy="5121275"/>
          </a:xfrm>
          <a:prstGeom prst="rect">
            <a:avLst/>
          </a:prstGeom>
          <a:noFill/>
          <a:ln>
            <a:noFill/>
          </a:ln>
        </p:spPr>
        <p:txBody>
          <a:bodyPr spcFirstLastPara="1" wrap="square" lIns="91425" tIns="45700" rIns="91425" bIns="45700" anchor="t" anchorCtr="0">
            <a:noAutofit/>
          </a:bodyPr>
          <a:lstStyle/>
          <a:p>
            <a:pPr marL="342900">
              <a:spcBef>
                <a:spcPts val="0"/>
              </a:spcBef>
              <a:buSzPts val="2400"/>
              <a:buFont typeface="Noto Sans Symbols"/>
              <a:buChar char="★"/>
            </a:pPr>
            <a:r>
              <a:rPr lang="en-US" sz="2400" b="1"/>
              <a:t>Making Predictions – Convergent Plate Boundaries #2</a:t>
            </a:r>
            <a:r>
              <a:rPr lang="en-US" sz="2400"/>
              <a:t>: The diagram below represents the bedrock of the India landmass moving towards the bedrock Eurasian Plate 10 million years ago. </a:t>
            </a:r>
            <a:endParaRPr/>
          </a:p>
        </p:txBody>
      </p:sp>
      <p:grpSp>
        <p:nvGrpSpPr>
          <p:cNvPr id="621" name="Google Shape;621;p73"/>
          <p:cNvGrpSpPr/>
          <p:nvPr/>
        </p:nvGrpSpPr>
        <p:grpSpPr>
          <a:xfrm>
            <a:off x="2734945" y="2829358"/>
            <a:ext cx="6722110" cy="2230120"/>
            <a:chOff x="1210945" y="3723438"/>
            <a:chExt cx="6722110" cy="2230120"/>
          </a:xfrm>
        </p:grpSpPr>
        <p:grpSp>
          <p:nvGrpSpPr>
            <p:cNvPr id="622" name="Google Shape;622;p73"/>
            <p:cNvGrpSpPr/>
            <p:nvPr/>
          </p:nvGrpSpPr>
          <p:grpSpPr>
            <a:xfrm>
              <a:off x="1210945" y="3723438"/>
              <a:ext cx="6722110" cy="2230120"/>
              <a:chOff x="796" y="783"/>
              <a:chExt cx="10586" cy="3512"/>
            </a:xfrm>
          </p:grpSpPr>
          <p:grpSp>
            <p:nvGrpSpPr>
              <p:cNvPr id="623" name="Google Shape;623;p73"/>
              <p:cNvGrpSpPr/>
              <p:nvPr/>
            </p:nvGrpSpPr>
            <p:grpSpPr>
              <a:xfrm>
                <a:off x="796" y="1707"/>
                <a:ext cx="10586" cy="2588"/>
                <a:chOff x="1026" y="3677"/>
                <a:chExt cx="10586" cy="2588"/>
              </a:xfrm>
            </p:grpSpPr>
            <p:grpSp>
              <p:nvGrpSpPr>
                <p:cNvPr id="624" name="Google Shape;624;p73"/>
                <p:cNvGrpSpPr/>
                <p:nvPr/>
              </p:nvGrpSpPr>
              <p:grpSpPr>
                <a:xfrm>
                  <a:off x="1026" y="3677"/>
                  <a:ext cx="4520" cy="2022"/>
                  <a:chOff x="1026" y="3677"/>
                  <a:chExt cx="4520" cy="2022"/>
                </a:xfrm>
              </p:grpSpPr>
              <p:sp>
                <p:nvSpPr>
                  <p:cNvPr id="625" name="Google Shape;625;p73" descr="5%"/>
                  <p:cNvSpPr/>
                  <p:nvPr/>
                </p:nvSpPr>
                <p:spPr>
                  <a:xfrm>
                    <a:off x="1026" y="3677"/>
                    <a:ext cx="4520" cy="67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buClr>
                        <a:srgbClr val="000000"/>
                      </a:buClr>
                    </a:pPr>
                    <a:endParaRPr kern="0">
                      <a:solidFill>
                        <a:srgbClr val="000000"/>
                      </a:solidFill>
                      <a:latin typeface="Arial"/>
                      <a:ea typeface="Arial"/>
                      <a:cs typeface="Arial"/>
                      <a:sym typeface="Arial"/>
                    </a:endParaRPr>
                  </a:p>
                </p:txBody>
              </p:sp>
              <p:sp>
                <p:nvSpPr>
                  <p:cNvPr id="626" name="Google Shape;626;p73" descr="Dashed horizontal"/>
                  <p:cNvSpPr/>
                  <p:nvPr/>
                </p:nvSpPr>
                <p:spPr>
                  <a:xfrm>
                    <a:off x="1026" y="4351"/>
                    <a:ext cx="4520" cy="67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buClr>
                        <a:srgbClr val="000000"/>
                      </a:buClr>
                    </a:pPr>
                    <a:endParaRPr kern="0">
                      <a:solidFill>
                        <a:srgbClr val="000000"/>
                      </a:solidFill>
                      <a:latin typeface="Arial"/>
                      <a:ea typeface="Arial"/>
                      <a:cs typeface="Arial"/>
                      <a:sym typeface="Arial"/>
                    </a:endParaRPr>
                  </a:p>
                </p:txBody>
              </p:sp>
              <p:sp>
                <p:nvSpPr>
                  <p:cNvPr id="627" name="Google Shape;627;p73" descr="Newsprint"/>
                  <p:cNvSpPr/>
                  <p:nvPr/>
                </p:nvSpPr>
                <p:spPr>
                  <a:xfrm>
                    <a:off x="1026" y="5025"/>
                    <a:ext cx="4520" cy="674"/>
                  </a:xfrm>
                  <a:prstGeom prst="rect">
                    <a:avLst/>
                  </a:prstGeom>
                  <a:blipFill rotWithShape="1">
                    <a:blip r:embed="rId3">
                      <a:alphaModFix/>
                    </a:blip>
                    <a:tile tx="0" ty="0" sx="100000" sy="100000" flip="none" algn="tl"/>
                  </a:blip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buClr>
                        <a:srgbClr val="000000"/>
                      </a:buClr>
                    </a:pPr>
                    <a:endParaRPr kern="0">
                      <a:solidFill>
                        <a:srgbClr val="000000"/>
                      </a:solidFill>
                      <a:latin typeface="Arial"/>
                      <a:ea typeface="Arial"/>
                      <a:cs typeface="Arial"/>
                      <a:sym typeface="Arial"/>
                    </a:endParaRPr>
                  </a:p>
                </p:txBody>
              </p:sp>
            </p:grpSp>
            <p:grpSp>
              <p:nvGrpSpPr>
                <p:cNvPr id="628" name="Google Shape;628;p73"/>
                <p:cNvGrpSpPr/>
                <p:nvPr/>
              </p:nvGrpSpPr>
              <p:grpSpPr>
                <a:xfrm>
                  <a:off x="1378" y="3677"/>
                  <a:ext cx="10234" cy="2588"/>
                  <a:chOff x="1378" y="3677"/>
                  <a:chExt cx="10234" cy="2588"/>
                </a:xfrm>
              </p:grpSpPr>
              <p:sp>
                <p:nvSpPr>
                  <p:cNvPr id="629" name="Google Shape;629;p73" descr="5%"/>
                  <p:cNvSpPr/>
                  <p:nvPr/>
                </p:nvSpPr>
                <p:spPr>
                  <a:xfrm>
                    <a:off x="6091" y="3677"/>
                    <a:ext cx="4520" cy="67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buClr>
                        <a:srgbClr val="000000"/>
                      </a:buClr>
                    </a:pPr>
                    <a:endParaRPr kern="0">
                      <a:solidFill>
                        <a:srgbClr val="000000"/>
                      </a:solidFill>
                      <a:latin typeface="Arial"/>
                      <a:ea typeface="Arial"/>
                      <a:cs typeface="Arial"/>
                      <a:sym typeface="Arial"/>
                    </a:endParaRPr>
                  </a:p>
                </p:txBody>
              </p:sp>
              <p:sp>
                <p:nvSpPr>
                  <p:cNvPr id="630" name="Google Shape;630;p73" descr="Dashed horizontal"/>
                  <p:cNvSpPr/>
                  <p:nvPr/>
                </p:nvSpPr>
                <p:spPr>
                  <a:xfrm>
                    <a:off x="6091" y="4351"/>
                    <a:ext cx="4520" cy="674"/>
                  </a:xfrm>
                  <a:prstGeom prst="rect">
                    <a:avLst/>
                  </a:prstGeom>
                  <a:solidFill>
                    <a:srgbClr val="FFFFFF"/>
                  </a:solid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buClr>
                        <a:srgbClr val="000000"/>
                      </a:buClr>
                    </a:pPr>
                    <a:endParaRPr kern="0">
                      <a:solidFill>
                        <a:srgbClr val="000000"/>
                      </a:solidFill>
                      <a:latin typeface="Arial"/>
                      <a:ea typeface="Arial"/>
                      <a:cs typeface="Arial"/>
                      <a:sym typeface="Arial"/>
                    </a:endParaRPr>
                  </a:p>
                </p:txBody>
              </p:sp>
              <p:sp>
                <p:nvSpPr>
                  <p:cNvPr id="631" name="Google Shape;631;p73" descr="Newsprint"/>
                  <p:cNvSpPr/>
                  <p:nvPr/>
                </p:nvSpPr>
                <p:spPr>
                  <a:xfrm>
                    <a:off x="6091" y="5025"/>
                    <a:ext cx="4520" cy="674"/>
                  </a:xfrm>
                  <a:prstGeom prst="rect">
                    <a:avLst/>
                  </a:prstGeom>
                  <a:blipFill rotWithShape="1">
                    <a:blip r:embed="rId3">
                      <a:alphaModFix/>
                    </a:blip>
                    <a:tile tx="0" ty="0" sx="100000" sy="100000" flip="none" algn="tl"/>
                  </a:blipFill>
                  <a:ln w="9525" cap="flat" cmpd="sng">
                    <a:solidFill>
                      <a:srgbClr val="000000"/>
                    </a:solidFill>
                    <a:prstDash val="solid"/>
                    <a:miter lim="800000"/>
                    <a:headEnd type="none" w="sm" len="sm"/>
                    <a:tailEnd type="none" w="sm" len="sm"/>
                  </a:ln>
                </p:spPr>
                <p:txBody>
                  <a:bodyPr spcFirstLastPara="1" wrap="square" lIns="91425" tIns="45700" rIns="91425" bIns="45700" anchor="t" anchorCtr="0">
                    <a:noAutofit/>
                  </a:bodyPr>
                  <a:lstStyle/>
                  <a:p>
                    <a:pPr>
                      <a:buClr>
                        <a:srgbClr val="000000"/>
                      </a:buClr>
                    </a:pPr>
                    <a:endParaRPr kern="0">
                      <a:solidFill>
                        <a:srgbClr val="000000"/>
                      </a:solidFill>
                      <a:latin typeface="Arial"/>
                      <a:ea typeface="Arial"/>
                      <a:cs typeface="Arial"/>
                      <a:sym typeface="Arial"/>
                    </a:endParaRPr>
                  </a:p>
                </p:txBody>
              </p:sp>
              <p:sp>
                <p:nvSpPr>
                  <p:cNvPr id="632" name="Google Shape;632;p73"/>
                  <p:cNvSpPr txBox="1"/>
                  <p:nvPr/>
                </p:nvSpPr>
                <p:spPr>
                  <a:xfrm>
                    <a:off x="1378" y="5836"/>
                    <a:ext cx="10234" cy="429"/>
                  </a:xfrm>
                  <a:prstGeom prst="rect">
                    <a:avLst/>
                  </a:prstGeom>
                  <a:solidFill>
                    <a:srgbClr val="FFFFFF"/>
                  </a:solidFill>
                  <a:ln>
                    <a:noFill/>
                  </a:ln>
                </p:spPr>
                <p:txBody>
                  <a:bodyPr spcFirstLastPara="1" wrap="square" lIns="91425" tIns="45700" rIns="91425" bIns="45700" anchor="t" anchorCtr="0">
                    <a:noAutofit/>
                  </a:bodyPr>
                  <a:lstStyle/>
                  <a:p>
                    <a:pPr indent="457200">
                      <a:buClr>
                        <a:srgbClr val="000000"/>
                      </a:buClr>
                    </a:pPr>
                    <a:r>
                      <a:rPr lang="en-US" sz="1200" b="1" kern="0" dirty="0">
                        <a:solidFill>
                          <a:srgbClr val="000000"/>
                        </a:solidFill>
                        <a:latin typeface="Arial"/>
                        <a:ea typeface="Arial"/>
                        <a:cs typeface="Arial"/>
                        <a:sym typeface="Arial"/>
                      </a:rPr>
                      <a:t>India Land Mass			       Eurasian Plate		</a:t>
                    </a:r>
                    <a:endParaRPr sz="1200" kern="0" dirty="0">
                      <a:solidFill>
                        <a:srgbClr val="000000"/>
                      </a:solidFill>
                      <a:latin typeface="Short Stack"/>
                      <a:ea typeface="Short Stack"/>
                      <a:cs typeface="Short Stack"/>
                      <a:sym typeface="Short Stack"/>
                    </a:endParaRPr>
                  </a:p>
                </p:txBody>
              </p:sp>
            </p:grpSp>
          </p:grpSp>
          <p:sp>
            <p:nvSpPr>
              <p:cNvPr id="633" name="Google Shape;633;p73"/>
              <p:cNvSpPr txBox="1"/>
              <p:nvPr/>
            </p:nvSpPr>
            <p:spPr>
              <a:xfrm>
                <a:off x="4018" y="783"/>
                <a:ext cx="3437" cy="539"/>
              </a:xfrm>
              <a:prstGeom prst="rect">
                <a:avLst/>
              </a:prstGeom>
              <a:solidFill>
                <a:srgbClr val="FFFFFF"/>
              </a:solidFill>
              <a:ln>
                <a:noFill/>
              </a:ln>
            </p:spPr>
            <p:txBody>
              <a:bodyPr spcFirstLastPara="1" wrap="square" lIns="91425" tIns="45700" rIns="91425" bIns="45700" anchor="t" anchorCtr="0">
                <a:noAutofit/>
              </a:bodyPr>
              <a:lstStyle/>
              <a:p>
                <a:pPr>
                  <a:buClr>
                    <a:srgbClr val="000000"/>
                  </a:buClr>
                </a:pPr>
                <a:r>
                  <a:rPr lang="en-US" sz="1600" b="1" kern="0">
                    <a:solidFill>
                      <a:srgbClr val="000000"/>
                    </a:solidFill>
                    <a:latin typeface="Arial"/>
                    <a:ea typeface="Arial"/>
                    <a:cs typeface="Arial"/>
                    <a:sym typeface="Arial"/>
                  </a:rPr>
                  <a:t>10 million years ago</a:t>
                </a:r>
                <a:endParaRPr sz="1200" kern="0">
                  <a:solidFill>
                    <a:srgbClr val="000000"/>
                  </a:solidFill>
                  <a:latin typeface="Short Stack"/>
                  <a:ea typeface="Short Stack"/>
                  <a:cs typeface="Short Stack"/>
                  <a:sym typeface="Short Stack"/>
                </a:endParaRPr>
              </a:p>
            </p:txBody>
          </p:sp>
        </p:grpSp>
        <p:pic>
          <p:nvPicPr>
            <p:cNvPr id="634" name="Google Shape;634;p73"/>
            <p:cNvPicPr preferRelativeResize="0"/>
            <p:nvPr/>
          </p:nvPicPr>
          <p:blipFill rotWithShape="1">
            <a:blip r:embed="rId4">
              <a:alphaModFix/>
            </a:blip>
            <a:srcRect/>
            <a:stretch/>
          </p:blipFill>
          <p:spPr>
            <a:xfrm>
              <a:off x="6386194" y="3885363"/>
              <a:ext cx="700405" cy="418465"/>
            </a:xfrm>
            <a:prstGeom prst="rect">
              <a:avLst/>
            </a:prstGeom>
            <a:noFill/>
            <a:ln>
              <a:noFill/>
            </a:ln>
          </p:spPr>
        </p:pic>
        <p:pic>
          <p:nvPicPr>
            <p:cNvPr id="635" name="Google Shape;635;p73"/>
            <p:cNvPicPr preferRelativeResize="0"/>
            <p:nvPr/>
          </p:nvPicPr>
          <p:blipFill rotWithShape="1">
            <a:blip r:embed="rId5">
              <a:alphaModFix/>
            </a:blip>
            <a:srcRect/>
            <a:stretch/>
          </p:blipFill>
          <p:spPr>
            <a:xfrm>
              <a:off x="1463674" y="3924733"/>
              <a:ext cx="593725" cy="385445"/>
            </a:xfrm>
            <a:prstGeom prst="rect">
              <a:avLst/>
            </a:prstGeom>
            <a:noFill/>
            <a:ln>
              <a:noFill/>
            </a:ln>
          </p:spPr>
        </p:pic>
        <p:cxnSp>
          <p:nvCxnSpPr>
            <p:cNvPr id="636" name="Google Shape;636;p73"/>
            <p:cNvCxnSpPr/>
            <p:nvPr/>
          </p:nvCxnSpPr>
          <p:spPr>
            <a:xfrm>
              <a:off x="3034665" y="4120306"/>
              <a:ext cx="389255" cy="0"/>
            </a:xfrm>
            <a:prstGeom prst="straightConnector1">
              <a:avLst/>
            </a:prstGeom>
            <a:noFill/>
            <a:ln w="9525" cap="flat" cmpd="sng">
              <a:solidFill>
                <a:srgbClr val="000000"/>
              </a:solidFill>
              <a:prstDash val="solid"/>
              <a:round/>
              <a:headEnd type="none" w="med" len="med"/>
              <a:tailEnd type="triangle" w="med" len="med"/>
            </a:ln>
          </p:spPr>
        </p:cxnSp>
        <p:cxnSp>
          <p:nvCxnSpPr>
            <p:cNvPr id="637" name="Google Shape;637;p73"/>
            <p:cNvCxnSpPr/>
            <p:nvPr/>
          </p:nvCxnSpPr>
          <p:spPr>
            <a:xfrm flipH="1">
              <a:off x="5235575" y="4145071"/>
              <a:ext cx="407670" cy="635"/>
            </a:xfrm>
            <a:prstGeom prst="straightConnector1">
              <a:avLst/>
            </a:prstGeom>
            <a:noFill/>
            <a:ln w="9525" cap="flat" cmpd="sng">
              <a:solidFill>
                <a:srgbClr val="000000"/>
              </a:solidFill>
              <a:prstDash val="solid"/>
              <a:round/>
              <a:headEnd type="none" w="med" len="med"/>
              <a:tailEnd type="triangle" w="med" len="med"/>
            </a:ln>
          </p:spPr>
        </p:cxnSp>
      </p:grpSp>
      <p:sp>
        <p:nvSpPr>
          <p:cNvPr id="638" name="Google Shape;638;p73"/>
          <p:cNvSpPr/>
          <p:nvPr/>
        </p:nvSpPr>
        <p:spPr>
          <a:xfrm>
            <a:off x="2262971" y="5156022"/>
            <a:ext cx="7874151" cy="1200328"/>
          </a:xfrm>
          <a:prstGeom prst="rect">
            <a:avLst/>
          </a:prstGeom>
          <a:noFill/>
          <a:ln>
            <a:noFill/>
          </a:ln>
        </p:spPr>
        <p:txBody>
          <a:bodyPr spcFirstLastPara="1" wrap="square" lIns="91425" tIns="45700" rIns="91425" bIns="45700" anchor="t" anchorCtr="0">
            <a:noAutofit/>
          </a:bodyPr>
          <a:lstStyle/>
          <a:p>
            <a:pPr>
              <a:buClr>
                <a:srgbClr val="000000"/>
              </a:buClr>
            </a:pPr>
            <a:r>
              <a:rPr lang="en-US" sz="2400" kern="0">
                <a:solidFill>
                  <a:srgbClr val="000000"/>
                </a:solidFill>
                <a:latin typeface="Arial"/>
                <a:ea typeface="Arial"/>
                <a:cs typeface="Arial"/>
                <a:sym typeface="Arial"/>
              </a:rPr>
              <a:t>Using a pencil, draw what you think happened to the bedrock when these two plates collided to represent this area today. </a:t>
            </a:r>
            <a:endParaRPr sz="1400" kern="0">
              <a:solidFill>
                <a:srgbClr val="000000"/>
              </a:solidFill>
              <a:latin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Shape 642"/>
        <p:cNvGrpSpPr/>
        <p:nvPr/>
      </p:nvGrpSpPr>
      <p:grpSpPr>
        <a:xfrm>
          <a:off x="0" y="0"/>
          <a:ext cx="0" cy="0"/>
          <a:chOff x="0" y="0"/>
          <a:chExt cx="0" cy="0"/>
        </a:xfrm>
      </p:grpSpPr>
      <p:grpSp>
        <p:nvGrpSpPr>
          <p:cNvPr id="643" name="Google Shape;643;p74"/>
          <p:cNvGrpSpPr/>
          <p:nvPr/>
        </p:nvGrpSpPr>
        <p:grpSpPr>
          <a:xfrm>
            <a:off x="2634345" y="1175407"/>
            <a:ext cx="6467152" cy="4174945"/>
            <a:chOff x="2177732" y="2409190"/>
            <a:chExt cx="4810982" cy="3105785"/>
          </a:xfrm>
        </p:grpSpPr>
        <p:sp>
          <p:nvSpPr>
            <p:cNvPr id="644" name="Google Shape;644;p74"/>
            <p:cNvSpPr txBox="1"/>
            <p:nvPr/>
          </p:nvSpPr>
          <p:spPr>
            <a:xfrm>
              <a:off x="3368992" y="2409190"/>
              <a:ext cx="2182495" cy="342265"/>
            </a:xfrm>
            <a:prstGeom prst="rect">
              <a:avLst/>
            </a:prstGeom>
            <a:solidFill>
              <a:srgbClr val="FFFFFF"/>
            </a:solidFill>
            <a:ln>
              <a:noFill/>
            </a:ln>
          </p:spPr>
          <p:txBody>
            <a:bodyPr spcFirstLastPara="1" wrap="square" lIns="91425" tIns="45700" rIns="91425" bIns="45700" anchor="t" anchorCtr="0">
              <a:noAutofit/>
            </a:bodyPr>
            <a:lstStyle/>
            <a:p>
              <a:pPr algn="ctr">
                <a:buClr>
                  <a:srgbClr val="000000"/>
                </a:buClr>
              </a:pPr>
              <a:r>
                <a:rPr lang="en-US" sz="2400" b="1" kern="0">
                  <a:solidFill>
                    <a:srgbClr val="000000"/>
                  </a:solidFill>
                  <a:latin typeface="Arial"/>
                  <a:ea typeface="Arial"/>
                  <a:cs typeface="Arial"/>
                  <a:sym typeface="Arial"/>
                </a:rPr>
                <a:t>Today</a:t>
              </a:r>
              <a:endParaRPr kern="0">
                <a:solidFill>
                  <a:srgbClr val="000000"/>
                </a:solidFill>
                <a:latin typeface="Short Stack"/>
                <a:ea typeface="Short Stack"/>
                <a:cs typeface="Short Stack"/>
                <a:sym typeface="Short Stack"/>
              </a:endParaRPr>
            </a:p>
          </p:txBody>
        </p:sp>
        <p:grpSp>
          <p:nvGrpSpPr>
            <p:cNvPr id="645" name="Google Shape;645;p74"/>
            <p:cNvGrpSpPr/>
            <p:nvPr/>
          </p:nvGrpSpPr>
          <p:grpSpPr>
            <a:xfrm>
              <a:off x="2768917" y="3113405"/>
              <a:ext cx="3459480" cy="2062480"/>
              <a:chOff x="0" y="0"/>
              <a:chExt cx="3459480" cy="2062480"/>
            </a:xfrm>
          </p:grpSpPr>
          <p:sp>
            <p:nvSpPr>
              <p:cNvPr id="646" name="Google Shape;646;p74"/>
              <p:cNvSpPr/>
              <p:nvPr/>
            </p:nvSpPr>
            <p:spPr>
              <a:xfrm>
                <a:off x="12065" y="0"/>
                <a:ext cx="1752819" cy="1092777"/>
              </a:xfrm>
              <a:custGeom>
                <a:avLst/>
                <a:gdLst/>
                <a:ahLst/>
                <a:cxnLst/>
                <a:rect l="l" t="t" r="r" b="b"/>
                <a:pathLst>
                  <a:path w="1752819" h="1092777" extrusionOk="0">
                    <a:moveTo>
                      <a:pt x="54724" y="690602"/>
                    </a:moveTo>
                    <a:lnTo>
                      <a:pt x="54724" y="1047789"/>
                    </a:lnTo>
                    <a:cubicBezTo>
                      <a:pt x="54724" y="1114464"/>
                      <a:pt x="33293" y="1085890"/>
                      <a:pt x="54724" y="1090652"/>
                    </a:cubicBezTo>
                    <a:cubicBezTo>
                      <a:pt x="76155" y="1095414"/>
                      <a:pt x="88061" y="1081126"/>
                      <a:pt x="183311" y="1076364"/>
                    </a:cubicBezTo>
                    <a:cubicBezTo>
                      <a:pt x="278561" y="1071602"/>
                      <a:pt x="497637" y="1104940"/>
                      <a:pt x="626224" y="1062077"/>
                    </a:cubicBezTo>
                    <a:cubicBezTo>
                      <a:pt x="754812" y="1019215"/>
                      <a:pt x="842917" y="897770"/>
                      <a:pt x="954836" y="819189"/>
                    </a:cubicBezTo>
                    <a:cubicBezTo>
                      <a:pt x="1066755" y="740608"/>
                      <a:pt x="1181055" y="642977"/>
                      <a:pt x="1297736" y="590589"/>
                    </a:cubicBezTo>
                    <a:cubicBezTo>
                      <a:pt x="1414417" y="538201"/>
                      <a:pt x="1583487" y="519151"/>
                      <a:pt x="1654924" y="504864"/>
                    </a:cubicBezTo>
                    <a:cubicBezTo>
                      <a:pt x="1726362" y="490576"/>
                      <a:pt x="1714455" y="562014"/>
                      <a:pt x="1726361" y="504864"/>
                    </a:cubicBezTo>
                    <a:cubicBezTo>
                      <a:pt x="1738267" y="447714"/>
                      <a:pt x="1726361" y="161964"/>
                      <a:pt x="1726361" y="161964"/>
                    </a:cubicBezTo>
                    <a:cubicBezTo>
                      <a:pt x="1726361" y="78620"/>
                      <a:pt x="1785892" y="21471"/>
                      <a:pt x="1726361" y="4802"/>
                    </a:cubicBezTo>
                    <a:cubicBezTo>
                      <a:pt x="1666830" y="-11867"/>
                      <a:pt x="1490618" y="16708"/>
                      <a:pt x="1369174" y="61952"/>
                    </a:cubicBezTo>
                    <a:cubicBezTo>
                      <a:pt x="1247730" y="107196"/>
                      <a:pt x="1119143" y="200064"/>
                      <a:pt x="997699" y="276264"/>
                    </a:cubicBezTo>
                    <a:cubicBezTo>
                      <a:pt x="876255" y="352464"/>
                      <a:pt x="800055" y="464383"/>
                      <a:pt x="640511" y="519152"/>
                    </a:cubicBezTo>
                    <a:cubicBezTo>
                      <a:pt x="480967" y="573921"/>
                      <a:pt x="138067" y="590589"/>
                      <a:pt x="40436" y="604877"/>
                    </a:cubicBezTo>
                    <a:cubicBezTo>
                      <a:pt x="-57195" y="619164"/>
                      <a:pt x="52343" y="590590"/>
                      <a:pt x="54724" y="604877"/>
                    </a:cubicBezTo>
                    <a:cubicBezTo>
                      <a:pt x="57105" y="619164"/>
                      <a:pt x="54724" y="616783"/>
                      <a:pt x="54724" y="690602"/>
                    </a:cubicBezTo>
                    <a:close/>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647" name="Google Shape;647;p74"/>
              <p:cNvSpPr/>
              <p:nvPr/>
            </p:nvSpPr>
            <p:spPr>
              <a:xfrm>
                <a:off x="5715" y="480695"/>
                <a:ext cx="1752600" cy="1092200"/>
              </a:xfrm>
              <a:custGeom>
                <a:avLst/>
                <a:gdLst/>
                <a:ahLst/>
                <a:cxnLst/>
                <a:rect l="l" t="t" r="r" b="b"/>
                <a:pathLst>
                  <a:path w="1752819" h="1092777" extrusionOk="0">
                    <a:moveTo>
                      <a:pt x="54724" y="690602"/>
                    </a:moveTo>
                    <a:lnTo>
                      <a:pt x="54724" y="1047789"/>
                    </a:lnTo>
                    <a:cubicBezTo>
                      <a:pt x="54724" y="1114464"/>
                      <a:pt x="33293" y="1085890"/>
                      <a:pt x="54724" y="1090652"/>
                    </a:cubicBezTo>
                    <a:cubicBezTo>
                      <a:pt x="76155" y="1095414"/>
                      <a:pt x="88061" y="1081126"/>
                      <a:pt x="183311" y="1076364"/>
                    </a:cubicBezTo>
                    <a:cubicBezTo>
                      <a:pt x="278561" y="1071602"/>
                      <a:pt x="497637" y="1104940"/>
                      <a:pt x="626224" y="1062077"/>
                    </a:cubicBezTo>
                    <a:cubicBezTo>
                      <a:pt x="754812" y="1019215"/>
                      <a:pt x="842917" y="897770"/>
                      <a:pt x="954836" y="819189"/>
                    </a:cubicBezTo>
                    <a:cubicBezTo>
                      <a:pt x="1066755" y="740608"/>
                      <a:pt x="1181055" y="642977"/>
                      <a:pt x="1297736" y="590589"/>
                    </a:cubicBezTo>
                    <a:cubicBezTo>
                      <a:pt x="1414417" y="538201"/>
                      <a:pt x="1583487" y="519151"/>
                      <a:pt x="1654924" y="504864"/>
                    </a:cubicBezTo>
                    <a:cubicBezTo>
                      <a:pt x="1726362" y="490576"/>
                      <a:pt x="1714455" y="562014"/>
                      <a:pt x="1726361" y="504864"/>
                    </a:cubicBezTo>
                    <a:cubicBezTo>
                      <a:pt x="1738267" y="447714"/>
                      <a:pt x="1726361" y="161964"/>
                      <a:pt x="1726361" y="161964"/>
                    </a:cubicBezTo>
                    <a:cubicBezTo>
                      <a:pt x="1726361" y="78620"/>
                      <a:pt x="1785892" y="21471"/>
                      <a:pt x="1726361" y="4802"/>
                    </a:cubicBezTo>
                    <a:cubicBezTo>
                      <a:pt x="1666830" y="-11867"/>
                      <a:pt x="1490618" y="16708"/>
                      <a:pt x="1369174" y="61952"/>
                    </a:cubicBezTo>
                    <a:cubicBezTo>
                      <a:pt x="1247730" y="107196"/>
                      <a:pt x="1119143" y="200064"/>
                      <a:pt x="997699" y="276264"/>
                    </a:cubicBezTo>
                    <a:cubicBezTo>
                      <a:pt x="876255" y="352464"/>
                      <a:pt x="800055" y="464383"/>
                      <a:pt x="640511" y="519152"/>
                    </a:cubicBezTo>
                    <a:cubicBezTo>
                      <a:pt x="480967" y="573921"/>
                      <a:pt x="138067" y="590589"/>
                      <a:pt x="40436" y="604877"/>
                    </a:cubicBezTo>
                    <a:cubicBezTo>
                      <a:pt x="-57195" y="619164"/>
                      <a:pt x="52343" y="590590"/>
                      <a:pt x="54724" y="604877"/>
                    </a:cubicBezTo>
                    <a:cubicBezTo>
                      <a:pt x="57105" y="619164"/>
                      <a:pt x="54724" y="616783"/>
                      <a:pt x="54724" y="690602"/>
                    </a:cubicBezTo>
                    <a:close/>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648" name="Google Shape;648;p74"/>
              <p:cNvSpPr/>
              <p:nvPr/>
            </p:nvSpPr>
            <p:spPr>
              <a:xfrm>
                <a:off x="0" y="960755"/>
                <a:ext cx="1752600" cy="1092200"/>
              </a:xfrm>
              <a:custGeom>
                <a:avLst/>
                <a:gdLst/>
                <a:ahLst/>
                <a:cxnLst/>
                <a:rect l="l" t="t" r="r" b="b"/>
                <a:pathLst>
                  <a:path w="1752819" h="1092777" extrusionOk="0">
                    <a:moveTo>
                      <a:pt x="54724" y="690602"/>
                    </a:moveTo>
                    <a:lnTo>
                      <a:pt x="54724" y="1047789"/>
                    </a:lnTo>
                    <a:cubicBezTo>
                      <a:pt x="54724" y="1114464"/>
                      <a:pt x="33293" y="1085890"/>
                      <a:pt x="54724" y="1090652"/>
                    </a:cubicBezTo>
                    <a:cubicBezTo>
                      <a:pt x="76155" y="1095414"/>
                      <a:pt x="88061" y="1081126"/>
                      <a:pt x="183311" y="1076364"/>
                    </a:cubicBezTo>
                    <a:cubicBezTo>
                      <a:pt x="278561" y="1071602"/>
                      <a:pt x="497637" y="1104940"/>
                      <a:pt x="626224" y="1062077"/>
                    </a:cubicBezTo>
                    <a:cubicBezTo>
                      <a:pt x="754812" y="1019215"/>
                      <a:pt x="842917" y="897770"/>
                      <a:pt x="954836" y="819189"/>
                    </a:cubicBezTo>
                    <a:cubicBezTo>
                      <a:pt x="1066755" y="740608"/>
                      <a:pt x="1181055" y="642977"/>
                      <a:pt x="1297736" y="590589"/>
                    </a:cubicBezTo>
                    <a:cubicBezTo>
                      <a:pt x="1414417" y="538201"/>
                      <a:pt x="1583487" y="519151"/>
                      <a:pt x="1654924" y="504864"/>
                    </a:cubicBezTo>
                    <a:cubicBezTo>
                      <a:pt x="1726362" y="490576"/>
                      <a:pt x="1714455" y="562014"/>
                      <a:pt x="1726361" y="504864"/>
                    </a:cubicBezTo>
                    <a:cubicBezTo>
                      <a:pt x="1738267" y="447714"/>
                      <a:pt x="1726361" y="161964"/>
                      <a:pt x="1726361" y="161964"/>
                    </a:cubicBezTo>
                    <a:cubicBezTo>
                      <a:pt x="1726361" y="78620"/>
                      <a:pt x="1785892" y="21471"/>
                      <a:pt x="1726361" y="4802"/>
                    </a:cubicBezTo>
                    <a:cubicBezTo>
                      <a:pt x="1666830" y="-11867"/>
                      <a:pt x="1490618" y="16708"/>
                      <a:pt x="1369174" y="61952"/>
                    </a:cubicBezTo>
                    <a:cubicBezTo>
                      <a:pt x="1247730" y="107196"/>
                      <a:pt x="1119143" y="200064"/>
                      <a:pt x="997699" y="276264"/>
                    </a:cubicBezTo>
                    <a:cubicBezTo>
                      <a:pt x="876255" y="352464"/>
                      <a:pt x="800055" y="464383"/>
                      <a:pt x="640511" y="519152"/>
                    </a:cubicBezTo>
                    <a:cubicBezTo>
                      <a:pt x="480967" y="573921"/>
                      <a:pt x="138067" y="590589"/>
                      <a:pt x="40436" y="604877"/>
                    </a:cubicBezTo>
                    <a:cubicBezTo>
                      <a:pt x="-57195" y="619164"/>
                      <a:pt x="52343" y="590590"/>
                      <a:pt x="54724" y="604877"/>
                    </a:cubicBezTo>
                    <a:cubicBezTo>
                      <a:pt x="57105" y="619164"/>
                      <a:pt x="54724" y="616783"/>
                      <a:pt x="54724" y="690602"/>
                    </a:cubicBezTo>
                    <a:close/>
                  </a:path>
                </a:pathLst>
              </a:custGeom>
              <a:blipFill rotWithShape="1">
                <a:blip r:embed="rId3">
                  <a:alphaModFix/>
                </a:blip>
                <a:tile tx="0" ty="0" sx="100000" sy="100000" flip="none" algn="tl"/>
              </a:blip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649" name="Google Shape;649;p74"/>
              <p:cNvSpPr/>
              <p:nvPr/>
            </p:nvSpPr>
            <p:spPr>
              <a:xfrm flipH="1">
                <a:off x="1706880" y="9525"/>
                <a:ext cx="1752600" cy="1092200"/>
              </a:xfrm>
              <a:custGeom>
                <a:avLst/>
                <a:gdLst/>
                <a:ahLst/>
                <a:cxnLst/>
                <a:rect l="l" t="t" r="r" b="b"/>
                <a:pathLst>
                  <a:path w="1752819" h="1092777" extrusionOk="0">
                    <a:moveTo>
                      <a:pt x="54724" y="690602"/>
                    </a:moveTo>
                    <a:lnTo>
                      <a:pt x="54724" y="1047789"/>
                    </a:lnTo>
                    <a:cubicBezTo>
                      <a:pt x="54724" y="1114464"/>
                      <a:pt x="33293" y="1085890"/>
                      <a:pt x="54724" y="1090652"/>
                    </a:cubicBezTo>
                    <a:cubicBezTo>
                      <a:pt x="76155" y="1095414"/>
                      <a:pt x="88061" y="1081126"/>
                      <a:pt x="183311" y="1076364"/>
                    </a:cubicBezTo>
                    <a:cubicBezTo>
                      <a:pt x="278561" y="1071602"/>
                      <a:pt x="497637" y="1104940"/>
                      <a:pt x="626224" y="1062077"/>
                    </a:cubicBezTo>
                    <a:cubicBezTo>
                      <a:pt x="754812" y="1019215"/>
                      <a:pt x="842917" y="897770"/>
                      <a:pt x="954836" y="819189"/>
                    </a:cubicBezTo>
                    <a:cubicBezTo>
                      <a:pt x="1066755" y="740608"/>
                      <a:pt x="1181055" y="642977"/>
                      <a:pt x="1297736" y="590589"/>
                    </a:cubicBezTo>
                    <a:cubicBezTo>
                      <a:pt x="1414417" y="538201"/>
                      <a:pt x="1583487" y="519151"/>
                      <a:pt x="1654924" y="504864"/>
                    </a:cubicBezTo>
                    <a:cubicBezTo>
                      <a:pt x="1726362" y="490576"/>
                      <a:pt x="1714455" y="562014"/>
                      <a:pt x="1726361" y="504864"/>
                    </a:cubicBezTo>
                    <a:cubicBezTo>
                      <a:pt x="1738267" y="447714"/>
                      <a:pt x="1726361" y="161964"/>
                      <a:pt x="1726361" y="161964"/>
                    </a:cubicBezTo>
                    <a:cubicBezTo>
                      <a:pt x="1726361" y="78620"/>
                      <a:pt x="1785892" y="21471"/>
                      <a:pt x="1726361" y="4802"/>
                    </a:cubicBezTo>
                    <a:cubicBezTo>
                      <a:pt x="1666830" y="-11867"/>
                      <a:pt x="1490618" y="16708"/>
                      <a:pt x="1369174" y="61952"/>
                    </a:cubicBezTo>
                    <a:cubicBezTo>
                      <a:pt x="1247730" y="107196"/>
                      <a:pt x="1119143" y="200064"/>
                      <a:pt x="997699" y="276264"/>
                    </a:cubicBezTo>
                    <a:cubicBezTo>
                      <a:pt x="876255" y="352464"/>
                      <a:pt x="800055" y="464383"/>
                      <a:pt x="640511" y="519152"/>
                    </a:cubicBezTo>
                    <a:cubicBezTo>
                      <a:pt x="480967" y="573921"/>
                      <a:pt x="138067" y="590589"/>
                      <a:pt x="40436" y="604877"/>
                    </a:cubicBezTo>
                    <a:cubicBezTo>
                      <a:pt x="-57195" y="619164"/>
                      <a:pt x="52343" y="590590"/>
                      <a:pt x="54724" y="604877"/>
                    </a:cubicBezTo>
                    <a:cubicBezTo>
                      <a:pt x="57105" y="619164"/>
                      <a:pt x="54724" y="616783"/>
                      <a:pt x="54724" y="690602"/>
                    </a:cubicBezTo>
                    <a:close/>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650" name="Google Shape;650;p74"/>
              <p:cNvSpPr/>
              <p:nvPr/>
            </p:nvSpPr>
            <p:spPr>
              <a:xfrm flipH="1">
                <a:off x="1700530" y="490220"/>
                <a:ext cx="1752600" cy="1092200"/>
              </a:xfrm>
              <a:custGeom>
                <a:avLst/>
                <a:gdLst/>
                <a:ahLst/>
                <a:cxnLst/>
                <a:rect l="l" t="t" r="r" b="b"/>
                <a:pathLst>
                  <a:path w="1752819" h="1092777" extrusionOk="0">
                    <a:moveTo>
                      <a:pt x="54724" y="690602"/>
                    </a:moveTo>
                    <a:lnTo>
                      <a:pt x="54724" y="1047789"/>
                    </a:lnTo>
                    <a:cubicBezTo>
                      <a:pt x="54724" y="1114464"/>
                      <a:pt x="33293" y="1085890"/>
                      <a:pt x="54724" y="1090652"/>
                    </a:cubicBezTo>
                    <a:cubicBezTo>
                      <a:pt x="76155" y="1095414"/>
                      <a:pt x="88061" y="1081126"/>
                      <a:pt x="183311" y="1076364"/>
                    </a:cubicBezTo>
                    <a:cubicBezTo>
                      <a:pt x="278561" y="1071602"/>
                      <a:pt x="497637" y="1104940"/>
                      <a:pt x="626224" y="1062077"/>
                    </a:cubicBezTo>
                    <a:cubicBezTo>
                      <a:pt x="754812" y="1019215"/>
                      <a:pt x="842917" y="897770"/>
                      <a:pt x="954836" y="819189"/>
                    </a:cubicBezTo>
                    <a:cubicBezTo>
                      <a:pt x="1066755" y="740608"/>
                      <a:pt x="1181055" y="642977"/>
                      <a:pt x="1297736" y="590589"/>
                    </a:cubicBezTo>
                    <a:cubicBezTo>
                      <a:pt x="1414417" y="538201"/>
                      <a:pt x="1583487" y="519151"/>
                      <a:pt x="1654924" y="504864"/>
                    </a:cubicBezTo>
                    <a:cubicBezTo>
                      <a:pt x="1726362" y="490576"/>
                      <a:pt x="1714455" y="562014"/>
                      <a:pt x="1726361" y="504864"/>
                    </a:cubicBezTo>
                    <a:cubicBezTo>
                      <a:pt x="1738267" y="447714"/>
                      <a:pt x="1726361" y="161964"/>
                      <a:pt x="1726361" y="161964"/>
                    </a:cubicBezTo>
                    <a:cubicBezTo>
                      <a:pt x="1726361" y="78620"/>
                      <a:pt x="1785892" y="21471"/>
                      <a:pt x="1726361" y="4802"/>
                    </a:cubicBezTo>
                    <a:cubicBezTo>
                      <a:pt x="1666830" y="-11867"/>
                      <a:pt x="1490618" y="16708"/>
                      <a:pt x="1369174" y="61952"/>
                    </a:cubicBezTo>
                    <a:cubicBezTo>
                      <a:pt x="1247730" y="107196"/>
                      <a:pt x="1119143" y="200064"/>
                      <a:pt x="997699" y="276264"/>
                    </a:cubicBezTo>
                    <a:cubicBezTo>
                      <a:pt x="876255" y="352464"/>
                      <a:pt x="800055" y="464383"/>
                      <a:pt x="640511" y="519152"/>
                    </a:cubicBezTo>
                    <a:cubicBezTo>
                      <a:pt x="480967" y="573921"/>
                      <a:pt x="138067" y="590589"/>
                      <a:pt x="40436" y="604877"/>
                    </a:cubicBezTo>
                    <a:cubicBezTo>
                      <a:pt x="-57195" y="619164"/>
                      <a:pt x="52343" y="590590"/>
                      <a:pt x="54724" y="604877"/>
                    </a:cubicBezTo>
                    <a:cubicBezTo>
                      <a:pt x="57105" y="619164"/>
                      <a:pt x="54724" y="616783"/>
                      <a:pt x="54724" y="690602"/>
                    </a:cubicBezTo>
                    <a:close/>
                  </a:path>
                </a:pathLst>
              </a:custGeom>
              <a:solidFill>
                <a:srgbClr val="FFFFFF"/>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651" name="Google Shape;651;p74"/>
              <p:cNvSpPr/>
              <p:nvPr/>
            </p:nvSpPr>
            <p:spPr>
              <a:xfrm flipH="1">
                <a:off x="1694815" y="970280"/>
                <a:ext cx="1752600" cy="1092200"/>
              </a:xfrm>
              <a:custGeom>
                <a:avLst/>
                <a:gdLst/>
                <a:ahLst/>
                <a:cxnLst/>
                <a:rect l="l" t="t" r="r" b="b"/>
                <a:pathLst>
                  <a:path w="1752819" h="1092777" extrusionOk="0">
                    <a:moveTo>
                      <a:pt x="54724" y="690602"/>
                    </a:moveTo>
                    <a:lnTo>
                      <a:pt x="54724" y="1047789"/>
                    </a:lnTo>
                    <a:cubicBezTo>
                      <a:pt x="54724" y="1114464"/>
                      <a:pt x="33293" y="1085890"/>
                      <a:pt x="54724" y="1090652"/>
                    </a:cubicBezTo>
                    <a:cubicBezTo>
                      <a:pt x="76155" y="1095414"/>
                      <a:pt x="88061" y="1081126"/>
                      <a:pt x="183311" y="1076364"/>
                    </a:cubicBezTo>
                    <a:cubicBezTo>
                      <a:pt x="278561" y="1071602"/>
                      <a:pt x="497637" y="1104940"/>
                      <a:pt x="626224" y="1062077"/>
                    </a:cubicBezTo>
                    <a:cubicBezTo>
                      <a:pt x="754812" y="1019215"/>
                      <a:pt x="842917" y="897770"/>
                      <a:pt x="954836" y="819189"/>
                    </a:cubicBezTo>
                    <a:cubicBezTo>
                      <a:pt x="1066755" y="740608"/>
                      <a:pt x="1181055" y="642977"/>
                      <a:pt x="1297736" y="590589"/>
                    </a:cubicBezTo>
                    <a:cubicBezTo>
                      <a:pt x="1414417" y="538201"/>
                      <a:pt x="1583487" y="519151"/>
                      <a:pt x="1654924" y="504864"/>
                    </a:cubicBezTo>
                    <a:cubicBezTo>
                      <a:pt x="1726362" y="490576"/>
                      <a:pt x="1714455" y="562014"/>
                      <a:pt x="1726361" y="504864"/>
                    </a:cubicBezTo>
                    <a:cubicBezTo>
                      <a:pt x="1738267" y="447714"/>
                      <a:pt x="1726361" y="161964"/>
                      <a:pt x="1726361" y="161964"/>
                    </a:cubicBezTo>
                    <a:cubicBezTo>
                      <a:pt x="1726361" y="78620"/>
                      <a:pt x="1785892" y="21471"/>
                      <a:pt x="1726361" y="4802"/>
                    </a:cubicBezTo>
                    <a:cubicBezTo>
                      <a:pt x="1666830" y="-11867"/>
                      <a:pt x="1490618" y="16708"/>
                      <a:pt x="1369174" y="61952"/>
                    </a:cubicBezTo>
                    <a:cubicBezTo>
                      <a:pt x="1247730" y="107196"/>
                      <a:pt x="1119143" y="200064"/>
                      <a:pt x="997699" y="276264"/>
                    </a:cubicBezTo>
                    <a:cubicBezTo>
                      <a:pt x="876255" y="352464"/>
                      <a:pt x="800055" y="464383"/>
                      <a:pt x="640511" y="519152"/>
                    </a:cubicBezTo>
                    <a:cubicBezTo>
                      <a:pt x="480967" y="573921"/>
                      <a:pt x="138067" y="590589"/>
                      <a:pt x="40436" y="604877"/>
                    </a:cubicBezTo>
                    <a:cubicBezTo>
                      <a:pt x="-57195" y="619164"/>
                      <a:pt x="52343" y="590590"/>
                      <a:pt x="54724" y="604877"/>
                    </a:cubicBezTo>
                    <a:cubicBezTo>
                      <a:pt x="57105" y="619164"/>
                      <a:pt x="54724" y="616783"/>
                      <a:pt x="54724" y="690602"/>
                    </a:cubicBezTo>
                    <a:close/>
                  </a:path>
                </a:pathLst>
              </a:custGeom>
              <a:blipFill rotWithShape="1">
                <a:blip r:embed="rId3">
                  <a:alphaModFix/>
                </a:blip>
                <a:tile tx="0" ty="0" sx="100000" sy="100000" flip="none" algn="tl"/>
              </a:blip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grpSp>
        <p:sp>
          <p:nvSpPr>
            <p:cNvPr id="652" name="Google Shape;652;p74"/>
            <p:cNvSpPr txBox="1"/>
            <p:nvPr/>
          </p:nvSpPr>
          <p:spPr>
            <a:xfrm>
              <a:off x="2177732" y="5242560"/>
              <a:ext cx="4810982" cy="272415"/>
            </a:xfrm>
            <a:prstGeom prst="rect">
              <a:avLst/>
            </a:prstGeom>
            <a:solidFill>
              <a:srgbClr val="FFFFFF"/>
            </a:solidFill>
            <a:ln>
              <a:noFill/>
            </a:ln>
          </p:spPr>
          <p:txBody>
            <a:bodyPr spcFirstLastPara="1" wrap="square" lIns="91425" tIns="45700" rIns="91425" bIns="45700" anchor="t" anchorCtr="0">
              <a:noAutofit/>
            </a:bodyPr>
            <a:lstStyle/>
            <a:p>
              <a:pPr indent="457200">
                <a:buClr>
                  <a:srgbClr val="000000"/>
                </a:buClr>
              </a:pPr>
              <a:r>
                <a:rPr lang="en-US" b="1" kern="0" dirty="0">
                  <a:solidFill>
                    <a:srgbClr val="000000"/>
                  </a:solidFill>
                  <a:latin typeface="Arial"/>
                  <a:ea typeface="Arial"/>
                  <a:cs typeface="Arial"/>
                  <a:sym typeface="Arial"/>
                </a:rPr>
                <a:t>India Land Mass     		       Eurasian Plate		</a:t>
              </a:r>
              <a:endParaRPr kern="0" dirty="0">
                <a:solidFill>
                  <a:srgbClr val="000000"/>
                </a:solidFill>
                <a:latin typeface="Short Stack"/>
                <a:ea typeface="Short Stack"/>
                <a:cs typeface="Short Stack"/>
                <a:sym typeface="Short Stack"/>
              </a:endParaRPr>
            </a:p>
          </p:txBody>
        </p:sp>
        <p:sp>
          <p:nvSpPr>
            <p:cNvPr id="653" name="Google Shape;653;p74"/>
            <p:cNvSpPr txBox="1"/>
            <p:nvPr/>
          </p:nvSpPr>
          <p:spPr>
            <a:xfrm>
              <a:off x="3642042" y="2661671"/>
              <a:ext cx="167322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b="1" kern="0">
                  <a:solidFill>
                    <a:srgbClr val="000000"/>
                  </a:solidFill>
                  <a:latin typeface="Arial"/>
                  <a:ea typeface="Arial"/>
                  <a:cs typeface="Arial"/>
                  <a:sym typeface="Arial"/>
                </a:rPr>
                <a:t>Folded mountain range</a:t>
              </a:r>
              <a:endParaRPr kern="0">
                <a:solidFill>
                  <a:srgbClr val="000000"/>
                </a:solidFill>
                <a:latin typeface="Short Stack"/>
                <a:ea typeface="Short Stack"/>
                <a:cs typeface="Short Stack"/>
                <a:sym typeface="Short Stack"/>
              </a:endParaRPr>
            </a:p>
          </p:txBody>
        </p:sp>
      </p:grpSp>
      <p:sp>
        <p:nvSpPr>
          <p:cNvPr id="654" name="Google Shape;654;p74"/>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3959"/>
            </a:pPr>
            <a:r>
              <a:rPr lang="en-US" sz="3959" dirty="0"/>
              <a:t>5) </a:t>
            </a:r>
            <a:r>
              <a:rPr lang="en-US" sz="3959" b="1" dirty="0"/>
              <a:t>What geologic features occur when two continental plates collide?</a:t>
            </a:r>
            <a:endParaRPr sz="3959" dirty="0"/>
          </a:p>
        </p:txBody>
      </p:sp>
      <p:sp>
        <p:nvSpPr>
          <p:cNvPr id="655" name="Google Shape;655;p74"/>
          <p:cNvSpPr/>
          <p:nvPr/>
        </p:nvSpPr>
        <p:spPr>
          <a:xfrm>
            <a:off x="1583538" y="5287888"/>
            <a:ext cx="8915010" cy="1631216"/>
          </a:xfrm>
          <a:prstGeom prst="rect">
            <a:avLst/>
          </a:prstGeom>
          <a:noFill/>
          <a:ln>
            <a:noFill/>
          </a:ln>
        </p:spPr>
        <p:txBody>
          <a:bodyPr spcFirstLastPara="1" wrap="square" lIns="91425" tIns="45700" rIns="91425" bIns="45700" anchor="t" anchorCtr="0">
            <a:noAutofit/>
          </a:bodyPr>
          <a:lstStyle/>
          <a:p>
            <a:pPr>
              <a:buClr>
                <a:srgbClr val="000000"/>
              </a:buClr>
            </a:pPr>
            <a:r>
              <a:rPr lang="en-US" sz="2000" b="1" kern="0" dirty="0">
                <a:solidFill>
                  <a:srgbClr val="000000"/>
                </a:solidFill>
                <a:latin typeface="Arial"/>
                <a:ea typeface="Arial"/>
                <a:cs typeface="Arial"/>
                <a:sym typeface="Arial"/>
              </a:rPr>
              <a:t>Explanation:</a:t>
            </a:r>
            <a:endParaRPr sz="2000" kern="0" dirty="0">
              <a:solidFill>
                <a:srgbClr val="000000"/>
              </a:solidFill>
              <a:latin typeface="Arial"/>
              <a:ea typeface="Arial"/>
              <a:cs typeface="Arial"/>
              <a:sym typeface="Arial"/>
            </a:endParaRPr>
          </a:p>
          <a:p>
            <a:pPr marL="342900" indent="-342900">
              <a:buClr>
                <a:srgbClr val="000000"/>
              </a:buClr>
              <a:buSzPts val="2000"/>
              <a:buFont typeface="Arial"/>
              <a:buChar char="•"/>
            </a:pPr>
            <a:r>
              <a:rPr lang="en-US" sz="2000" b="1" u="sng" kern="0" dirty="0">
                <a:solidFill>
                  <a:srgbClr val="000000"/>
                </a:solidFill>
                <a:latin typeface="Arial"/>
                <a:ea typeface="Arial"/>
                <a:cs typeface="Arial"/>
                <a:sym typeface="Arial"/>
              </a:rPr>
              <a:t>Continental-Continental Convergent Boundary</a:t>
            </a:r>
            <a:r>
              <a:rPr lang="en-US" sz="2000" b="1" kern="0" dirty="0">
                <a:solidFill>
                  <a:srgbClr val="000000"/>
                </a:solidFill>
                <a:latin typeface="Arial"/>
                <a:ea typeface="Arial"/>
                <a:cs typeface="Arial"/>
                <a:sym typeface="Arial"/>
              </a:rPr>
              <a:t>:</a:t>
            </a:r>
            <a:r>
              <a:rPr lang="en-US" sz="2000" kern="0" dirty="0">
                <a:solidFill>
                  <a:srgbClr val="000000"/>
                </a:solidFill>
                <a:latin typeface="Arial"/>
                <a:ea typeface="Arial"/>
                <a:cs typeface="Arial"/>
                <a:sym typeface="Arial"/>
              </a:rPr>
              <a:t> </a:t>
            </a:r>
            <a:r>
              <a:rPr lang="en-US" sz="2000" b="1" kern="0" dirty="0">
                <a:solidFill>
                  <a:srgbClr val="0000FF"/>
                </a:solidFill>
                <a:latin typeface="Arial"/>
                <a:ea typeface="Arial"/>
                <a:cs typeface="Arial"/>
                <a:sym typeface="Arial"/>
              </a:rPr>
              <a:t>The collision of two continental plates forms folded mountain ranges, such as the Himalayan Mountains between the India land mass and the Eurasian Plate shown above.</a:t>
            </a:r>
            <a:r>
              <a:rPr lang="en-US" sz="2000" kern="0" dirty="0">
                <a:solidFill>
                  <a:srgbClr val="0000FF"/>
                </a:solidFill>
                <a:latin typeface="Arial"/>
                <a:ea typeface="Arial"/>
                <a:cs typeface="Arial"/>
                <a:sym typeface="Arial"/>
              </a:rPr>
              <a:t> </a:t>
            </a:r>
            <a:endParaRPr sz="1400" kern="0" dirty="0">
              <a:solidFill>
                <a:srgbClr val="000000"/>
              </a:solidFill>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5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755950"/>
          </a:xfrm>
          <a:prstGeom prst="rect">
            <a:avLst/>
          </a:prstGeom>
          <a:noFill/>
          <a:ln>
            <a:noFill/>
          </a:ln>
        </p:spPr>
        <p:txBody>
          <a:bodyPr spcFirstLastPara="1" wrap="square" lIns="91425" tIns="45700" rIns="91425" bIns="45700" anchor="t" anchorCtr="0">
            <a:noAutofit/>
          </a:bodyPr>
          <a:lstStyle/>
          <a:p>
            <a:pPr>
              <a:buSzPts val="3959"/>
            </a:pPr>
            <a:r>
              <a:rPr lang="en-US" sz="3959" b="1" u="sng" dirty="0"/>
              <a:t>Convergent Plate Boundaries</a:t>
            </a:r>
            <a:endParaRPr sz="3959" b="1" u="sng" dirty="0"/>
          </a:p>
        </p:txBody>
      </p:sp>
      <p:pic>
        <p:nvPicPr>
          <p:cNvPr id="3" name="Picture 2">
            <a:extLst>
              <a:ext uri="{FF2B5EF4-FFF2-40B4-BE49-F238E27FC236}">
                <a16:creationId xmlns:a16="http://schemas.microsoft.com/office/drawing/2014/main" id="{F5F40851-0AC4-607D-1E8E-0C0CA1A29375}"/>
              </a:ext>
            </a:extLst>
          </p:cNvPr>
          <p:cNvPicPr>
            <a:picLocks noChangeAspect="1"/>
          </p:cNvPicPr>
          <p:nvPr/>
        </p:nvPicPr>
        <p:blipFill>
          <a:blip r:embed="rId3"/>
          <a:stretch>
            <a:fillRect/>
          </a:stretch>
        </p:blipFill>
        <p:spPr>
          <a:xfrm>
            <a:off x="1921204" y="792480"/>
            <a:ext cx="8349593" cy="5890738"/>
          </a:xfrm>
          <a:prstGeom prst="rect">
            <a:avLst/>
          </a:prstGeom>
        </p:spPr>
      </p:pic>
    </p:spTree>
    <p:extLst>
      <p:ext uri="{BB962C8B-B14F-4D97-AF65-F5344CB8AC3E}">
        <p14:creationId xmlns:p14="http://schemas.microsoft.com/office/powerpoint/2010/main" val="228638016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703"/>
        <p:cNvGrpSpPr/>
        <p:nvPr/>
      </p:nvGrpSpPr>
      <p:grpSpPr>
        <a:xfrm>
          <a:off x="0" y="0"/>
          <a:ext cx="0" cy="0"/>
          <a:chOff x="0" y="0"/>
          <a:chExt cx="0" cy="0"/>
        </a:xfrm>
      </p:grpSpPr>
      <p:sp>
        <p:nvSpPr>
          <p:cNvPr id="704" name="Google Shape;704;p79"/>
          <p:cNvSpPr txBox="1">
            <a:spLocks noGrp="1"/>
          </p:cNvSpPr>
          <p:nvPr>
            <p:ph type="title"/>
          </p:nvPr>
        </p:nvSpPr>
        <p:spPr>
          <a:xfrm>
            <a:off x="1981199" y="180300"/>
            <a:ext cx="8229600" cy="716100"/>
          </a:xfrm>
          <a:prstGeom prst="rect">
            <a:avLst/>
          </a:prstGeom>
          <a:noFill/>
          <a:ln>
            <a:noFill/>
          </a:ln>
        </p:spPr>
        <p:txBody>
          <a:bodyPr spcFirstLastPara="1" wrap="square" lIns="91425" tIns="45700" rIns="91425" bIns="45700" anchor="ctr" anchorCtr="0">
            <a:noAutofit/>
          </a:bodyPr>
          <a:lstStyle/>
          <a:p>
            <a:pPr>
              <a:buSzPts val="3959"/>
            </a:pPr>
            <a:r>
              <a:rPr lang="en-US" sz="3500" dirty="0"/>
              <a:t>New Island forming off Japan (11/10/23)</a:t>
            </a:r>
            <a:br>
              <a:rPr lang="en-US" sz="3500" dirty="0"/>
            </a:br>
            <a:r>
              <a:rPr lang="en-US" sz="2800" dirty="0"/>
              <a:t>(Oceanic &amp; Oceanic Convergent Plate Boundary)</a:t>
            </a:r>
            <a:endParaRPr sz="3500" dirty="0"/>
          </a:p>
        </p:txBody>
      </p:sp>
      <p:pic>
        <p:nvPicPr>
          <p:cNvPr id="3" name="Online Media 2" title="New island emerges off Japan after volcanic eruption">
            <a:hlinkClick r:id="" action="ppaction://media"/>
            <a:extLst>
              <a:ext uri="{FF2B5EF4-FFF2-40B4-BE49-F238E27FC236}">
                <a16:creationId xmlns:a16="http://schemas.microsoft.com/office/drawing/2014/main" id="{A7C8DFCE-22AD-60BD-44FB-7790FC599993}"/>
              </a:ext>
            </a:extLst>
          </p:cNvPr>
          <p:cNvPicPr>
            <a:picLocks noRot="1" noChangeAspect="1"/>
          </p:cNvPicPr>
          <p:nvPr>
            <a:videoFile r:link="rId1"/>
          </p:nvPr>
        </p:nvPicPr>
        <p:blipFill>
          <a:blip r:embed="rId4"/>
          <a:stretch>
            <a:fillRect/>
          </a:stretch>
        </p:blipFill>
        <p:spPr>
          <a:xfrm>
            <a:off x="1743585" y="1214585"/>
            <a:ext cx="8704831" cy="4918229"/>
          </a:xfrm>
          <a:prstGeom prst="rect">
            <a:avLst/>
          </a:prstGeom>
        </p:spPr>
      </p:pic>
    </p:spTree>
    <p:extLst>
      <p:ext uri="{BB962C8B-B14F-4D97-AF65-F5344CB8AC3E}">
        <p14:creationId xmlns:p14="http://schemas.microsoft.com/office/powerpoint/2010/main" val="260597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703"/>
        <p:cNvGrpSpPr/>
        <p:nvPr/>
      </p:nvGrpSpPr>
      <p:grpSpPr>
        <a:xfrm>
          <a:off x="0" y="0"/>
          <a:ext cx="0" cy="0"/>
          <a:chOff x="0" y="0"/>
          <a:chExt cx="0" cy="0"/>
        </a:xfrm>
      </p:grpSpPr>
      <p:sp>
        <p:nvSpPr>
          <p:cNvPr id="704" name="Google Shape;704;p79"/>
          <p:cNvSpPr txBox="1">
            <a:spLocks noGrp="1"/>
          </p:cNvSpPr>
          <p:nvPr>
            <p:ph type="title"/>
          </p:nvPr>
        </p:nvSpPr>
        <p:spPr>
          <a:xfrm>
            <a:off x="1981200" y="-4"/>
            <a:ext cx="8229600" cy="716100"/>
          </a:xfrm>
          <a:prstGeom prst="rect">
            <a:avLst/>
          </a:prstGeom>
          <a:noFill/>
          <a:ln>
            <a:noFill/>
          </a:ln>
        </p:spPr>
        <p:txBody>
          <a:bodyPr spcFirstLastPara="1" wrap="square" lIns="91425" tIns="45700" rIns="91425" bIns="45700" anchor="ctr" anchorCtr="0">
            <a:noAutofit/>
          </a:bodyPr>
          <a:lstStyle/>
          <a:p>
            <a:pPr>
              <a:buSzPts val="3959"/>
            </a:pPr>
            <a:r>
              <a:rPr lang="en-US" sz="3959" dirty="0"/>
              <a:t>Volcanic Island Formation</a:t>
            </a:r>
            <a:endParaRPr dirty="0"/>
          </a:p>
        </p:txBody>
      </p:sp>
      <p:pic>
        <p:nvPicPr>
          <p:cNvPr id="2" name="Online Media 1" title="Formation of volcanic islands">
            <a:hlinkClick r:id="" action="ppaction://media"/>
            <a:extLst>
              <a:ext uri="{FF2B5EF4-FFF2-40B4-BE49-F238E27FC236}">
                <a16:creationId xmlns:a16="http://schemas.microsoft.com/office/drawing/2014/main" id="{43496BE4-64CA-7B3C-1D4D-A26767CC61D5}"/>
              </a:ext>
            </a:extLst>
          </p:cNvPr>
          <p:cNvPicPr>
            <a:picLocks noRot="1" noChangeAspect="1"/>
          </p:cNvPicPr>
          <p:nvPr>
            <a:videoFile r:link="rId1"/>
          </p:nvPr>
        </p:nvPicPr>
        <p:blipFill>
          <a:blip r:embed="rId4"/>
          <a:stretch>
            <a:fillRect/>
          </a:stretch>
        </p:blipFill>
        <p:spPr>
          <a:xfrm>
            <a:off x="2179468" y="716097"/>
            <a:ext cx="7833064" cy="587479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498"/>
        <p:cNvGrpSpPr/>
        <p:nvPr/>
      </p:nvGrpSpPr>
      <p:grpSpPr>
        <a:xfrm>
          <a:off x="0" y="0"/>
          <a:ext cx="0" cy="0"/>
          <a:chOff x="0" y="0"/>
          <a:chExt cx="0" cy="0"/>
        </a:xfrm>
      </p:grpSpPr>
      <p:sp>
        <p:nvSpPr>
          <p:cNvPr id="499" name="Google Shape;499;p64"/>
          <p:cNvSpPr txBox="1">
            <a:spLocks noGrp="1"/>
          </p:cNvSpPr>
          <p:nvPr>
            <p:ph type="title"/>
          </p:nvPr>
        </p:nvSpPr>
        <p:spPr>
          <a:xfrm>
            <a:off x="1583538" y="36530"/>
            <a:ext cx="9084462" cy="755950"/>
          </a:xfrm>
          <a:prstGeom prst="rect">
            <a:avLst/>
          </a:prstGeom>
          <a:noFill/>
          <a:ln>
            <a:noFill/>
          </a:ln>
        </p:spPr>
        <p:txBody>
          <a:bodyPr spcFirstLastPara="1" wrap="square" lIns="91425" tIns="45700" rIns="91425" bIns="45700" anchor="t" anchorCtr="0">
            <a:noAutofit/>
          </a:bodyPr>
          <a:lstStyle/>
          <a:p>
            <a:pPr>
              <a:buSzPts val="3959"/>
            </a:pPr>
            <a:r>
              <a:rPr lang="en-US" sz="2800" b="1" i="1" u="sng" dirty="0"/>
              <a:t>Oceanic-Oceanic</a:t>
            </a:r>
            <a:r>
              <a:rPr lang="en-US" sz="2800" b="1" u="sng" dirty="0"/>
              <a:t> </a:t>
            </a:r>
            <a:br>
              <a:rPr lang="en-US" sz="2800" b="1" u="sng" dirty="0"/>
            </a:br>
            <a:r>
              <a:rPr lang="en-US" sz="2800" b="1" u="sng" dirty="0"/>
              <a:t>Convergent Plate Boundaries</a:t>
            </a:r>
            <a:endParaRPr sz="2800" b="1" u="sng" dirty="0"/>
          </a:p>
        </p:txBody>
      </p:sp>
      <p:pic>
        <p:nvPicPr>
          <p:cNvPr id="2" name="Online Media 1" title="Volcanic Arcs and Subduction">
            <a:hlinkClick r:id="" action="ppaction://media"/>
            <a:extLst>
              <a:ext uri="{FF2B5EF4-FFF2-40B4-BE49-F238E27FC236}">
                <a16:creationId xmlns:a16="http://schemas.microsoft.com/office/drawing/2014/main" id="{5E14633A-EA4D-1ED0-330D-C369710AB290}"/>
              </a:ext>
            </a:extLst>
          </p:cNvPr>
          <p:cNvPicPr>
            <a:picLocks noRot="1" noChangeAspect="1"/>
          </p:cNvPicPr>
          <p:nvPr>
            <a:videoFile r:link="rId1"/>
          </p:nvPr>
        </p:nvPicPr>
        <p:blipFill>
          <a:blip r:embed="rId4"/>
          <a:stretch>
            <a:fillRect/>
          </a:stretch>
        </p:blipFill>
        <p:spPr>
          <a:xfrm>
            <a:off x="2568448" y="999744"/>
            <a:ext cx="7055104" cy="5291328"/>
          </a:xfrm>
          <a:prstGeom prst="rect">
            <a:avLst/>
          </a:prstGeom>
        </p:spPr>
      </p:pic>
      <p:sp>
        <p:nvSpPr>
          <p:cNvPr id="4" name="TextBox 3">
            <a:extLst>
              <a:ext uri="{FF2B5EF4-FFF2-40B4-BE49-F238E27FC236}">
                <a16:creationId xmlns:a16="http://schemas.microsoft.com/office/drawing/2014/main" id="{BEFE5184-D3C2-1A69-2E34-317849B74FD7}"/>
              </a:ext>
            </a:extLst>
          </p:cNvPr>
          <p:cNvSpPr txBox="1"/>
          <p:nvPr/>
        </p:nvSpPr>
        <p:spPr>
          <a:xfrm>
            <a:off x="2568448" y="6291073"/>
            <a:ext cx="1979168" cy="584775"/>
          </a:xfrm>
          <a:prstGeom prst="rect">
            <a:avLst/>
          </a:prstGeom>
          <a:noFill/>
        </p:spPr>
        <p:txBody>
          <a:bodyPr wrap="square" rtlCol="0">
            <a:spAutoFit/>
          </a:bodyPr>
          <a:lstStyle/>
          <a:p>
            <a:pPr>
              <a:buClr>
                <a:srgbClr val="000000"/>
              </a:buClr>
            </a:pPr>
            <a:r>
              <a:rPr lang="en-US" kern="0" dirty="0">
                <a:solidFill>
                  <a:srgbClr val="000000"/>
                </a:solidFill>
                <a:latin typeface="Calibri" panose="020F0502020204030204" pitchFamily="34" charset="0"/>
                <a:cs typeface="Arial"/>
                <a:sym typeface="Arial"/>
              </a:rPr>
              <a:t>0:33 – 1:28</a:t>
            </a:r>
          </a:p>
          <a:p>
            <a:pPr>
              <a:buClr>
                <a:srgbClr val="000000"/>
              </a:buClr>
            </a:pPr>
            <a:endParaRPr lang="en-US" sz="1400" kern="0" dirty="0">
              <a:solidFill>
                <a:srgbClr val="000000"/>
              </a:solidFill>
              <a:latin typeface="Arial"/>
              <a:cs typeface="Arial"/>
              <a:sym typeface="Arial"/>
            </a:endParaRPr>
          </a:p>
        </p:txBody>
      </p:sp>
    </p:spTree>
    <p:extLst>
      <p:ext uri="{BB962C8B-B14F-4D97-AF65-F5344CB8AC3E}">
        <p14:creationId xmlns:p14="http://schemas.microsoft.com/office/powerpoint/2010/main" val="3975606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672"/>
        <p:cNvGrpSpPr/>
        <p:nvPr/>
      </p:nvGrpSpPr>
      <p:grpSpPr>
        <a:xfrm>
          <a:off x="0" y="0"/>
          <a:ext cx="0" cy="0"/>
          <a:chOff x="0" y="0"/>
          <a:chExt cx="0" cy="0"/>
        </a:xfrm>
      </p:grpSpPr>
      <p:sp>
        <p:nvSpPr>
          <p:cNvPr id="673" name="Google Shape;673;p77"/>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4400"/>
            </a:pPr>
            <a:r>
              <a:rPr lang="en-US" dirty="0"/>
              <a:t>6) </a:t>
            </a:r>
            <a:r>
              <a:rPr lang="en-US" b="1" dirty="0"/>
              <a:t>What geologic features occur when two oceanic plates collide?</a:t>
            </a:r>
            <a:r>
              <a:rPr lang="en-US" dirty="0"/>
              <a:t> </a:t>
            </a:r>
            <a:endParaRPr dirty="0"/>
          </a:p>
        </p:txBody>
      </p:sp>
      <p:pic>
        <p:nvPicPr>
          <p:cNvPr id="674" name="Google Shape;674;p77"/>
          <p:cNvPicPr preferRelativeResize="0"/>
          <p:nvPr/>
        </p:nvPicPr>
        <p:blipFill rotWithShape="1">
          <a:blip r:embed="rId3">
            <a:alphaModFix/>
          </a:blip>
          <a:srcRect/>
          <a:stretch/>
        </p:blipFill>
        <p:spPr>
          <a:xfrm>
            <a:off x="2953144" y="3956038"/>
            <a:ext cx="6247279" cy="2901962"/>
          </a:xfrm>
          <a:prstGeom prst="rect">
            <a:avLst/>
          </a:prstGeom>
          <a:noFill/>
          <a:ln>
            <a:noFill/>
          </a:ln>
        </p:spPr>
      </p:pic>
      <p:sp>
        <p:nvSpPr>
          <p:cNvPr id="675" name="Google Shape;675;p77"/>
          <p:cNvSpPr/>
          <p:nvPr/>
        </p:nvSpPr>
        <p:spPr>
          <a:xfrm>
            <a:off x="1752991" y="1600200"/>
            <a:ext cx="8915010" cy="1446550"/>
          </a:xfrm>
          <a:prstGeom prst="rect">
            <a:avLst/>
          </a:prstGeom>
          <a:noFill/>
          <a:ln>
            <a:noFill/>
          </a:ln>
        </p:spPr>
        <p:txBody>
          <a:bodyPr spcFirstLastPara="1" wrap="square" lIns="91425" tIns="45700" rIns="91425" bIns="45700" anchor="t" anchorCtr="0">
            <a:noAutofit/>
          </a:bodyPr>
          <a:lstStyle/>
          <a:p>
            <a:pPr marL="342900" indent="-342900">
              <a:buClr>
                <a:srgbClr val="000000"/>
              </a:buClr>
              <a:buSzPts val="2200"/>
              <a:buFont typeface="Noto Sans Symbols"/>
              <a:buChar char="★"/>
            </a:pPr>
            <a:r>
              <a:rPr lang="en-US" sz="2200" b="1" kern="0">
                <a:solidFill>
                  <a:srgbClr val="000000"/>
                </a:solidFill>
                <a:latin typeface="Arial"/>
                <a:ea typeface="Arial"/>
                <a:cs typeface="Arial"/>
                <a:sym typeface="Arial"/>
              </a:rPr>
              <a:t>Making Predictions – Convergent Plate Boundaries #3: </a:t>
            </a:r>
            <a:r>
              <a:rPr lang="en-US" sz="2200" kern="0">
                <a:solidFill>
                  <a:srgbClr val="000000"/>
                </a:solidFill>
                <a:latin typeface="Arial"/>
                <a:ea typeface="Arial"/>
                <a:cs typeface="Arial"/>
                <a:sym typeface="Arial"/>
              </a:rPr>
              <a:t>On the diagram below, use a pencil to draw what you think will happen when these two plates collide. The oceanic plate on the left is cooler and denser than the oceanic plate on the right. </a:t>
            </a:r>
            <a:endParaRPr sz="1400" kern="0">
              <a:solidFill>
                <a:srgbClr val="000000"/>
              </a:solidFill>
              <a:latin typeface="Arial"/>
              <a:cs typeface="Arial"/>
              <a:sym typeface="Arial"/>
            </a:endParaRPr>
          </a:p>
        </p:txBody>
      </p:sp>
      <p:sp>
        <p:nvSpPr>
          <p:cNvPr id="676" name="Google Shape;676;p77"/>
          <p:cNvSpPr/>
          <p:nvPr/>
        </p:nvSpPr>
        <p:spPr>
          <a:xfrm>
            <a:off x="5631708" y="5074982"/>
            <a:ext cx="1225320" cy="1667315"/>
          </a:xfrm>
          <a:custGeom>
            <a:avLst/>
            <a:gdLst/>
            <a:ahLst/>
            <a:cxnLst/>
            <a:rect l="l" t="t" r="r" b="b"/>
            <a:pathLst>
              <a:path w="1239145" h="1845826" extrusionOk="0">
                <a:moveTo>
                  <a:pt x="0" y="0"/>
                </a:moveTo>
                <a:cubicBezTo>
                  <a:pt x="141111" y="76200"/>
                  <a:pt x="282223" y="152400"/>
                  <a:pt x="423334" y="304800"/>
                </a:cubicBezTo>
                <a:cubicBezTo>
                  <a:pt x="564445" y="457200"/>
                  <a:pt x="846667" y="914400"/>
                  <a:pt x="846667" y="914400"/>
                </a:cubicBezTo>
                <a:cubicBezTo>
                  <a:pt x="973667" y="1097844"/>
                  <a:pt x="1126067" y="1250245"/>
                  <a:pt x="1185334" y="1405467"/>
                </a:cubicBezTo>
                <a:cubicBezTo>
                  <a:pt x="1244601" y="1560689"/>
                  <a:pt x="1261534" y="1840090"/>
                  <a:pt x="1202267" y="1845734"/>
                </a:cubicBezTo>
                <a:cubicBezTo>
                  <a:pt x="1143000" y="1851378"/>
                  <a:pt x="951089" y="1597378"/>
                  <a:pt x="829734" y="1439334"/>
                </a:cubicBezTo>
                <a:cubicBezTo>
                  <a:pt x="708379" y="1281290"/>
                  <a:pt x="567267" y="1032934"/>
                  <a:pt x="474134" y="897467"/>
                </a:cubicBezTo>
                <a:cubicBezTo>
                  <a:pt x="381001" y="762000"/>
                  <a:pt x="347134" y="688623"/>
                  <a:pt x="270934" y="626534"/>
                </a:cubicBezTo>
                <a:cubicBezTo>
                  <a:pt x="194734" y="564445"/>
                  <a:pt x="16934" y="524934"/>
                  <a:pt x="16934" y="524934"/>
                </a:cubicBezTo>
              </a:path>
            </a:pathLst>
          </a:custGeom>
          <a:gradFill>
            <a:gsLst>
              <a:gs pos="0">
                <a:srgbClr val="7F7F7F"/>
              </a:gs>
              <a:gs pos="50000">
                <a:srgbClr val="7F7F7F"/>
              </a:gs>
              <a:gs pos="100000">
                <a:srgbClr val="FF0000"/>
              </a:gs>
            </a:gsLst>
            <a:lin ang="0" scaled="0"/>
          </a:gra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677" name="Google Shape;677;p77"/>
          <p:cNvSpPr txBox="1"/>
          <p:nvPr/>
        </p:nvSpPr>
        <p:spPr>
          <a:xfrm>
            <a:off x="5382895" y="4397437"/>
            <a:ext cx="71310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Ocean Trench</a:t>
            </a:r>
            <a:endParaRPr sz="1200" kern="0">
              <a:solidFill>
                <a:srgbClr val="000000"/>
              </a:solidFill>
              <a:latin typeface="Short Stack"/>
              <a:ea typeface="Short Stack"/>
              <a:cs typeface="Short Stack"/>
              <a:sym typeface="Short Stack"/>
            </a:endParaRPr>
          </a:p>
        </p:txBody>
      </p:sp>
      <p:cxnSp>
        <p:nvCxnSpPr>
          <p:cNvPr id="678" name="Google Shape;678;p77"/>
          <p:cNvCxnSpPr/>
          <p:nvPr/>
        </p:nvCxnSpPr>
        <p:spPr>
          <a:xfrm>
            <a:off x="5763894" y="4809551"/>
            <a:ext cx="0" cy="234950"/>
          </a:xfrm>
          <a:prstGeom prst="straightConnector1">
            <a:avLst/>
          </a:prstGeom>
          <a:noFill/>
          <a:ln w="9525" cap="flat" cmpd="sng">
            <a:solidFill>
              <a:srgbClr val="000000"/>
            </a:solidFill>
            <a:prstDash val="solid"/>
            <a:round/>
            <a:headEnd type="none" w="med" len="med"/>
            <a:tailEnd type="triangle" w="sm" len="sm"/>
          </a:ln>
        </p:spPr>
      </p:cxnSp>
      <p:sp>
        <p:nvSpPr>
          <p:cNvPr id="679" name="Google Shape;679;p77"/>
          <p:cNvSpPr/>
          <p:nvPr/>
        </p:nvSpPr>
        <p:spPr>
          <a:xfrm>
            <a:off x="6365254" y="3599047"/>
            <a:ext cx="1716198" cy="1466276"/>
          </a:xfrm>
          <a:custGeom>
            <a:avLst/>
            <a:gdLst/>
            <a:ahLst/>
            <a:cxnLst/>
            <a:rect l="l" t="t" r="r" b="b"/>
            <a:pathLst>
              <a:path w="1490133" h="990246" extrusionOk="0">
                <a:moveTo>
                  <a:pt x="0" y="990246"/>
                </a:moveTo>
                <a:cubicBezTo>
                  <a:pt x="119944" y="888646"/>
                  <a:pt x="239888" y="787046"/>
                  <a:pt x="338666" y="634646"/>
                </a:cubicBezTo>
                <a:cubicBezTo>
                  <a:pt x="437444" y="482246"/>
                  <a:pt x="502355" y="177446"/>
                  <a:pt x="592666" y="75846"/>
                </a:cubicBezTo>
                <a:cubicBezTo>
                  <a:pt x="682977" y="-25754"/>
                  <a:pt x="801511" y="-5998"/>
                  <a:pt x="880533" y="25046"/>
                </a:cubicBezTo>
                <a:cubicBezTo>
                  <a:pt x="959555" y="56090"/>
                  <a:pt x="1010356" y="154869"/>
                  <a:pt x="1066800" y="262113"/>
                </a:cubicBezTo>
                <a:cubicBezTo>
                  <a:pt x="1123244" y="369357"/>
                  <a:pt x="1148645" y="549980"/>
                  <a:pt x="1219200" y="668513"/>
                </a:cubicBezTo>
                <a:cubicBezTo>
                  <a:pt x="1289756" y="787046"/>
                  <a:pt x="1490133" y="973313"/>
                  <a:pt x="1490133" y="973313"/>
                </a:cubicBezTo>
              </a:path>
            </a:pathLst>
          </a:custGeom>
          <a:solidFill>
            <a:srgbClr val="800000"/>
          </a:solidFill>
          <a:ln w="25400"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680" name="Google Shape;680;p77"/>
          <p:cNvSpPr/>
          <p:nvPr/>
        </p:nvSpPr>
        <p:spPr>
          <a:xfrm>
            <a:off x="7264995" y="3216237"/>
            <a:ext cx="338455" cy="25273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681" name="Google Shape;681;p77"/>
          <p:cNvSpPr/>
          <p:nvPr/>
        </p:nvSpPr>
        <p:spPr>
          <a:xfrm>
            <a:off x="7094814" y="3332442"/>
            <a:ext cx="322580" cy="26924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682" name="Google Shape;682;p77"/>
          <p:cNvSpPr txBox="1"/>
          <p:nvPr/>
        </p:nvSpPr>
        <p:spPr>
          <a:xfrm>
            <a:off x="7389537" y="3491158"/>
            <a:ext cx="1117600"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Volcanic Island Arc</a:t>
            </a:r>
            <a:endParaRPr sz="1200" kern="0">
              <a:solidFill>
                <a:srgbClr val="000000"/>
              </a:solidFill>
              <a:latin typeface="Short Stack"/>
              <a:ea typeface="Short Stack"/>
              <a:cs typeface="Short Stack"/>
              <a:sym typeface="Short Stack"/>
            </a:endParaRPr>
          </a:p>
        </p:txBody>
      </p:sp>
      <p:sp>
        <p:nvSpPr>
          <p:cNvPr id="683" name="Google Shape;683;p77"/>
          <p:cNvSpPr/>
          <p:nvPr/>
        </p:nvSpPr>
        <p:spPr>
          <a:xfrm>
            <a:off x="6658570" y="3599046"/>
            <a:ext cx="1208405" cy="3143250"/>
          </a:xfrm>
          <a:custGeom>
            <a:avLst/>
            <a:gdLst/>
            <a:ahLst/>
            <a:cxnLst/>
            <a:rect l="l" t="t" r="r" b="b"/>
            <a:pathLst>
              <a:path w="1466159" h="4141451" extrusionOk="0">
                <a:moveTo>
                  <a:pt x="170340" y="3680975"/>
                </a:moveTo>
                <a:cubicBezTo>
                  <a:pt x="276173" y="3353597"/>
                  <a:pt x="382007" y="3026219"/>
                  <a:pt x="373540" y="2834308"/>
                </a:cubicBezTo>
                <a:cubicBezTo>
                  <a:pt x="365073" y="2642397"/>
                  <a:pt x="178807" y="2732708"/>
                  <a:pt x="119540" y="2529508"/>
                </a:cubicBezTo>
                <a:cubicBezTo>
                  <a:pt x="60273" y="2326308"/>
                  <a:pt x="-41327" y="1818308"/>
                  <a:pt x="17940" y="1615108"/>
                </a:cubicBezTo>
                <a:cubicBezTo>
                  <a:pt x="77207" y="1411908"/>
                  <a:pt x="382007" y="1440130"/>
                  <a:pt x="475140" y="1310308"/>
                </a:cubicBezTo>
                <a:cubicBezTo>
                  <a:pt x="568273" y="1180486"/>
                  <a:pt x="548518" y="1030908"/>
                  <a:pt x="576740" y="836175"/>
                </a:cubicBezTo>
                <a:cubicBezTo>
                  <a:pt x="604962" y="641442"/>
                  <a:pt x="610606" y="271730"/>
                  <a:pt x="644473" y="141908"/>
                </a:cubicBezTo>
                <a:cubicBezTo>
                  <a:pt x="678340" y="12086"/>
                  <a:pt x="740429" y="-55648"/>
                  <a:pt x="779940" y="57241"/>
                </a:cubicBezTo>
                <a:cubicBezTo>
                  <a:pt x="819451" y="170130"/>
                  <a:pt x="853318" y="610396"/>
                  <a:pt x="881540" y="819241"/>
                </a:cubicBezTo>
                <a:cubicBezTo>
                  <a:pt x="909762" y="1028085"/>
                  <a:pt x="890006" y="1208708"/>
                  <a:pt x="949273" y="1310308"/>
                </a:cubicBezTo>
                <a:cubicBezTo>
                  <a:pt x="1008540" y="1411908"/>
                  <a:pt x="1152473" y="1349819"/>
                  <a:pt x="1237140" y="1428841"/>
                </a:cubicBezTo>
                <a:cubicBezTo>
                  <a:pt x="1321807" y="1507863"/>
                  <a:pt x="1431873" y="1600997"/>
                  <a:pt x="1457273" y="1784441"/>
                </a:cubicBezTo>
                <a:cubicBezTo>
                  <a:pt x="1482673" y="1967885"/>
                  <a:pt x="1451629" y="2374286"/>
                  <a:pt x="1389540" y="2529508"/>
                </a:cubicBezTo>
                <a:cubicBezTo>
                  <a:pt x="1327451" y="2684730"/>
                  <a:pt x="1144007" y="2521042"/>
                  <a:pt x="1084740" y="2715775"/>
                </a:cubicBezTo>
                <a:cubicBezTo>
                  <a:pt x="1025473" y="2910508"/>
                  <a:pt x="1033940" y="3469308"/>
                  <a:pt x="1033940" y="3697908"/>
                </a:cubicBezTo>
                <a:cubicBezTo>
                  <a:pt x="1033940" y="3926508"/>
                  <a:pt x="1237140" y="4013997"/>
                  <a:pt x="1084740" y="4087375"/>
                </a:cubicBezTo>
                <a:cubicBezTo>
                  <a:pt x="932340" y="4160753"/>
                  <a:pt x="119540" y="4138175"/>
                  <a:pt x="119540" y="4138175"/>
                </a:cubicBezTo>
              </a:path>
            </a:pathLst>
          </a:custGeom>
          <a:solidFill>
            <a:srgbClr val="FF0000"/>
          </a:soli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pPr>
            <a:r>
              <a:rPr lang="en-US" b="1" kern="0">
                <a:solidFill>
                  <a:srgbClr val="000000"/>
                </a:solidFill>
                <a:latin typeface="Arial"/>
                <a:ea typeface="Arial"/>
                <a:cs typeface="Arial"/>
                <a:sym typeface="Arial"/>
              </a:rPr>
              <a:t>Magma Chamber</a:t>
            </a:r>
            <a:endParaRPr sz="1200" kern="0">
              <a:solidFill>
                <a:srgbClr val="000000"/>
              </a:solidFill>
              <a:latin typeface="Short Stack"/>
              <a:ea typeface="Short Stack"/>
              <a:cs typeface="Short Stack"/>
              <a:sym typeface="Short Stack"/>
            </a:endParaRPr>
          </a:p>
        </p:txBody>
      </p:sp>
      <p:sp>
        <p:nvSpPr>
          <p:cNvPr id="684" name="Google Shape;684;p77"/>
          <p:cNvSpPr txBox="1"/>
          <p:nvPr/>
        </p:nvSpPr>
        <p:spPr>
          <a:xfrm>
            <a:off x="5006974" y="6480591"/>
            <a:ext cx="1513840" cy="33210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Asthenosphere</a:t>
            </a:r>
            <a:endParaRPr sz="1200" kern="0">
              <a:solidFill>
                <a:srgbClr val="000000"/>
              </a:solidFill>
              <a:latin typeface="Short Stack"/>
              <a:ea typeface="Short Stack"/>
              <a:cs typeface="Short Stack"/>
              <a:sym typeface="Short Stack"/>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6"/>
                                        </p:tgtEl>
                                        <p:attrNameLst>
                                          <p:attrName>style.visibility</p:attrName>
                                        </p:attrNameLst>
                                      </p:cBhvr>
                                      <p:to>
                                        <p:strVal val="visible"/>
                                      </p:to>
                                    </p:set>
                                    <p:animEffect transition="in" filter="fade">
                                      <p:cBhvr>
                                        <p:cTn id="7" dur="500"/>
                                        <p:tgtEl>
                                          <p:spTgt spid="67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77"/>
                                        </p:tgtEl>
                                        <p:attrNameLst>
                                          <p:attrName>style.visibility</p:attrName>
                                        </p:attrNameLst>
                                      </p:cBhvr>
                                      <p:to>
                                        <p:strVal val="visible"/>
                                      </p:to>
                                    </p:set>
                                    <p:animEffect transition="in" filter="fade">
                                      <p:cBhvr>
                                        <p:cTn id="12" dur="500"/>
                                        <p:tgtEl>
                                          <p:spTgt spid="677"/>
                                        </p:tgtEl>
                                      </p:cBhvr>
                                    </p:animEffect>
                                  </p:childTnLst>
                                </p:cTn>
                              </p:par>
                              <p:par>
                                <p:cTn id="13" presetID="10" presetClass="entr" presetSubtype="0" fill="hold" nodeType="withEffect">
                                  <p:stCondLst>
                                    <p:cond delay="0"/>
                                  </p:stCondLst>
                                  <p:childTnLst>
                                    <p:set>
                                      <p:cBhvr>
                                        <p:cTn id="14" dur="1" fill="hold">
                                          <p:stCondLst>
                                            <p:cond delay="0"/>
                                          </p:stCondLst>
                                        </p:cTn>
                                        <p:tgtEl>
                                          <p:spTgt spid="678"/>
                                        </p:tgtEl>
                                        <p:attrNameLst>
                                          <p:attrName>style.visibility</p:attrName>
                                        </p:attrNameLst>
                                      </p:cBhvr>
                                      <p:to>
                                        <p:strVal val="visible"/>
                                      </p:to>
                                    </p:set>
                                    <p:animEffect transition="in" filter="fade">
                                      <p:cBhvr>
                                        <p:cTn id="15" dur="500"/>
                                        <p:tgtEl>
                                          <p:spTgt spid="67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83"/>
                                        </p:tgtEl>
                                        <p:attrNameLst>
                                          <p:attrName>style.visibility</p:attrName>
                                        </p:attrNameLst>
                                      </p:cBhvr>
                                      <p:to>
                                        <p:strVal val="visible"/>
                                      </p:to>
                                    </p:set>
                                    <p:animEffect transition="in" filter="fade">
                                      <p:cBhvr>
                                        <p:cTn id="20" dur="500"/>
                                        <p:tgtEl>
                                          <p:spTgt spid="683"/>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679"/>
                                        </p:tgtEl>
                                        <p:attrNameLst>
                                          <p:attrName>style.visibility</p:attrName>
                                        </p:attrNameLst>
                                      </p:cBhvr>
                                      <p:to>
                                        <p:strVal val="visible"/>
                                      </p:to>
                                    </p:set>
                                    <p:animEffect transition="in" filter="fade">
                                      <p:cBhvr>
                                        <p:cTn id="25" dur="500"/>
                                        <p:tgtEl>
                                          <p:spTgt spid="679"/>
                                        </p:tgtEl>
                                      </p:cBhvr>
                                    </p:animEffect>
                                  </p:childTnLst>
                                </p:cTn>
                              </p:par>
                              <p:par>
                                <p:cTn id="26" presetID="10" presetClass="entr" presetSubtype="0" fill="hold" nodeType="withEffect">
                                  <p:stCondLst>
                                    <p:cond delay="0"/>
                                  </p:stCondLst>
                                  <p:childTnLst>
                                    <p:set>
                                      <p:cBhvr>
                                        <p:cTn id="27" dur="1" fill="hold">
                                          <p:stCondLst>
                                            <p:cond delay="0"/>
                                          </p:stCondLst>
                                        </p:cTn>
                                        <p:tgtEl>
                                          <p:spTgt spid="681"/>
                                        </p:tgtEl>
                                        <p:attrNameLst>
                                          <p:attrName>style.visibility</p:attrName>
                                        </p:attrNameLst>
                                      </p:cBhvr>
                                      <p:to>
                                        <p:strVal val="visible"/>
                                      </p:to>
                                    </p:set>
                                    <p:animEffect transition="in" filter="fade">
                                      <p:cBhvr>
                                        <p:cTn id="28" dur="500"/>
                                        <p:tgtEl>
                                          <p:spTgt spid="681"/>
                                        </p:tgtEl>
                                      </p:cBhvr>
                                    </p:animEffect>
                                  </p:childTnLst>
                                </p:cTn>
                              </p:par>
                              <p:par>
                                <p:cTn id="29" presetID="10" presetClass="entr" presetSubtype="0" fill="hold" nodeType="withEffect">
                                  <p:stCondLst>
                                    <p:cond delay="0"/>
                                  </p:stCondLst>
                                  <p:childTnLst>
                                    <p:set>
                                      <p:cBhvr>
                                        <p:cTn id="30" dur="1" fill="hold">
                                          <p:stCondLst>
                                            <p:cond delay="0"/>
                                          </p:stCondLst>
                                        </p:cTn>
                                        <p:tgtEl>
                                          <p:spTgt spid="680"/>
                                        </p:tgtEl>
                                        <p:attrNameLst>
                                          <p:attrName>style.visibility</p:attrName>
                                        </p:attrNameLst>
                                      </p:cBhvr>
                                      <p:to>
                                        <p:strVal val="visible"/>
                                      </p:to>
                                    </p:set>
                                    <p:animEffect transition="in" filter="fade">
                                      <p:cBhvr>
                                        <p:cTn id="31" dur="500"/>
                                        <p:tgtEl>
                                          <p:spTgt spid="680"/>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682"/>
                                        </p:tgtEl>
                                        <p:attrNameLst>
                                          <p:attrName>style.visibility</p:attrName>
                                        </p:attrNameLst>
                                      </p:cBhvr>
                                      <p:to>
                                        <p:strVal val="visible"/>
                                      </p:to>
                                    </p:set>
                                    <p:animEffect transition="in" filter="fade">
                                      <p:cBhvr>
                                        <p:cTn id="36" dur="500"/>
                                        <p:tgtEl>
                                          <p:spTgt spid="6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688"/>
        <p:cNvGrpSpPr/>
        <p:nvPr/>
      </p:nvGrpSpPr>
      <p:grpSpPr>
        <a:xfrm>
          <a:off x="0" y="0"/>
          <a:ext cx="0" cy="0"/>
          <a:chOff x="0" y="0"/>
          <a:chExt cx="0" cy="0"/>
        </a:xfrm>
      </p:grpSpPr>
      <p:pic>
        <p:nvPicPr>
          <p:cNvPr id="689" name="Google Shape;689;p78"/>
          <p:cNvPicPr preferRelativeResize="0"/>
          <p:nvPr/>
        </p:nvPicPr>
        <p:blipFill rotWithShape="1">
          <a:blip r:embed="rId3">
            <a:alphaModFix/>
          </a:blip>
          <a:srcRect/>
          <a:stretch/>
        </p:blipFill>
        <p:spPr>
          <a:xfrm>
            <a:off x="2933931" y="802106"/>
            <a:ext cx="6247279" cy="2901962"/>
          </a:xfrm>
          <a:prstGeom prst="rect">
            <a:avLst/>
          </a:prstGeom>
          <a:noFill/>
          <a:ln>
            <a:noFill/>
          </a:ln>
        </p:spPr>
      </p:pic>
      <p:sp>
        <p:nvSpPr>
          <p:cNvPr id="690" name="Google Shape;690;p78"/>
          <p:cNvSpPr/>
          <p:nvPr/>
        </p:nvSpPr>
        <p:spPr>
          <a:xfrm>
            <a:off x="5612495" y="1921050"/>
            <a:ext cx="1225320" cy="1667315"/>
          </a:xfrm>
          <a:custGeom>
            <a:avLst/>
            <a:gdLst/>
            <a:ahLst/>
            <a:cxnLst/>
            <a:rect l="l" t="t" r="r" b="b"/>
            <a:pathLst>
              <a:path w="1239145" h="1845826" extrusionOk="0">
                <a:moveTo>
                  <a:pt x="0" y="0"/>
                </a:moveTo>
                <a:cubicBezTo>
                  <a:pt x="141111" y="76200"/>
                  <a:pt x="282223" y="152400"/>
                  <a:pt x="423334" y="304800"/>
                </a:cubicBezTo>
                <a:cubicBezTo>
                  <a:pt x="564445" y="457200"/>
                  <a:pt x="846667" y="914400"/>
                  <a:pt x="846667" y="914400"/>
                </a:cubicBezTo>
                <a:cubicBezTo>
                  <a:pt x="973667" y="1097844"/>
                  <a:pt x="1126067" y="1250245"/>
                  <a:pt x="1185334" y="1405467"/>
                </a:cubicBezTo>
                <a:cubicBezTo>
                  <a:pt x="1244601" y="1560689"/>
                  <a:pt x="1261534" y="1840090"/>
                  <a:pt x="1202267" y="1845734"/>
                </a:cubicBezTo>
                <a:cubicBezTo>
                  <a:pt x="1143000" y="1851378"/>
                  <a:pt x="951089" y="1597378"/>
                  <a:pt x="829734" y="1439334"/>
                </a:cubicBezTo>
                <a:cubicBezTo>
                  <a:pt x="708379" y="1281290"/>
                  <a:pt x="567267" y="1032934"/>
                  <a:pt x="474134" y="897467"/>
                </a:cubicBezTo>
                <a:cubicBezTo>
                  <a:pt x="381001" y="762000"/>
                  <a:pt x="347134" y="688623"/>
                  <a:pt x="270934" y="626534"/>
                </a:cubicBezTo>
                <a:cubicBezTo>
                  <a:pt x="194734" y="564445"/>
                  <a:pt x="16934" y="524934"/>
                  <a:pt x="16934" y="524934"/>
                </a:cubicBezTo>
              </a:path>
            </a:pathLst>
          </a:custGeom>
          <a:gradFill>
            <a:gsLst>
              <a:gs pos="0">
                <a:srgbClr val="7F7F7F"/>
              </a:gs>
              <a:gs pos="50000">
                <a:srgbClr val="7F7F7F"/>
              </a:gs>
              <a:gs pos="100000">
                <a:srgbClr val="FF0000"/>
              </a:gs>
            </a:gsLst>
            <a:lin ang="0" scaled="0"/>
          </a:gra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691" name="Google Shape;691;p78"/>
          <p:cNvSpPr txBox="1"/>
          <p:nvPr/>
        </p:nvSpPr>
        <p:spPr>
          <a:xfrm>
            <a:off x="5363682" y="1243505"/>
            <a:ext cx="713105"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Ocean Trench</a:t>
            </a:r>
            <a:endParaRPr sz="1200" kern="0">
              <a:solidFill>
                <a:srgbClr val="000000"/>
              </a:solidFill>
              <a:latin typeface="Short Stack"/>
              <a:ea typeface="Short Stack"/>
              <a:cs typeface="Short Stack"/>
              <a:sym typeface="Short Stack"/>
            </a:endParaRPr>
          </a:p>
        </p:txBody>
      </p:sp>
      <p:cxnSp>
        <p:nvCxnSpPr>
          <p:cNvPr id="692" name="Google Shape;692;p78"/>
          <p:cNvCxnSpPr/>
          <p:nvPr/>
        </p:nvCxnSpPr>
        <p:spPr>
          <a:xfrm>
            <a:off x="5744681" y="1655619"/>
            <a:ext cx="0" cy="234950"/>
          </a:xfrm>
          <a:prstGeom prst="straightConnector1">
            <a:avLst/>
          </a:prstGeom>
          <a:noFill/>
          <a:ln w="9525" cap="flat" cmpd="sng">
            <a:solidFill>
              <a:srgbClr val="000000"/>
            </a:solidFill>
            <a:prstDash val="solid"/>
            <a:round/>
            <a:headEnd type="none" w="med" len="med"/>
            <a:tailEnd type="triangle" w="sm" len="sm"/>
          </a:ln>
        </p:spPr>
      </p:cxnSp>
      <p:sp>
        <p:nvSpPr>
          <p:cNvPr id="693" name="Google Shape;693;p78"/>
          <p:cNvSpPr/>
          <p:nvPr/>
        </p:nvSpPr>
        <p:spPr>
          <a:xfrm>
            <a:off x="6346041" y="445115"/>
            <a:ext cx="1716198" cy="1466276"/>
          </a:xfrm>
          <a:custGeom>
            <a:avLst/>
            <a:gdLst/>
            <a:ahLst/>
            <a:cxnLst/>
            <a:rect l="l" t="t" r="r" b="b"/>
            <a:pathLst>
              <a:path w="1490133" h="990246" extrusionOk="0">
                <a:moveTo>
                  <a:pt x="0" y="990246"/>
                </a:moveTo>
                <a:cubicBezTo>
                  <a:pt x="119944" y="888646"/>
                  <a:pt x="239888" y="787046"/>
                  <a:pt x="338666" y="634646"/>
                </a:cubicBezTo>
                <a:cubicBezTo>
                  <a:pt x="437444" y="482246"/>
                  <a:pt x="502355" y="177446"/>
                  <a:pt x="592666" y="75846"/>
                </a:cubicBezTo>
                <a:cubicBezTo>
                  <a:pt x="682977" y="-25754"/>
                  <a:pt x="801511" y="-5998"/>
                  <a:pt x="880533" y="25046"/>
                </a:cubicBezTo>
                <a:cubicBezTo>
                  <a:pt x="959555" y="56090"/>
                  <a:pt x="1010356" y="154869"/>
                  <a:pt x="1066800" y="262113"/>
                </a:cubicBezTo>
                <a:cubicBezTo>
                  <a:pt x="1123244" y="369357"/>
                  <a:pt x="1148645" y="549980"/>
                  <a:pt x="1219200" y="668513"/>
                </a:cubicBezTo>
                <a:cubicBezTo>
                  <a:pt x="1289756" y="787046"/>
                  <a:pt x="1490133" y="973313"/>
                  <a:pt x="1490133" y="973313"/>
                </a:cubicBezTo>
              </a:path>
            </a:pathLst>
          </a:custGeom>
          <a:solidFill>
            <a:srgbClr val="800000"/>
          </a:solidFill>
          <a:ln w="25400"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
        <p:nvSpPr>
          <p:cNvPr id="694" name="Google Shape;694;p78"/>
          <p:cNvSpPr/>
          <p:nvPr/>
        </p:nvSpPr>
        <p:spPr>
          <a:xfrm>
            <a:off x="7245782" y="62305"/>
            <a:ext cx="338455" cy="25273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695" name="Google Shape;695;p78"/>
          <p:cNvSpPr/>
          <p:nvPr/>
        </p:nvSpPr>
        <p:spPr>
          <a:xfrm>
            <a:off x="7075601" y="178510"/>
            <a:ext cx="322580" cy="269240"/>
          </a:xfrm>
          <a:prstGeom prst="cloud">
            <a:avLst/>
          </a:prstGeom>
          <a:solidFill>
            <a:srgbClr val="808000"/>
          </a:solidFill>
          <a:ln w="9525" cap="flat" cmpd="sng">
            <a:solidFill>
              <a:schemeClr val="dk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696" name="Google Shape;696;p78"/>
          <p:cNvSpPr txBox="1"/>
          <p:nvPr/>
        </p:nvSpPr>
        <p:spPr>
          <a:xfrm>
            <a:off x="7370324" y="337226"/>
            <a:ext cx="1117600" cy="67754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Volcanic Island Arc</a:t>
            </a:r>
            <a:endParaRPr sz="1200" kern="0">
              <a:solidFill>
                <a:srgbClr val="000000"/>
              </a:solidFill>
              <a:latin typeface="Short Stack"/>
              <a:ea typeface="Short Stack"/>
              <a:cs typeface="Short Stack"/>
              <a:sym typeface="Short Stack"/>
            </a:endParaRPr>
          </a:p>
        </p:txBody>
      </p:sp>
      <p:sp>
        <p:nvSpPr>
          <p:cNvPr id="697" name="Google Shape;697;p78"/>
          <p:cNvSpPr/>
          <p:nvPr/>
        </p:nvSpPr>
        <p:spPr>
          <a:xfrm>
            <a:off x="6639357" y="445114"/>
            <a:ext cx="1208405" cy="3143250"/>
          </a:xfrm>
          <a:custGeom>
            <a:avLst/>
            <a:gdLst/>
            <a:ahLst/>
            <a:cxnLst/>
            <a:rect l="l" t="t" r="r" b="b"/>
            <a:pathLst>
              <a:path w="1466159" h="4141451" extrusionOk="0">
                <a:moveTo>
                  <a:pt x="170340" y="3680975"/>
                </a:moveTo>
                <a:cubicBezTo>
                  <a:pt x="276173" y="3353597"/>
                  <a:pt x="382007" y="3026219"/>
                  <a:pt x="373540" y="2834308"/>
                </a:cubicBezTo>
                <a:cubicBezTo>
                  <a:pt x="365073" y="2642397"/>
                  <a:pt x="178807" y="2732708"/>
                  <a:pt x="119540" y="2529508"/>
                </a:cubicBezTo>
                <a:cubicBezTo>
                  <a:pt x="60273" y="2326308"/>
                  <a:pt x="-41327" y="1818308"/>
                  <a:pt x="17940" y="1615108"/>
                </a:cubicBezTo>
                <a:cubicBezTo>
                  <a:pt x="77207" y="1411908"/>
                  <a:pt x="382007" y="1440130"/>
                  <a:pt x="475140" y="1310308"/>
                </a:cubicBezTo>
                <a:cubicBezTo>
                  <a:pt x="568273" y="1180486"/>
                  <a:pt x="548518" y="1030908"/>
                  <a:pt x="576740" y="836175"/>
                </a:cubicBezTo>
                <a:cubicBezTo>
                  <a:pt x="604962" y="641442"/>
                  <a:pt x="610606" y="271730"/>
                  <a:pt x="644473" y="141908"/>
                </a:cubicBezTo>
                <a:cubicBezTo>
                  <a:pt x="678340" y="12086"/>
                  <a:pt x="740429" y="-55648"/>
                  <a:pt x="779940" y="57241"/>
                </a:cubicBezTo>
                <a:cubicBezTo>
                  <a:pt x="819451" y="170130"/>
                  <a:pt x="853318" y="610396"/>
                  <a:pt x="881540" y="819241"/>
                </a:cubicBezTo>
                <a:cubicBezTo>
                  <a:pt x="909762" y="1028085"/>
                  <a:pt x="890006" y="1208708"/>
                  <a:pt x="949273" y="1310308"/>
                </a:cubicBezTo>
                <a:cubicBezTo>
                  <a:pt x="1008540" y="1411908"/>
                  <a:pt x="1152473" y="1349819"/>
                  <a:pt x="1237140" y="1428841"/>
                </a:cubicBezTo>
                <a:cubicBezTo>
                  <a:pt x="1321807" y="1507863"/>
                  <a:pt x="1431873" y="1600997"/>
                  <a:pt x="1457273" y="1784441"/>
                </a:cubicBezTo>
                <a:cubicBezTo>
                  <a:pt x="1482673" y="1967885"/>
                  <a:pt x="1451629" y="2374286"/>
                  <a:pt x="1389540" y="2529508"/>
                </a:cubicBezTo>
                <a:cubicBezTo>
                  <a:pt x="1327451" y="2684730"/>
                  <a:pt x="1144007" y="2521042"/>
                  <a:pt x="1084740" y="2715775"/>
                </a:cubicBezTo>
                <a:cubicBezTo>
                  <a:pt x="1025473" y="2910508"/>
                  <a:pt x="1033940" y="3469308"/>
                  <a:pt x="1033940" y="3697908"/>
                </a:cubicBezTo>
                <a:cubicBezTo>
                  <a:pt x="1033940" y="3926508"/>
                  <a:pt x="1237140" y="4013997"/>
                  <a:pt x="1084740" y="4087375"/>
                </a:cubicBezTo>
                <a:cubicBezTo>
                  <a:pt x="932340" y="4160753"/>
                  <a:pt x="119540" y="4138175"/>
                  <a:pt x="119540" y="4138175"/>
                </a:cubicBezTo>
              </a:path>
            </a:pathLst>
          </a:custGeom>
          <a:solidFill>
            <a:srgbClr val="FF0000"/>
          </a:solidFill>
          <a:ln w="25400"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algn="ctr">
              <a:buClr>
                <a:srgbClr val="000000"/>
              </a:buClr>
            </a:pPr>
            <a:r>
              <a:rPr lang="en-US" b="1" kern="0">
                <a:solidFill>
                  <a:srgbClr val="000000"/>
                </a:solidFill>
                <a:latin typeface="Arial"/>
                <a:ea typeface="Arial"/>
                <a:cs typeface="Arial"/>
                <a:sym typeface="Arial"/>
              </a:rPr>
              <a:t>Magma Chamber</a:t>
            </a:r>
            <a:endParaRPr sz="1200" kern="0">
              <a:solidFill>
                <a:srgbClr val="000000"/>
              </a:solidFill>
              <a:latin typeface="Short Stack"/>
              <a:ea typeface="Short Stack"/>
              <a:cs typeface="Short Stack"/>
              <a:sym typeface="Short Stack"/>
            </a:endParaRPr>
          </a:p>
        </p:txBody>
      </p:sp>
      <p:sp>
        <p:nvSpPr>
          <p:cNvPr id="698" name="Google Shape;698;p78"/>
          <p:cNvSpPr/>
          <p:nvPr/>
        </p:nvSpPr>
        <p:spPr>
          <a:xfrm>
            <a:off x="1752991" y="3911359"/>
            <a:ext cx="8915010" cy="2677656"/>
          </a:xfrm>
          <a:prstGeom prst="rect">
            <a:avLst/>
          </a:prstGeom>
          <a:noFill/>
          <a:ln>
            <a:noFill/>
          </a:ln>
        </p:spPr>
        <p:txBody>
          <a:bodyPr spcFirstLastPara="1" wrap="square" lIns="91425" tIns="45700" rIns="91425" bIns="45700" anchor="t" anchorCtr="0">
            <a:noAutofit/>
          </a:bodyPr>
          <a:lstStyle/>
          <a:p>
            <a:pPr>
              <a:buClr>
                <a:srgbClr val="000000"/>
              </a:buClr>
            </a:pPr>
            <a:r>
              <a:rPr lang="en-US" sz="2400" b="1" kern="0">
                <a:solidFill>
                  <a:srgbClr val="000000"/>
                </a:solidFill>
                <a:latin typeface="Arial"/>
                <a:ea typeface="Arial"/>
                <a:cs typeface="Arial"/>
                <a:sym typeface="Arial"/>
              </a:rPr>
              <a:t>Explanation: </a:t>
            </a:r>
            <a:endParaRPr sz="2400" kern="0">
              <a:solidFill>
                <a:srgbClr val="000000"/>
              </a:solidFill>
              <a:latin typeface="Arial"/>
              <a:ea typeface="Arial"/>
              <a:cs typeface="Arial"/>
              <a:sym typeface="Arial"/>
            </a:endParaRPr>
          </a:p>
          <a:p>
            <a:pPr marL="342900" indent="-342900">
              <a:buClr>
                <a:srgbClr val="000000"/>
              </a:buClr>
              <a:buSzPts val="2400"/>
              <a:buFont typeface="Arial"/>
              <a:buChar char="•"/>
            </a:pPr>
            <a:r>
              <a:rPr lang="en-US" sz="2400" b="1" u="sng" kern="0">
                <a:solidFill>
                  <a:srgbClr val="000000"/>
                </a:solidFill>
                <a:latin typeface="Arial"/>
                <a:ea typeface="Arial"/>
                <a:cs typeface="Arial"/>
                <a:sym typeface="Arial"/>
              </a:rPr>
              <a:t>Oceanic-Oceanic Convergent Boundary</a:t>
            </a:r>
            <a:r>
              <a:rPr lang="en-US" sz="2400" b="1" kern="0">
                <a:solidFill>
                  <a:srgbClr val="000000"/>
                </a:solidFill>
                <a:latin typeface="Arial"/>
                <a:ea typeface="Arial"/>
                <a:cs typeface="Arial"/>
                <a:sym typeface="Arial"/>
              </a:rPr>
              <a:t>: The collision of two oceanic plates form </a:t>
            </a:r>
            <a:r>
              <a:rPr lang="en-US" sz="2400" b="1" u="sng" kern="0">
                <a:solidFill>
                  <a:srgbClr val="0000FF"/>
                </a:solidFill>
                <a:latin typeface="Arial"/>
                <a:ea typeface="Arial"/>
                <a:cs typeface="Arial"/>
                <a:sym typeface="Arial"/>
              </a:rPr>
              <a:t>deep ocean trenches</a:t>
            </a:r>
            <a:r>
              <a:rPr lang="en-US" sz="2400" b="1" kern="0">
                <a:solidFill>
                  <a:srgbClr val="0000FF"/>
                </a:solidFill>
                <a:latin typeface="Arial"/>
                <a:ea typeface="Arial"/>
                <a:cs typeface="Arial"/>
                <a:sym typeface="Arial"/>
              </a:rPr>
              <a:t> </a:t>
            </a:r>
            <a:r>
              <a:rPr lang="en-US" sz="2400" b="1" kern="0">
                <a:solidFill>
                  <a:srgbClr val="000000"/>
                </a:solidFill>
                <a:latin typeface="Arial"/>
                <a:ea typeface="Arial"/>
                <a:cs typeface="Arial"/>
                <a:sym typeface="Arial"/>
              </a:rPr>
              <a:t>and </a:t>
            </a:r>
            <a:r>
              <a:rPr lang="en-US" sz="2400" b="1" u="sng" kern="0">
                <a:solidFill>
                  <a:srgbClr val="0000FF"/>
                </a:solidFill>
                <a:latin typeface="Arial"/>
                <a:ea typeface="Arial"/>
                <a:cs typeface="Arial"/>
                <a:sym typeface="Arial"/>
              </a:rPr>
              <a:t>island arcs</a:t>
            </a:r>
            <a:r>
              <a:rPr lang="en-US" sz="2400" b="1" kern="0">
                <a:solidFill>
                  <a:srgbClr val="000000"/>
                </a:solidFill>
                <a:latin typeface="Arial"/>
                <a:ea typeface="Arial"/>
                <a:cs typeface="Arial"/>
                <a:sym typeface="Arial"/>
              </a:rPr>
              <a:t>.</a:t>
            </a:r>
            <a:endParaRPr sz="2400" kern="0">
              <a:solidFill>
                <a:srgbClr val="000000"/>
              </a:solidFill>
              <a:latin typeface="Arial"/>
              <a:ea typeface="Arial"/>
              <a:cs typeface="Arial"/>
              <a:sym typeface="Arial"/>
            </a:endParaRPr>
          </a:p>
          <a:p>
            <a:pPr>
              <a:buClr>
                <a:srgbClr val="000000"/>
              </a:buClr>
            </a:pPr>
            <a:endParaRPr sz="2400" kern="0">
              <a:solidFill>
                <a:srgbClr val="000000"/>
              </a:solidFill>
              <a:latin typeface="Arial"/>
              <a:ea typeface="Arial"/>
              <a:cs typeface="Arial"/>
              <a:sym typeface="Arial"/>
            </a:endParaRPr>
          </a:p>
          <a:p>
            <a:pPr marL="342900" indent="-342900">
              <a:buClr>
                <a:srgbClr val="0000FF"/>
              </a:buClr>
              <a:buSzPts val="2400"/>
              <a:buFont typeface="Arial"/>
              <a:buChar char="•"/>
            </a:pPr>
            <a:r>
              <a:rPr lang="en-US" sz="2400" b="1" kern="0">
                <a:solidFill>
                  <a:srgbClr val="0000FF"/>
                </a:solidFill>
                <a:latin typeface="Arial"/>
                <a:ea typeface="Arial"/>
                <a:cs typeface="Arial"/>
                <a:sym typeface="Arial"/>
              </a:rPr>
              <a:t>Commonly known island arcs include the islands of Japan and the Aleutian Islands off the coast of Alaska.</a:t>
            </a:r>
            <a:endParaRPr sz="2400" kern="0">
              <a:solidFill>
                <a:srgbClr val="0000FF"/>
              </a:solidFill>
              <a:latin typeface="Arial"/>
              <a:ea typeface="Arial"/>
              <a:cs typeface="Arial"/>
              <a:sym typeface="Arial"/>
            </a:endParaRPr>
          </a:p>
        </p:txBody>
      </p:sp>
      <p:sp>
        <p:nvSpPr>
          <p:cNvPr id="699" name="Google Shape;699;p78"/>
          <p:cNvSpPr txBox="1"/>
          <p:nvPr/>
        </p:nvSpPr>
        <p:spPr>
          <a:xfrm>
            <a:off x="5006974" y="3371964"/>
            <a:ext cx="1513840" cy="332105"/>
          </a:xfrm>
          <a:prstGeom prst="rect">
            <a:avLst/>
          </a:prstGeom>
          <a:noFill/>
          <a:ln>
            <a:noFill/>
          </a:ln>
        </p:spPr>
        <p:txBody>
          <a:bodyPr spcFirstLastPara="1" wrap="square" lIns="91425" tIns="45700" rIns="91425" bIns="45700" anchor="t" anchorCtr="0">
            <a:noAutofit/>
          </a:bodyPr>
          <a:lstStyle/>
          <a:p>
            <a:pPr algn="ctr">
              <a:buClr>
                <a:srgbClr val="000000"/>
              </a:buClr>
            </a:pPr>
            <a:r>
              <a:rPr lang="en-US" sz="1200" b="1" kern="0">
                <a:solidFill>
                  <a:srgbClr val="000000"/>
                </a:solidFill>
                <a:latin typeface="Arial"/>
                <a:ea typeface="Arial"/>
                <a:cs typeface="Arial"/>
                <a:sym typeface="Arial"/>
              </a:rPr>
              <a:t>Asthenosphere</a:t>
            </a:r>
            <a:endParaRPr sz="1200" kern="0">
              <a:solidFill>
                <a:srgbClr val="000000"/>
              </a:solidFill>
              <a:latin typeface="Short Stack"/>
              <a:ea typeface="Short Stack"/>
              <a:cs typeface="Short Stack"/>
              <a:sym typeface="Short Stack"/>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709"/>
        <p:cNvGrpSpPr/>
        <p:nvPr/>
      </p:nvGrpSpPr>
      <p:grpSpPr>
        <a:xfrm>
          <a:off x="0" y="0"/>
          <a:ext cx="0" cy="0"/>
          <a:chOff x="0" y="0"/>
          <a:chExt cx="0" cy="0"/>
        </a:xfrm>
      </p:grpSpPr>
      <p:sp>
        <p:nvSpPr>
          <p:cNvPr id="710" name="Google Shape;710;p80"/>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200"/>
              <a:buFont typeface="Noto Sans Symbols"/>
              <a:buChar char="✓"/>
            </a:pPr>
            <a:r>
              <a:rPr lang="en-US" sz="3200" b="1"/>
              <a:t>Checkpoint – Oceanic-Oceanic Convergent Boundaries</a:t>
            </a:r>
            <a:r>
              <a:rPr lang="en-US" sz="3200"/>
              <a:t>: Use ESRT page 5 to find two ocean trenches formed by an oceanic-oceanic convergence. </a:t>
            </a:r>
            <a:br>
              <a:rPr lang="en-US" sz="3200"/>
            </a:br>
            <a:endParaRPr sz="3200"/>
          </a:p>
        </p:txBody>
      </p:sp>
      <p:sp>
        <p:nvSpPr>
          <p:cNvPr id="711" name="Google Shape;711;p80"/>
          <p:cNvSpPr txBox="1">
            <a:spLocks noGrp="1"/>
          </p:cNvSpPr>
          <p:nvPr>
            <p:ph type="body" idx="1"/>
          </p:nvPr>
        </p:nvSpPr>
        <p:spPr>
          <a:xfrm>
            <a:off x="2731404" y="2102947"/>
            <a:ext cx="7762944" cy="4618529"/>
          </a:xfrm>
          <a:prstGeom prst="rect">
            <a:avLst/>
          </a:prstGeom>
          <a:noFill/>
          <a:ln>
            <a:noFill/>
          </a:ln>
        </p:spPr>
        <p:txBody>
          <a:bodyPr spcFirstLastPara="1" wrap="square" lIns="91425" tIns="45700" rIns="91425" bIns="45700" anchor="t" anchorCtr="0">
            <a:noAutofit/>
          </a:bodyPr>
          <a:lstStyle/>
          <a:p>
            <a:pPr marL="342900">
              <a:spcBef>
                <a:spcPts val="0"/>
              </a:spcBef>
              <a:buClr>
                <a:srgbClr val="0000FF"/>
              </a:buClr>
              <a:buSzPts val="3200"/>
            </a:pPr>
            <a:r>
              <a:rPr lang="en-US" b="1">
                <a:solidFill>
                  <a:srgbClr val="0000FF"/>
                </a:solidFill>
              </a:rPr>
              <a:t>Aleutian Trench</a:t>
            </a:r>
            <a:endParaRPr/>
          </a:p>
          <a:p>
            <a:pPr marL="342900">
              <a:spcBef>
                <a:spcPts val="640"/>
              </a:spcBef>
              <a:buClr>
                <a:srgbClr val="0000FF"/>
              </a:buClr>
              <a:buSzPts val="3200"/>
            </a:pPr>
            <a:r>
              <a:rPr lang="en-US" b="1">
                <a:solidFill>
                  <a:srgbClr val="0000FF"/>
                </a:solidFill>
              </a:rPr>
              <a:t>Mariana Trench</a:t>
            </a:r>
            <a:endParaRPr>
              <a:solidFill>
                <a:srgbClr val="0000FF"/>
              </a:solidFill>
            </a:endParaRPr>
          </a:p>
          <a:p>
            <a:pPr marL="342900" indent="-139700">
              <a:spcBef>
                <a:spcPts val="640"/>
              </a:spcBef>
              <a:buSzPts val="3200"/>
              <a:buNone/>
            </a:pPr>
            <a:endParaRPr>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715"/>
        <p:cNvGrpSpPr/>
        <p:nvPr/>
      </p:nvGrpSpPr>
      <p:grpSpPr>
        <a:xfrm>
          <a:off x="0" y="0"/>
          <a:ext cx="0" cy="0"/>
          <a:chOff x="0" y="0"/>
          <a:chExt cx="0" cy="0"/>
        </a:xfrm>
      </p:grpSpPr>
      <p:pic>
        <p:nvPicPr>
          <p:cNvPr id="7" name="Picture 6">
            <a:extLst>
              <a:ext uri="{FF2B5EF4-FFF2-40B4-BE49-F238E27FC236}">
                <a16:creationId xmlns:a16="http://schemas.microsoft.com/office/drawing/2014/main" id="{80DD78E9-9F8E-A3C0-FEA9-5A7614DAA7B2}"/>
              </a:ext>
            </a:extLst>
          </p:cNvPr>
          <p:cNvPicPr>
            <a:picLocks noChangeAspect="1"/>
          </p:cNvPicPr>
          <p:nvPr/>
        </p:nvPicPr>
        <p:blipFill>
          <a:blip r:embed="rId3"/>
          <a:stretch>
            <a:fillRect/>
          </a:stretch>
        </p:blipFill>
        <p:spPr>
          <a:xfrm>
            <a:off x="5229920" y="74770"/>
            <a:ext cx="5247211" cy="6783231"/>
          </a:xfrm>
          <a:prstGeom prst="rect">
            <a:avLst/>
          </a:prstGeom>
        </p:spPr>
      </p:pic>
      <p:pic>
        <p:nvPicPr>
          <p:cNvPr id="9" name="Picture 8">
            <a:extLst>
              <a:ext uri="{FF2B5EF4-FFF2-40B4-BE49-F238E27FC236}">
                <a16:creationId xmlns:a16="http://schemas.microsoft.com/office/drawing/2014/main" id="{C01FC90A-3C46-C7EC-98F0-AA2BE5EA3BBE}"/>
              </a:ext>
            </a:extLst>
          </p:cNvPr>
          <p:cNvPicPr>
            <a:picLocks noChangeAspect="1"/>
          </p:cNvPicPr>
          <p:nvPr/>
        </p:nvPicPr>
        <p:blipFill>
          <a:blip r:embed="rId4"/>
          <a:stretch>
            <a:fillRect/>
          </a:stretch>
        </p:blipFill>
        <p:spPr>
          <a:xfrm>
            <a:off x="1639411" y="74770"/>
            <a:ext cx="3481451" cy="2061802"/>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715"/>
        <p:cNvGrpSpPr/>
        <p:nvPr/>
      </p:nvGrpSpPr>
      <p:grpSpPr>
        <a:xfrm>
          <a:off x="0" y="0"/>
          <a:ext cx="0" cy="0"/>
          <a:chOff x="0" y="0"/>
          <a:chExt cx="0" cy="0"/>
        </a:xfrm>
      </p:grpSpPr>
      <p:pic>
        <p:nvPicPr>
          <p:cNvPr id="5" name="Picture 4">
            <a:extLst>
              <a:ext uri="{FF2B5EF4-FFF2-40B4-BE49-F238E27FC236}">
                <a16:creationId xmlns:a16="http://schemas.microsoft.com/office/drawing/2014/main" id="{BB8DEA15-D80C-FE8F-3989-2E14C62A9716}"/>
              </a:ext>
            </a:extLst>
          </p:cNvPr>
          <p:cNvPicPr>
            <a:picLocks noChangeAspect="1"/>
          </p:cNvPicPr>
          <p:nvPr/>
        </p:nvPicPr>
        <p:blipFill>
          <a:blip r:embed="rId3"/>
          <a:stretch>
            <a:fillRect/>
          </a:stretch>
        </p:blipFill>
        <p:spPr>
          <a:xfrm>
            <a:off x="6096001" y="0"/>
            <a:ext cx="4353059" cy="6881980"/>
          </a:xfrm>
          <a:prstGeom prst="rect">
            <a:avLst/>
          </a:prstGeom>
        </p:spPr>
      </p:pic>
      <p:pic>
        <p:nvPicPr>
          <p:cNvPr id="8" name="Picture 7">
            <a:extLst>
              <a:ext uri="{FF2B5EF4-FFF2-40B4-BE49-F238E27FC236}">
                <a16:creationId xmlns:a16="http://schemas.microsoft.com/office/drawing/2014/main" id="{8DED2E9C-DB99-1AB1-3BF1-4161703473CA}"/>
              </a:ext>
            </a:extLst>
          </p:cNvPr>
          <p:cNvPicPr>
            <a:picLocks noChangeAspect="1"/>
          </p:cNvPicPr>
          <p:nvPr/>
        </p:nvPicPr>
        <p:blipFill>
          <a:blip r:embed="rId4"/>
          <a:stretch>
            <a:fillRect/>
          </a:stretch>
        </p:blipFill>
        <p:spPr>
          <a:xfrm>
            <a:off x="1626532" y="190680"/>
            <a:ext cx="4179573" cy="2475247"/>
          </a:xfrm>
          <a:prstGeom prst="rect">
            <a:avLst/>
          </a:prstGeom>
        </p:spPr>
      </p:pic>
    </p:spTree>
    <p:extLst>
      <p:ext uri="{BB962C8B-B14F-4D97-AF65-F5344CB8AC3E}">
        <p14:creationId xmlns:p14="http://schemas.microsoft.com/office/powerpoint/2010/main" val="40039488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715"/>
        <p:cNvGrpSpPr/>
        <p:nvPr/>
      </p:nvGrpSpPr>
      <p:grpSpPr>
        <a:xfrm>
          <a:off x="0" y="0"/>
          <a:ext cx="0" cy="0"/>
          <a:chOff x="0" y="0"/>
          <a:chExt cx="0" cy="0"/>
        </a:xfrm>
      </p:grpSpPr>
      <p:pic>
        <p:nvPicPr>
          <p:cNvPr id="7" name="Picture 6">
            <a:extLst>
              <a:ext uri="{FF2B5EF4-FFF2-40B4-BE49-F238E27FC236}">
                <a16:creationId xmlns:a16="http://schemas.microsoft.com/office/drawing/2014/main" id="{F34B8DB5-AE70-BB5A-5362-C8D0F039803D}"/>
              </a:ext>
            </a:extLst>
          </p:cNvPr>
          <p:cNvPicPr>
            <a:picLocks noChangeAspect="1"/>
          </p:cNvPicPr>
          <p:nvPr/>
        </p:nvPicPr>
        <p:blipFill>
          <a:blip r:embed="rId3"/>
          <a:stretch>
            <a:fillRect/>
          </a:stretch>
        </p:blipFill>
        <p:spPr>
          <a:xfrm>
            <a:off x="2758624" y="36728"/>
            <a:ext cx="6674753" cy="6821272"/>
          </a:xfrm>
          <a:prstGeom prst="rect">
            <a:avLst/>
          </a:prstGeom>
        </p:spPr>
      </p:pic>
    </p:spTree>
    <p:extLst>
      <p:ext uri="{BB962C8B-B14F-4D97-AF65-F5344CB8AC3E}">
        <p14:creationId xmlns:p14="http://schemas.microsoft.com/office/powerpoint/2010/main" val="256932142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Shape 721"/>
        <p:cNvGrpSpPr/>
        <p:nvPr/>
      </p:nvGrpSpPr>
      <p:grpSpPr>
        <a:xfrm>
          <a:off x="0" y="0"/>
          <a:ext cx="0" cy="0"/>
          <a:chOff x="0" y="0"/>
          <a:chExt cx="0" cy="0"/>
        </a:xfrm>
      </p:grpSpPr>
      <p:sp>
        <p:nvSpPr>
          <p:cNvPr id="722" name="Google Shape;722;p82"/>
          <p:cNvSpPr txBox="1">
            <a:spLocks noGrp="1"/>
          </p:cNvSpPr>
          <p:nvPr>
            <p:ph type="title"/>
          </p:nvPr>
        </p:nvSpPr>
        <p:spPr>
          <a:xfrm>
            <a:off x="1981200" y="-4"/>
            <a:ext cx="8229600" cy="765000"/>
          </a:xfrm>
          <a:prstGeom prst="rect">
            <a:avLst/>
          </a:prstGeom>
          <a:noFill/>
          <a:ln>
            <a:noFill/>
          </a:ln>
        </p:spPr>
        <p:txBody>
          <a:bodyPr spcFirstLastPara="1" wrap="square" lIns="91425" tIns="45700" rIns="91425" bIns="45700" anchor="ctr" anchorCtr="0">
            <a:noAutofit/>
          </a:bodyPr>
          <a:lstStyle/>
          <a:p>
            <a:pPr>
              <a:buSzPts val="3959"/>
            </a:pPr>
            <a:r>
              <a:rPr lang="en-US" sz="3959"/>
              <a:t>Mariana Trench</a:t>
            </a:r>
            <a:endParaRPr/>
          </a:p>
        </p:txBody>
      </p:sp>
      <p:pic>
        <p:nvPicPr>
          <p:cNvPr id="2" name="Online Media 1" title="Mariana Trench Formation">
            <a:hlinkClick r:id="" action="ppaction://media"/>
            <a:extLst>
              <a:ext uri="{FF2B5EF4-FFF2-40B4-BE49-F238E27FC236}">
                <a16:creationId xmlns:a16="http://schemas.microsoft.com/office/drawing/2014/main" id="{A73A6308-30C7-6103-DC5E-11EE96F37CFF}"/>
              </a:ext>
            </a:extLst>
          </p:cNvPr>
          <p:cNvPicPr>
            <a:picLocks noRot="1" noChangeAspect="1"/>
          </p:cNvPicPr>
          <p:nvPr>
            <a:videoFile r:link="rId1"/>
          </p:nvPr>
        </p:nvPicPr>
        <p:blipFill>
          <a:blip r:embed="rId4"/>
          <a:stretch>
            <a:fillRect/>
          </a:stretch>
        </p:blipFill>
        <p:spPr>
          <a:xfrm>
            <a:off x="2203142" y="764997"/>
            <a:ext cx="7785716" cy="583928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Shape 733"/>
        <p:cNvGrpSpPr/>
        <p:nvPr/>
      </p:nvGrpSpPr>
      <p:grpSpPr>
        <a:xfrm>
          <a:off x="0" y="0"/>
          <a:ext cx="0" cy="0"/>
          <a:chOff x="0" y="0"/>
          <a:chExt cx="0" cy="0"/>
        </a:xfrm>
      </p:grpSpPr>
      <p:sp>
        <p:nvSpPr>
          <p:cNvPr id="734" name="Google Shape;734;p84"/>
          <p:cNvSpPr txBox="1">
            <a:spLocks noGrp="1"/>
          </p:cNvSpPr>
          <p:nvPr>
            <p:ph type="title"/>
          </p:nvPr>
        </p:nvSpPr>
        <p:spPr>
          <a:xfrm>
            <a:off x="1583538" y="36530"/>
            <a:ext cx="9084462" cy="954070"/>
          </a:xfrm>
          <a:prstGeom prst="rect">
            <a:avLst/>
          </a:prstGeom>
          <a:noFill/>
          <a:ln>
            <a:noFill/>
          </a:ln>
        </p:spPr>
        <p:txBody>
          <a:bodyPr spcFirstLastPara="1" wrap="square" lIns="91425" tIns="45700" rIns="91425" bIns="45700" anchor="t" anchorCtr="0">
            <a:noAutofit/>
          </a:bodyPr>
          <a:lstStyle/>
          <a:p>
            <a:pPr>
              <a:buSzPts val="4400"/>
            </a:pPr>
            <a:r>
              <a:rPr lang="en-US" b="1" u="sng" dirty="0"/>
              <a:t>Transform Plate Boundary</a:t>
            </a:r>
            <a:endParaRPr b="1" u="sng" dirty="0"/>
          </a:p>
        </p:txBody>
      </p:sp>
      <p:pic>
        <p:nvPicPr>
          <p:cNvPr id="5" name="Picture 4">
            <a:extLst>
              <a:ext uri="{FF2B5EF4-FFF2-40B4-BE49-F238E27FC236}">
                <a16:creationId xmlns:a16="http://schemas.microsoft.com/office/drawing/2014/main" id="{D82AB370-201F-9D3D-737A-C572B1EEEB7E}"/>
              </a:ext>
            </a:extLst>
          </p:cNvPr>
          <p:cNvPicPr>
            <a:picLocks noChangeAspect="1"/>
          </p:cNvPicPr>
          <p:nvPr/>
        </p:nvPicPr>
        <p:blipFill>
          <a:blip r:embed="rId3"/>
          <a:stretch>
            <a:fillRect/>
          </a:stretch>
        </p:blipFill>
        <p:spPr>
          <a:xfrm>
            <a:off x="1800746" y="1466850"/>
            <a:ext cx="8590509" cy="39243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Shape 733"/>
        <p:cNvGrpSpPr/>
        <p:nvPr/>
      </p:nvGrpSpPr>
      <p:grpSpPr>
        <a:xfrm>
          <a:off x="0" y="0"/>
          <a:ext cx="0" cy="0"/>
          <a:chOff x="0" y="0"/>
          <a:chExt cx="0" cy="0"/>
        </a:xfrm>
      </p:grpSpPr>
      <p:sp>
        <p:nvSpPr>
          <p:cNvPr id="734" name="Google Shape;734;p84"/>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algn="l">
              <a:buSzPts val="4400"/>
            </a:pPr>
            <a:r>
              <a:rPr lang="en-US" dirty="0"/>
              <a:t>7) </a:t>
            </a:r>
            <a:r>
              <a:rPr lang="en-US" b="1" dirty="0"/>
              <a:t>What geologic features form at a transform boundary?</a:t>
            </a:r>
            <a:endParaRPr dirty="0"/>
          </a:p>
        </p:txBody>
      </p:sp>
      <p:sp>
        <p:nvSpPr>
          <p:cNvPr id="735" name="Google Shape;735;p84"/>
          <p:cNvSpPr txBox="1">
            <a:spLocks noGrp="1"/>
          </p:cNvSpPr>
          <p:nvPr>
            <p:ph type="body" idx="1"/>
          </p:nvPr>
        </p:nvSpPr>
        <p:spPr>
          <a:xfrm>
            <a:off x="1981200" y="1600201"/>
            <a:ext cx="8513148" cy="5121275"/>
          </a:xfrm>
          <a:prstGeom prst="rect">
            <a:avLst/>
          </a:prstGeom>
          <a:noFill/>
          <a:ln>
            <a:noFill/>
          </a:ln>
        </p:spPr>
        <p:txBody>
          <a:bodyPr spcFirstLastPara="1" wrap="square" lIns="91425" tIns="45700" rIns="91425" bIns="45700" anchor="t" anchorCtr="0">
            <a:noAutofit/>
          </a:bodyPr>
          <a:lstStyle/>
          <a:p>
            <a:pPr marL="342900">
              <a:spcBef>
                <a:spcPts val="0"/>
              </a:spcBef>
              <a:buSzPts val="3200"/>
            </a:pPr>
            <a:r>
              <a:rPr lang="en-US" b="1" u="sng"/>
              <a:t>Transform boundary</a:t>
            </a:r>
            <a:r>
              <a:rPr lang="en-US"/>
              <a:t>: </a:t>
            </a:r>
            <a:r>
              <a:rPr lang="en-US" b="1">
                <a:solidFill>
                  <a:srgbClr val="0000FF"/>
                </a:solidFill>
              </a:rPr>
              <a:t>one plate slides past another plate causing shallow earthquakes</a:t>
            </a:r>
            <a:endParaRPr>
              <a:solidFill>
                <a:srgbClr val="0000FF"/>
              </a:solidFill>
            </a:endParaRPr>
          </a:p>
          <a:p>
            <a:pPr marL="0" indent="0">
              <a:spcBef>
                <a:spcPts val="640"/>
              </a:spcBef>
              <a:buSzPts val="3200"/>
              <a:buNone/>
            </a:pPr>
            <a:endParaRPr/>
          </a:p>
        </p:txBody>
      </p:sp>
      <p:grpSp>
        <p:nvGrpSpPr>
          <p:cNvPr id="736" name="Google Shape;736;p84"/>
          <p:cNvGrpSpPr/>
          <p:nvPr/>
        </p:nvGrpSpPr>
        <p:grpSpPr>
          <a:xfrm>
            <a:off x="1981201" y="3851941"/>
            <a:ext cx="8444179" cy="1811440"/>
            <a:chOff x="1155382" y="3851941"/>
            <a:chExt cx="5952772" cy="1276985"/>
          </a:xfrm>
        </p:grpSpPr>
        <p:pic>
          <p:nvPicPr>
            <p:cNvPr id="737" name="Google Shape;737;p84"/>
            <p:cNvPicPr preferRelativeResize="0"/>
            <p:nvPr/>
          </p:nvPicPr>
          <p:blipFill rotWithShape="1">
            <a:blip r:embed="rId3">
              <a:alphaModFix/>
            </a:blip>
            <a:srcRect/>
            <a:stretch/>
          </p:blipFill>
          <p:spPr>
            <a:xfrm>
              <a:off x="1155382" y="3851941"/>
              <a:ext cx="3937635" cy="1276985"/>
            </a:xfrm>
            <a:prstGeom prst="rect">
              <a:avLst/>
            </a:prstGeom>
            <a:noFill/>
            <a:ln>
              <a:noFill/>
            </a:ln>
          </p:spPr>
        </p:pic>
        <p:pic>
          <p:nvPicPr>
            <p:cNvPr id="738" name="Google Shape;738;p84"/>
            <p:cNvPicPr preferRelativeResize="0"/>
            <p:nvPr/>
          </p:nvPicPr>
          <p:blipFill rotWithShape="1">
            <a:blip r:embed="rId4">
              <a:alphaModFix/>
            </a:blip>
            <a:srcRect/>
            <a:stretch/>
          </p:blipFill>
          <p:spPr>
            <a:xfrm>
              <a:off x="5149179" y="3879808"/>
              <a:ext cx="1958975" cy="1234440"/>
            </a:xfrm>
            <a:prstGeom prst="rect">
              <a:avLst/>
            </a:prstGeom>
            <a:noFill/>
            <a:ln>
              <a:noFill/>
            </a:ln>
          </p:spPr>
        </p:pic>
      </p:grpSp>
    </p:spTree>
    <p:extLst>
      <p:ext uri="{BB962C8B-B14F-4D97-AF65-F5344CB8AC3E}">
        <p14:creationId xmlns:p14="http://schemas.microsoft.com/office/powerpoint/2010/main" val="36739719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Shape 742"/>
        <p:cNvGrpSpPr/>
        <p:nvPr/>
      </p:nvGrpSpPr>
      <p:grpSpPr>
        <a:xfrm>
          <a:off x="0" y="0"/>
          <a:ext cx="0" cy="0"/>
          <a:chOff x="0" y="0"/>
          <a:chExt cx="0" cy="0"/>
        </a:xfrm>
      </p:grpSpPr>
      <p:pic>
        <p:nvPicPr>
          <p:cNvPr id="3" name="Picture 2">
            <a:extLst>
              <a:ext uri="{FF2B5EF4-FFF2-40B4-BE49-F238E27FC236}">
                <a16:creationId xmlns:a16="http://schemas.microsoft.com/office/drawing/2014/main" id="{918DA735-73D6-18D5-C894-FA4F26A47AD7}"/>
              </a:ext>
            </a:extLst>
          </p:cNvPr>
          <p:cNvPicPr>
            <a:picLocks noChangeAspect="1"/>
          </p:cNvPicPr>
          <p:nvPr/>
        </p:nvPicPr>
        <p:blipFill>
          <a:blip r:embed="rId3"/>
          <a:stretch>
            <a:fillRect/>
          </a:stretch>
        </p:blipFill>
        <p:spPr>
          <a:xfrm>
            <a:off x="1524000" y="0"/>
            <a:ext cx="5738649" cy="6858000"/>
          </a:xfrm>
          <a:prstGeom prst="rect">
            <a:avLst/>
          </a:prstGeom>
        </p:spPr>
      </p:pic>
      <p:pic>
        <p:nvPicPr>
          <p:cNvPr id="5" name="Picture 4">
            <a:extLst>
              <a:ext uri="{FF2B5EF4-FFF2-40B4-BE49-F238E27FC236}">
                <a16:creationId xmlns:a16="http://schemas.microsoft.com/office/drawing/2014/main" id="{54535012-AFD5-A3DD-F753-6D05BDFFCC70}"/>
              </a:ext>
            </a:extLst>
          </p:cNvPr>
          <p:cNvPicPr>
            <a:picLocks noChangeAspect="1"/>
          </p:cNvPicPr>
          <p:nvPr/>
        </p:nvPicPr>
        <p:blipFill>
          <a:blip r:embed="rId4"/>
          <a:stretch>
            <a:fillRect/>
          </a:stretch>
        </p:blipFill>
        <p:spPr>
          <a:xfrm>
            <a:off x="6495495" y="442863"/>
            <a:ext cx="3985254" cy="2685481"/>
          </a:xfrm>
          <a:prstGeom prst="rect">
            <a:avLst/>
          </a:prstGeom>
        </p:spPr>
      </p:pic>
      <p:pic>
        <p:nvPicPr>
          <p:cNvPr id="7" name="Picture 6">
            <a:extLst>
              <a:ext uri="{FF2B5EF4-FFF2-40B4-BE49-F238E27FC236}">
                <a16:creationId xmlns:a16="http://schemas.microsoft.com/office/drawing/2014/main" id="{69659546-7658-3D3E-74CF-941579C3B350}"/>
              </a:ext>
            </a:extLst>
          </p:cNvPr>
          <p:cNvPicPr>
            <a:picLocks noChangeAspect="1"/>
          </p:cNvPicPr>
          <p:nvPr/>
        </p:nvPicPr>
        <p:blipFill>
          <a:blip r:embed="rId5"/>
          <a:stretch>
            <a:fillRect/>
          </a:stretch>
        </p:blipFill>
        <p:spPr>
          <a:xfrm>
            <a:off x="6495495" y="4262160"/>
            <a:ext cx="4094792" cy="229843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Shape 742"/>
        <p:cNvGrpSpPr/>
        <p:nvPr/>
      </p:nvGrpSpPr>
      <p:grpSpPr>
        <a:xfrm>
          <a:off x="0" y="0"/>
          <a:ext cx="0" cy="0"/>
          <a:chOff x="0" y="0"/>
          <a:chExt cx="0" cy="0"/>
        </a:xfrm>
      </p:grpSpPr>
      <p:pic>
        <p:nvPicPr>
          <p:cNvPr id="743" name="Google Shape;743;p85"/>
          <p:cNvPicPr preferRelativeResize="0"/>
          <p:nvPr/>
        </p:nvPicPr>
        <p:blipFill rotWithShape="1">
          <a:blip r:embed="rId3">
            <a:alphaModFix/>
          </a:blip>
          <a:srcRect/>
          <a:stretch/>
        </p:blipFill>
        <p:spPr>
          <a:xfrm>
            <a:off x="2032000" y="393700"/>
            <a:ext cx="8128000" cy="6057900"/>
          </a:xfrm>
          <a:prstGeom prst="rect">
            <a:avLst/>
          </a:prstGeom>
          <a:noFill/>
          <a:ln>
            <a:noFill/>
          </a:ln>
        </p:spPr>
      </p:pic>
    </p:spTree>
    <p:extLst>
      <p:ext uri="{BB962C8B-B14F-4D97-AF65-F5344CB8AC3E}">
        <p14:creationId xmlns:p14="http://schemas.microsoft.com/office/powerpoint/2010/main" val="369110423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Shape 747"/>
        <p:cNvGrpSpPr/>
        <p:nvPr/>
      </p:nvGrpSpPr>
      <p:grpSpPr>
        <a:xfrm>
          <a:off x="0" y="0"/>
          <a:ext cx="0" cy="0"/>
          <a:chOff x="0" y="0"/>
          <a:chExt cx="0" cy="0"/>
        </a:xfrm>
      </p:grpSpPr>
      <p:sp>
        <p:nvSpPr>
          <p:cNvPr id="748" name="Google Shape;748;p86"/>
          <p:cNvSpPr txBox="1">
            <a:spLocks noGrp="1"/>
          </p:cNvSpPr>
          <p:nvPr>
            <p:ph type="title"/>
          </p:nvPr>
        </p:nvSpPr>
        <p:spPr>
          <a:xfrm>
            <a:off x="1981200" y="-3"/>
            <a:ext cx="8229600" cy="862500"/>
          </a:xfrm>
          <a:prstGeom prst="rect">
            <a:avLst/>
          </a:prstGeom>
          <a:noFill/>
          <a:ln>
            <a:noFill/>
          </a:ln>
        </p:spPr>
        <p:txBody>
          <a:bodyPr spcFirstLastPara="1" wrap="square" lIns="91425" tIns="45700" rIns="91425" bIns="45700" anchor="ctr" anchorCtr="0">
            <a:noAutofit/>
          </a:bodyPr>
          <a:lstStyle/>
          <a:p>
            <a:pPr>
              <a:buSzPts val="4400"/>
            </a:pPr>
            <a:r>
              <a:rPr lang="en-US" u="sng" dirty="0"/>
              <a:t>San Andreas Fault</a:t>
            </a:r>
            <a:endParaRPr u="sng" dirty="0"/>
          </a:p>
        </p:txBody>
      </p:sp>
      <p:pic>
        <p:nvPicPr>
          <p:cNvPr id="3" name="Online Media 2" title="The San Andreas Fault: What you need to know | Earthquake Ready or Not">
            <a:hlinkClick r:id="" action="ppaction://media"/>
            <a:extLst>
              <a:ext uri="{FF2B5EF4-FFF2-40B4-BE49-F238E27FC236}">
                <a16:creationId xmlns:a16="http://schemas.microsoft.com/office/drawing/2014/main" id="{70715FCF-9226-B834-C56D-E0E75847A09E}"/>
              </a:ext>
            </a:extLst>
          </p:cNvPr>
          <p:cNvPicPr>
            <a:picLocks noRot="1" noChangeAspect="1"/>
          </p:cNvPicPr>
          <p:nvPr>
            <a:videoFile r:link="rId1"/>
          </p:nvPr>
        </p:nvPicPr>
        <p:blipFill>
          <a:blip r:embed="rId4"/>
          <a:stretch>
            <a:fillRect/>
          </a:stretch>
        </p:blipFill>
        <p:spPr>
          <a:xfrm>
            <a:off x="1912497" y="1065320"/>
            <a:ext cx="8579129" cy="48472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Shape 747"/>
        <p:cNvGrpSpPr/>
        <p:nvPr/>
      </p:nvGrpSpPr>
      <p:grpSpPr>
        <a:xfrm>
          <a:off x="0" y="0"/>
          <a:ext cx="0" cy="0"/>
          <a:chOff x="0" y="0"/>
          <a:chExt cx="0" cy="0"/>
        </a:xfrm>
      </p:grpSpPr>
      <p:sp>
        <p:nvSpPr>
          <p:cNvPr id="748" name="Google Shape;748;p86"/>
          <p:cNvSpPr txBox="1">
            <a:spLocks noGrp="1"/>
          </p:cNvSpPr>
          <p:nvPr>
            <p:ph type="title"/>
          </p:nvPr>
        </p:nvSpPr>
        <p:spPr>
          <a:xfrm>
            <a:off x="1981200" y="-3"/>
            <a:ext cx="8229600" cy="862500"/>
          </a:xfrm>
          <a:prstGeom prst="rect">
            <a:avLst/>
          </a:prstGeom>
          <a:noFill/>
          <a:ln>
            <a:noFill/>
          </a:ln>
        </p:spPr>
        <p:txBody>
          <a:bodyPr spcFirstLastPara="1" wrap="square" lIns="91425" tIns="45700" rIns="91425" bIns="45700" anchor="ctr" anchorCtr="0">
            <a:noAutofit/>
          </a:bodyPr>
          <a:lstStyle/>
          <a:p>
            <a:pPr>
              <a:buSzPts val="4400"/>
            </a:pPr>
            <a:r>
              <a:rPr lang="en-US"/>
              <a:t>San Andreas Fault</a:t>
            </a:r>
            <a:endParaRPr/>
          </a:p>
        </p:txBody>
      </p:sp>
      <p:pic>
        <p:nvPicPr>
          <p:cNvPr id="2" name="Online Media 1" title="Special look into San Andreas Fault">
            <a:hlinkClick r:id="" action="ppaction://media"/>
            <a:extLst>
              <a:ext uri="{FF2B5EF4-FFF2-40B4-BE49-F238E27FC236}">
                <a16:creationId xmlns:a16="http://schemas.microsoft.com/office/drawing/2014/main" id="{BC961746-1626-E10B-DF36-152FA3DA1B60}"/>
              </a:ext>
            </a:extLst>
          </p:cNvPr>
          <p:cNvPicPr>
            <a:picLocks noRot="1" noChangeAspect="1"/>
          </p:cNvPicPr>
          <p:nvPr>
            <a:videoFile r:link="rId1"/>
          </p:nvPr>
        </p:nvPicPr>
        <p:blipFill>
          <a:blip r:embed="rId4"/>
          <a:stretch>
            <a:fillRect/>
          </a:stretch>
        </p:blipFill>
        <p:spPr>
          <a:xfrm>
            <a:off x="1701986" y="946382"/>
            <a:ext cx="8788029" cy="4965236"/>
          </a:xfrm>
          <a:prstGeom prst="rect">
            <a:avLst/>
          </a:prstGeom>
        </p:spPr>
      </p:pic>
    </p:spTree>
    <p:extLst>
      <p:ext uri="{BB962C8B-B14F-4D97-AF65-F5344CB8AC3E}">
        <p14:creationId xmlns:p14="http://schemas.microsoft.com/office/powerpoint/2010/main" val="2044854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2">
            <a:lumMod val="20000"/>
            <a:lumOff val="80000"/>
          </a:schemeClr>
        </a:solidFill>
        <a:effectLst/>
      </p:bgPr>
    </p:bg>
    <p:spTree>
      <p:nvGrpSpPr>
        <p:cNvPr id="1" name="Shape 753"/>
        <p:cNvGrpSpPr/>
        <p:nvPr/>
      </p:nvGrpSpPr>
      <p:grpSpPr>
        <a:xfrm>
          <a:off x="0" y="0"/>
          <a:ext cx="0" cy="0"/>
          <a:chOff x="0" y="0"/>
          <a:chExt cx="0" cy="0"/>
        </a:xfrm>
      </p:grpSpPr>
      <p:sp>
        <p:nvSpPr>
          <p:cNvPr id="754" name="Google Shape;754;p87"/>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457200" indent="-457200" algn="l">
              <a:buSzPts val="3200"/>
              <a:buFont typeface="Noto Sans Symbols"/>
              <a:buChar char="✓"/>
            </a:pPr>
            <a:r>
              <a:rPr lang="en-US" sz="3200" b="1"/>
              <a:t>Checkpoint – Transform Boundaries</a:t>
            </a:r>
            <a:r>
              <a:rPr lang="en-US" sz="3200"/>
              <a:t>: Using ESRT page 5, find the transform boundary located in the continental United States. What is the name of this boundary? Which two plates are sliding past each other at this boundary? </a:t>
            </a:r>
            <a:br>
              <a:rPr lang="en-US" sz="3200"/>
            </a:br>
            <a:endParaRPr sz="3200"/>
          </a:p>
        </p:txBody>
      </p:sp>
      <p:sp>
        <p:nvSpPr>
          <p:cNvPr id="755" name="Google Shape;755;p87"/>
          <p:cNvSpPr txBox="1">
            <a:spLocks noGrp="1"/>
          </p:cNvSpPr>
          <p:nvPr>
            <p:ph type="body" idx="1"/>
          </p:nvPr>
        </p:nvSpPr>
        <p:spPr>
          <a:xfrm>
            <a:off x="1981200" y="3123189"/>
            <a:ext cx="8513148" cy="3598287"/>
          </a:xfrm>
          <a:prstGeom prst="rect">
            <a:avLst/>
          </a:prstGeom>
          <a:noFill/>
          <a:ln>
            <a:noFill/>
          </a:ln>
        </p:spPr>
        <p:txBody>
          <a:bodyPr spcFirstLastPara="1" wrap="square" lIns="91425" tIns="45700" rIns="91425" bIns="45700" anchor="t" anchorCtr="0">
            <a:noAutofit/>
          </a:bodyPr>
          <a:lstStyle/>
          <a:p>
            <a:pPr marL="0" indent="0" algn="ctr">
              <a:spcBef>
                <a:spcPts val="0"/>
              </a:spcBef>
              <a:buClr>
                <a:srgbClr val="0000FF"/>
              </a:buClr>
              <a:buSzPts val="3200"/>
              <a:buNone/>
            </a:pPr>
            <a:r>
              <a:rPr lang="en-US" b="1">
                <a:solidFill>
                  <a:srgbClr val="0000FF"/>
                </a:solidFill>
              </a:rPr>
              <a:t>San Andreas Fault; </a:t>
            </a:r>
            <a:endParaRPr/>
          </a:p>
          <a:p>
            <a:pPr marL="0" indent="0" algn="ctr">
              <a:spcBef>
                <a:spcPts val="640"/>
              </a:spcBef>
              <a:buClr>
                <a:srgbClr val="0000FF"/>
              </a:buClr>
              <a:buSzPts val="3200"/>
              <a:buNone/>
            </a:pPr>
            <a:r>
              <a:rPr lang="en-US" b="1">
                <a:solidFill>
                  <a:srgbClr val="0000FF"/>
                </a:solidFill>
              </a:rPr>
              <a:t>North American Plate &amp; Pacific Plate</a:t>
            </a:r>
            <a:endParaRPr>
              <a:solidFill>
                <a:srgbClr val="0000FF"/>
              </a:solidFill>
            </a:endParaRPr>
          </a:p>
          <a:p>
            <a:pPr marL="0" indent="0" algn="ctr">
              <a:spcBef>
                <a:spcPts val="640"/>
              </a:spcBef>
              <a:buSzPts val="3200"/>
              <a:buNone/>
            </a:pPr>
            <a:endParaRPr>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759"/>
        <p:cNvGrpSpPr/>
        <p:nvPr/>
      </p:nvGrpSpPr>
      <p:grpSpPr>
        <a:xfrm>
          <a:off x="0" y="0"/>
          <a:ext cx="0" cy="0"/>
          <a:chOff x="0" y="0"/>
          <a:chExt cx="0" cy="0"/>
        </a:xfrm>
      </p:grpSpPr>
      <p:sp>
        <p:nvSpPr>
          <p:cNvPr id="760" name="Google Shape;760;p88"/>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 </a:t>
            </a:r>
            <a:r>
              <a:rPr lang="en-US" sz="3600"/>
              <a:t>Use your knowledge of Earth Science and the Earth Science Reference Tables to answer the questions below. </a:t>
            </a:r>
            <a:endParaRPr/>
          </a:p>
        </p:txBody>
      </p:sp>
      <p:sp>
        <p:nvSpPr>
          <p:cNvPr id="761" name="Google Shape;761;p88"/>
          <p:cNvSpPr txBox="1">
            <a:spLocks noGrp="1"/>
          </p:cNvSpPr>
          <p:nvPr>
            <p:ph type="body" idx="1"/>
          </p:nvPr>
        </p:nvSpPr>
        <p:spPr>
          <a:xfrm>
            <a:off x="1981200" y="2373623"/>
            <a:ext cx="8513148" cy="4347852"/>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a:t>1. The movement of tectonic plates is inferred by many scientists to be driven by</a:t>
            </a:r>
            <a:endParaRPr/>
          </a:p>
          <a:p>
            <a:pPr marL="400050" lvl="1" indent="0">
              <a:spcBef>
                <a:spcPts val="560"/>
              </a:spcBef>
              <a:buSzPts val="2800"/>
              <a:buNone/>
            </a:pPr>
            <a:r>
              <a:rPr lang="en-US"/>
              <a:t>a. tidal motions in the hydrosphere</a:t>
            </a:r>
            <a:endParaRPr/>
          </a:p>
          <a:p>
            <a:pPr marL="400050" lvl="1" indent="0">
              <a:spcBef>
                <a:spcPts val="560"/>
              </a:spcBef>
              <a:buSzPts val="2800"/>
              <a:buNone/>
            </a:pPr>
            <a:r>
              <a:rPr lang="en-US"/>
              <a:t>b. density differences in the troposphere</a:t>
            </a:r>
            <a:endParaRPr/>
          </a:p>
          <a:p>
            <a:pPr marL="400050" lvl="1" indent="0">
              <a:spcBef>
                <a:spcPts val="560"/>
              </a:spcBef>
              <a:buSzPts val="2800"/>
              <a:buNone/>
            </a:pPr>
            <a:r>
              <a:rPr lang="en-US"/>
              <a:t>c. convection currents in the asthenosphere</a:t>
            </a:r>
            <a:endParaRPr/>
          </a:p>
          <a:p>
            <a:pPr marL="400050" lvl="1" indent="0">
              <a:spcBef>
                <a:spcPts val="560"/>
              </a:spcBef>
              <a:buSzPts val="2800"/>
              <a:buNone/>
            </a:pPr>
            <a:r>
              <a:rPr lang="en-US"/>
              <a:t>d. solidification in the lithosphere</a:t>
            </a:r>
            <a:endParaRPr/>
          </a:p>
          <a:p>
            <a:pPr marL="0" indent="0">
              <a:spcBef>
                <a:spcPts val="640"/>
              </a:spcBef>
              <a:buSzPts val="3200"/>
              <a:buNone/>
            </a:pPr>
            <a:endParaRPr/>
          </a:p>
        </p:txBody>
      </p:sp>
      <p:sp>
        <p:nvSpPr>
          <p:cNvPr id="762" name="Google Shape;762;p88"/>
          <p:cNvSpPr/>
          <p:nvPr/>
        </p:nvSpPr>
        <p:spPr>
          <a:xfrm>
            <a:off x="2260824" y="4545192"/>
            <a:ext cx="7194568" cy="451909"/>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62"/>
                                        </p:tgtEl>
                                        <p:attrNameLst>
                                          <p:attrName>style.visibility</p:attrName>
                                        </p:attrNameLst>
                                      </p:cBhvr>
                                      <p:to>
                                        <p:strVal val="visible"/>
                                      </p:to>
                                    </p:set>
                                    <p:animEffect transition="in" filter="fade">
                                      <p:cBhvr>
                                        <p:cTn id="7" dur="500"/>
                                        <p:tgtEl>
                                          <p:spTgt spid="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766"/>
        <p:cNvGrpSpPr/>
        <p:nvPr/>
      </p:nvGrpSpPr>
      <p:grpSpPr>
        <a:xfrm>
          <a:off x="0" y="0"/>
          <a:ext cx="0" cy="0"/>
          <a:chOff x="0" y="0"/>
          <a:chExt cx="0" cy="0"/>
        </a:xfrm>
      </p:grpSpPr>
      <p:sp>
        <p:nvSpPr>
          <p:cNvPr id="767" name="Google Shape;767;p89"/>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768" name="Google Shape;768;p89"/>
          <p:cNvSpPr txBox="1">
            <a:spLocks noGrp="1"/>
          </p:cNvSpPr>
          <p:nvPr>
            <p:ph type="body" idx="1"/>
          </p:nvPr>
        </p:nvSpPr>
        <p:spPr>
          <a:xfrm>
            <a:off x="1981200" y="895315"/>
            <a:ext cx="8513148" cy="5826161"/>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a:t>2. The diagram below shows some features of Earth’s crust and upper mantle.</a:t>
            </a:r>
            <a:endParaRPr/>
          </a:p>
          <a:p>
            <a:pPr marL="0" indent="0">
              <a:spcBef>
                <a:spcPts val="640"/>
              </a:spcBef>
              <a:buSzPts val="3200"/>
              <a:buNone/>
            </a:pPr>
            <a:endParaRPr/>
          </a:p>
          <a:p>
            <a:pPr marL="0" indent="0">
              <a:spcBef>
                <a:spcPts val="640"/>
              </a:spcBef>
              <a:buSzPts val="3200"/>
              <a:buNone/>
            </a:pPr>
            <a:endParaRPr/>
          </a:p>
          <a:p>
            <a:pPr marL="0" indent="0">
              <a:spcBef>
                <a:spcPts val="640"/>
              </a:spcBef>
              <a:buSzPts val="3200"/>
              <a:buNone/>
            </a:pPr>
            <a:endParaRPr/>
          </a:p>
        </p:txBody>
      </p:sp>
      <p:pic>
        <p:nvPicPr>
          <p:cNvPr id="769" name="Google Shape;769;p89"/>
          <p:cNvPicPr preferRelativeResize="0"/>
          <p:nvPr/>
        </p:nvPicPr>
        <p:blipFill rotWithShape="1">
          <a:blip r:embed="rId3">
            <a:alphaModFix/>
          </a:blip>
          <a:srcRect/>
          <a:stretch/>
        </p:blipFill>
        <p:spPr>
          <a:xfrm>
            <a:off x="2139873" y="2170699"/>
            <a:ext cx="8040606" cy="3242827"/>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773"/>
        <p:cNvGrpSpPr/>
        <p:nvPr/>
      </p:nvGrpSpPr>
      <p:grpSpPr>
        <a:xfrm>
          <a:off x="0" y="0"/>
          <a:ext cx="0" cy="0"/>
          <a:chOff x="0" y="0"/>
          <a:chExt cx="0" cy="0"/>
        </a:xfrm>
      </p:grpSpPr>
      <p:sp>
        <p:nvSpPr>
          <p:cNvPr id="774" name="Google Shape;774;p90"/>
          <p:cNvSpPr txBox="1">
            <a:spLocks noGrp="1"/>
          </p:cNvSpPr>
          <p:nvPr>
            <p:ph type="title"/>
          </p:nvPr>
        </p:nvSpPr>
        <p:spPr>
          <a:xfrm>
            <a:off x="1583538" y="36530"/>
            <a:ext cx="9084462" cy="1563670"/>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775" name="Google Shape;775;p90"/>
          <p:cNvSpPr txBox="1">
            <a:spLocks noGrp="1"/>
          </p:cNvSpPr>
          <p:nvPr>
            <p:ph type="body" idx="1"/>
          </p:nvPr>
        </p:nvSpPr>
        <p:spPr>
          <a:xfrm>
            <a:off x="1981200" y="895315"/>
            <a:ext cx="8513148" cy="5826161"/>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a:t>Which model most accurately shows the movements (arrows) associated with the surface features shown in the diagram?</a:t>
            </a:r>
            <a:endParaRPr/>
          </a:p>
          <a:p>
            <a:pPr marL="0" indent="0">
              <a:spcBef>
                <a:spcPts val="640"/>
              </a:spcBef>
              <a:buSzPts val="3200"/>
              <a:buNone/>
            </a:pPr>
            <a:endParaRPr/>
          </a:p>
        </p:txBody>
      </p:sp>
      <p:pic>
        <p:nvPicPr>
          <p:cNvPr id="776" name="Google Shape;776;p90"/>
          <p:cNvPicPr preferRelativeResize="0"/>
          <p:nvPr/>
        </p:nvPicPr>
        <p:blipFill rotWithShape="1">
          <a:blip r:embed="rId3">
            <a:alphaModFix/>
          </a:blip>
          <a:srcRect/>
          <a:stretch/>
        </p:blipFill>
        <p:spPr>
          <a:xfrm>
            <a:off x="2667000" y="2642806"/>
            <a:ext cx="6858000" cy="3891280"/>
          </a:xfrm>
          <a:prstGeom prst="rect">
            <a:avLst/>
          </a:prstGeom>
          <a:noFill/>
          <a:ln>
            <a:noFill/>
          </a:ln>
        </p:spPr>
      </p:pic>
      <p:sp>
        <p:nvSpPr>
          <p:cNvPr id="777" name="Google Shape;777;p90"/>
          <p:cNvSpPr/>
          <p:nvPr/>
        </p:nvSpPr>
        <p:spPr>
          <a:xfrm>
            <a:off x="2667001" y="2642806"/>
            <a:ext cx="3090545" cy="1713230"/>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7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781"/>
        <p:cNvGrpSpPr/>
        <p:nvPr/>
      </p:nvGrpSpPr>
      <p:grpSpPr>
        <a:xfrm>
          <a:off x="0" y="0"/>
          <a:ext cx="0" cy="0"/>
          <a:chOff x="0" y="0"/>
          <a:chExt cx="0" cy="0"/>
        </a:xfrm>
      </p:grpSpPr>
      <p:sp>
        <p:nvSpPr>
          <p:cNvPr id="782" name="Google Shape;782;p91"/>
          <p:cNvSpPr txBox="1">
            <a:spLocks noGrp="1"/>
          </p:cNvSpPr>
          <p:nvPr>
            <p:ph type="title"/>
          </p:nvPr>
        </p:nvSpPr>
        <p:spPr>
          <a:xfrm>
            <a:off x="1583538" y="458068"/>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783" name="Google Shape;783;p91"/>
          <p:cNvSpPr txBox="1">
            <a:spLocks noGrp="1"/>
          </p:cNvSpPr>
          <p:nvPr>
            <p:ph type="body" idx="1"/>
          </p:nvPr>
        </p:nvSpPr>
        <p:spPr>
          <a:xfrm>
            <a:off x="1981200" y="1436667"/>
            <a:ext cx="8513148" cy="5284809"/>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a:t>3. According to tectonic plate maps, New York State is presently located</a:t>
            </a:r>
            <a:endParaRPr/>
          </a:p>
          <a:p>
            <a:pPr marL="400050" lvl="1" indent="0">
              <a:spcBef>
                <a:spcPts val="560"/>
              </a:spcBef>
              <a:buSzPts val="2800"/>
              <a:buNone/>
            </a:pPr>
            <a:r>
              <a:rPr lang="en-US"/>
              <a:t>a. at a convergent plate boundary</a:t>
            </a:r>
            <a:endParaRPr/>
          </a:p>
          <a:p>
            <a:pPr marL="400050" lvl="1" indent="0">
              <a:spcBef>
                <a:spcPts val="560"/>
              </a:spcBef>
              <a:buSzPts val="2800"/>
              <a:buNone/>
            </a:pPr>
            <a:r>
              <a:rPr lang="en-US"/>
              <a:t>b. above a mantle hot spot</a:t>
            </a:r>
            <a:endParaRPr/>
          </a:p>
          <a:p>
            <a:pPr marL="400050" lvl="1" indent="0">
              <a:spcBef>
                <a:spcPts val="560"/>
              </a:spcBef>
              <a:buSzPts val="2800"/>
              <a:buNone/>
            </a:pPr>
            <a:r>
              <a:rPr lang="en-US"/>
              <a:t>c. above a mid-ocean ridge</a:t>
            </a:r>
            <a:endParaRPr/>
          </a:p>
          <a:p>
            <a:pPr marL="400050" lvl="1" indent="0">
              <a:spcBef>
                <a:spcPts val="560"/>
              </a:spcBef>
              <a:buSzPts val="2800"/>
              <a:buNone/>
            </a:pPr>
            <a:r>
              <a:rPr lang="en-US"/>
              <a:t>d. near the center of a large plate</a:t>
            </a:r>
            <a:endParaRPr/>
          </a:p>
        </p:txBody>
      </p:sp>
      <p:sp>
        <p:nvSpPr>
          <p:cNvPr id="784" name="Google Shape;784;p91"/>
          <p:cNvSpPr/>
          <p:nvPr/>
        </p:nvSpPr>
        <p:spPr>
          <a:xfrm>
            <a:off x="2210192" y="4069809"/>
            <a:ext cx="5892077" cy="563667"/>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788"/>
        <p:cNvGrpSpPr/>
        <p:nvPr/>
      </p:nvGrpSpPr>
      <p:grpSpPr>
        <a:xfrm>
          <a:off x="0" y="0"/>
          <a:ext cx="0" cy="0"/>
          <a:chOff x="0" y="0"/>
          <a:chExt cx="0" cy="0"/>
        </a:xfrm>
      </p:grpSpPr>
      <p:sp>
        <p:nvSpPr>
          <p:cNvPr id="789" name="Google Shape;789;p92"/>
          <p:cNvSpPr txBox="1">
            <a:spLocks noGrp="1"/>
          </p:cNvSpPr>
          <p:nvPr>
            <p:ph type="title"/>
          </p:nvPr>
        </p:nvSpPr>
        <p:spPr>
          <a:xfrm>
            <a:off x="1583538" y="458068"/>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790" name="Google Shape;790;p92"/>
          <p:cNvSpPr txBox="1">
            <a:spLocks noGrp="1"/>
          </p:cNvSpPr>
          <p:nvPr>
            <p:ph type="body" idx="1"/>
          </p:nvPr>
        </p:nvSpPr>
        <p:spPr>
          <a:xfrm>
            <a:off x="1981200" y="1436667"/>
            <a:ext cx="8513148" cy="5284809"/>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a:t>4. Which coastal area is most likely to experience a severe earthquake?</a:t>
            </a:r>
            <a:endParaRPr/>
          </a:p>
          <a:p>
            <a:pPr marL="400050" lvl="1" indent="0">
              <a:spcBef>
                <a:spcPts val="560"/>
              </a:spcBef>
              <a:buSzPts val="2800"/>
              <a:buNone/>
            </a:pPr>
            <a:r>
              <a:rPr lang="en-US"/>
              <a:t>a. east coast of North America</a:t>
            </a:r>
            <a:endParaRPr/>
          </a:p>
          <a:p>
            <a:pPr marL="400050" lvl="1" indent="0">
              <a:spcBef>
                <a:spcPts val="560"/>
              </a:spcBef>
              <a:buSzPts val="2800"/>
              <a:buNone/>
            </a:pPr>
            <a:r>
              <a:rPr lang="en-US"/>
              <a:t>b. east coast of Australia</a:t>
            </a:r>
            <a:endParaRPr/>
          </a:p>
          <a:p>
            <a:pPr marL="400050" lvl="1" indent="0">
              <a:spcBef>
                <a:spcPts val="560"/>
              </a:spcBef>
              <a:buSzPts val="2800"/>
              <a:buNone/>
            </a:pPr>
            <a:r>
              <a:rPr lang="en-US"/>
              <a:t>c. west coast of Africa</a:t>
            </a:r>
            <a:endParaRPr/>
          </a:p>
          <a:p>
            <a:pPr marL="400050" lvl="1" indent="0">
              <a:spcBef>
                <a:spcPts val="560"/>
              </a:spcBef>
              <a:buSzPts val="2800"/>
              <a:buNone/>
            </a:pPr>
            <a:r>
              <a:rPr lang="en-US"/>
              <a:t>d. west coast of South America</a:t>
            </a:r>
            <a:endParaRPr/>
          </a:p>
          <a:p>
            <a:pPr marL="0" indent="0">
              <a:spcBef>
                <a:spcPts val="640"/>
              </a:spcBef>
              <a:buSzPts val="3200"/>
              <a:buNone/>
            </a:pPr>
            <a:endParaRPr/>
          </a:p>
        </p:txBody>
      </p:sp>
      <p:sp>
        <p:nvSpPr>
          <p:cNvPr id="791" name="Google Shape;791;p92"/>
          <p:cNvSpPr/>
          <p:nvPr/>
        </p:nvSpPr>
        <p:spPr>
          <a:xfrm>
            <a:off x="2210192" y="4069809"/>
            <a:ext cx="5892077" cy="563667"/>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795"/>
        <p:cNvGrpSpPr/>
        <p:nvPr/>
      </p:nvGrpSpPr>
      <p:grpSpPr>
        <a:xfrm>
          <a:off x="0" y="0"/>
          <a:ext cx="0" cy="0"/>
          <a:chOff x="0" y="0"/>
          <a:chExt cx="0" cy="0"/>
        </a:xfrm>
      </p:grpSpPr>
      <p:sp>
        <p:nvSpPr>
          <p:cNvPr id="796" name="Google Shape;796;p93"/>
          <p:cNvSpPr txBox="1">
            <a:spLocks noGrp="1"/>
          </p:cNvSpPr>
          <p:nvPr>
            <p:ph type="title"/>
          </p:nvPr>
        </p:nvSpPr>
        <p:spPr>
          <a:xfrm>
            <a:off x="1541904" y="-1"/>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797" name="Google Shape;797;p93"/>
          <p:cNvSpPr txBox="1">
            <a:spLocks noGrp="1"/>
          </p:cNvSpPr>
          <p:nvPr>
            <p:ph type="body" idx="1"/>
          </p:nvPr>
        </p:nvSpPr>
        <p:spPr>
          <a:xfrm>
            <a:off x="1981200" y="541354"/>
            <a:ext cx="8513148" cy="6180122"/>
          </a:xfrm>
          <a:prstGeom prst="rect">
            <a:avLst/>
          </a:prstGeom>
          <a:noFill/>
          <a:ln>
            <a:noFill/>
          </a:ln>
        </p:spPr>
        <p:txBody>
          <a:bodyPr spcFirstLastPara="1" wrap="square" lIns="91425" tIns="45700" rIns="91425" bIns="45700" anchor="t" anchorCtr="0">
            <a:noAutofit/>
          </a:bodyPr>
          <a:lstStyle/>
          <a:p>
            <a:pPr marL="0" indent="0">
              <a:spcBef>
                <a:spcPts val="0"/>
              </a:spcBef>
              <a:buSzPts val="2400"/>
              <a:buNone/>
            </a:pPr>
            <a:r>
              <a:rPr lang="en-US" sz="2400" dirty="0"/>
              <a:t>5. The map below shows the northern section of the boundary between the Arabian Plate and the African Plate. Arrows show the relative direction of plate motion.</a:t>
            </a:r>
            <a:endParaRPr dirty="0"/>
          </a:p>
          <a:p>
            <a:pPr marL="0" indent="0">
              <a:spcBef>
                <a:spcPts val="480"/>
              </a:spcBef>
              <a:buSzPts val="2400"/>
              <a:buNone/>
            </a:pPr>
            <a:endParaRPr sz="2400" dirty="0"/>
          </a:p>
          <a:p>
            <a:pPr marL="0" indent="0">
              <a:spcBef>
                <a:spcPts val="480"/>
              </a:spcBef>
              <a:buSzPts val="2400"/>
              <a:buNone/>
            </a:pPr>
            <a:endParaRPr sz="2400" dirty="0"/>
          </a:p>
          <a:p>
            <a:pPr marL="0" indent="0">
              <a:spcBef>
                <a:spcPts val="480"/>
              </a:spcBef>
              <a:buSzPts val="2400"/>
              <a:buNone/>
            </a:pPr>
            <a:endParaRPr sz="2400" dirty="0"/>
          </a:p>
          <a:p>
            <a:pPr marL="0" indent="0">
              <a:spcBef>
                <a:spcPts val="480"/>
              </a:spcBef>
              <a:buSzPts val="2400"/>
              <a:buNone/>
            </a:pPr>
            <a:endParaRPr sz="2400" dirty="0"/>
          </a:p>
          <a:p>
            <a:pPr marL="0" indent="0">
              <a:spcBef>
                <a:spcPts val="480"/>
              </a:spcBef>
              <a:buSzPts val="2400"/>
              <a:buNone/>
            </a:pPr>
            <a:endParaRPr sz="2400" dirty="0"/>
          </a:p>
          <a:p>
            <a:pPr marL="0" indent="0">
              <a:spcBef>
                <a:spcPts val="480"/>
              </a:spcBef>
              <a:buSzPts val="2400"/>
              <a:buNone/>
            </a:pPr>
            <a:endParaRPr sz="2400" dirty="0"/>
          </a:p>
          <a:p>
            <a:pPr marL="0" indent="0">
              <a:spcBef>
                <a:spcPts val="480"/>
              </a:spcBef>
              <a:buSzPts val="2400"/>
              <a:buNone/>
            </a:pPr>
            <a:endParaRPr sz="2400" dirty="0"/>
          </a:p>
          <a:p>
            <a:pPr marL="0" indent="0">
              <a:spcBef>
                <a:spcPts val="480"/>
              </a:spcBef>
              <a:buSzPts val="2400"/>
              <a:buNone/>
            </a:pPr>
            <a:r>
              <a:rPr lang="en-US" sz="2400" dirty="0"/>
              <a:t>Which type of plate boundary is located at the Jordan Fault?</a:t>
            </a:r>
            <a:endParaRPr dirty="0"/>
          </a:p>
          <a:p>
            <a:pPr marL="0" indent="0">
              <a:spcBef>
                <a:spcPts val="480"/>
              </a:spcBef>
              <a:buSzPts val="2400"/>
              <a:buNone/>
            </a:pPr>
            <a:r>
              <a:rPr lang="en-US" sz="2400" dirty="0"/>
              <a:t>a. divergent					c. transform</a:t>
            </a:r>
            <a:endParaRPr dirty="0"/>
          </a:p>
          <a:p>
            <a:pPr marL="0" indent="0">
              <a:spcBef>
                <a:spcPts val="480"/>
              </a:spcBef>
              <a:buSzPts val="2400"/>
              <a:buNone/>
            </a:pPr>
            <a:r>
              <a:rPr lang="en-US" sz="2400" dirty="0"/>
              <a:t>b. convergent				d. complex</a:t>
            </a:r>
            <a:endParaRPr dirty="0"/>
          </a:p>
          <a:p>
            <a:pPr marL="0" indent="0">
              <a:spcBef>
                <a:spcPts val="480"/>
              </a:spcBef>
              <a:buSzPts val="2400"/>
              <a:buNone/>
            </a:pPr>
            <a:r>
              <a:rPr lang="en-US" sz="2400" dirty="0"/>
              <a:t> </a:t>
            </a:r>
            <a:endParaRPr dirty="0"/>
          </a:p>
          <a:p>
            <a:pPr marL="0" indent="0">
              <a:spcBef>
                <a:spcPts val="480"/>
              </a:spcBef>
              <a:buSzPts val="2400"/>
              <a:buNone/>
            </a:pPr>
            <a:endParaRPr sz="2400" dirty="0"/>
          </a:p>
        </p:txBody>
      </p:sp>
      <p:sp>
        <p:nvSpPr>
          <p:cNvPr id="798" name="Google Shape;798;p93"/>
          <p:cNvSpPr/>
          <p:nvPr/>
        </p:nvSpPr>
        <p:spPr>
          <a:xfrm>
            <a:off x="7269823" y="5252958"/>
            <a:ext cx="2073316" cy="386855"/>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pic>
        <p:nvPicPr>
          <p:cNvPr id="799" name="Google Shape;799;p93"/>
          <p:cNvPicPr preferRelativeResize="0"/>
          <p:nvPr/>
        </p:nvPicPr>
        <p:blipFill rotWithShape="1">
          <a:blip r:embed="rId3">
            <a:alphaModFix/>
          </a:blip>
          <a:srcRect/>
          <a:stretch/>
        </p:blipFill>
        <p:spPr>
          <a:xfrm>
            <a:off x="4648200" y="1807228"/>
            <a:ext cx="1934404" cy="293742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803"/>
        <p:cNvGrpSpPr/>
        <p:nvPr/>
      </p:nvGrpSpPr>
      <p:grpSpPr>
        <a:xfrm>
          <a:off x="0" y="0"/>
          <a:ext cx="0" cy="0"/>
          <a:chOff x="0" y="0"/>
          <a:chExt cx="0" cy="0"/>
        </a:xfrm>
      </p:grpSpPr>
      <p:sp>
        <p:nvSpPr>
          <p:cNvPr id="804" name="Google Shape;804;p94"/>
          <p:cNvSpPr txBox="1">
            <a:spLocks noGrp="1"/>
          </p:cNvSpPr>
          <p:nvPr>
            <p:ph type="title"/>
          </p:nvPr>
        </p:nvSpPr>
        <p:spPr>
          <a:xfrm>
            <a:off x="1541904" y="190429"/>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805" name="Google Shape;805;p94"/>
          <p:cNvSpPr txBox="1">
            <a:spLocks noGrp="1"/>
          </p:cNvSpPr>
          <p:nvPr>
            <p:ph type="body" idx="1"/>
          </p:nvPr>
        </p:nvSpPr>
        <p:spPr>
          <a:xfrm>
            <a:off x="1981200" y="1290918"/>
            <a:ext cx="8513148" cy="5430558"/>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a:t>6. Which of the following locations is the site of a convergent plate boundary?</a:t>
            </a:r>
            <a:endParaRPr/>
          </a:p>
          <a:p>
            <a:pPr marL="400050" lvl="1" indent="0">
              <a:spcBef>
                <a:spcPts val="560"/>
              </a:spcBef>
              <a:buSzPts val="2800"/>
              <a:buNone/>
            </a:pPr>
            <a:r>
              <a:rPr lang="en-US"/>
              <a:t>a. the Mid-Atlantic ridge</a:t>
            </a:r>
            <a:endParaRPr/>
          </a:p>
          <a:p>
            <a:pPr marL="400050" lvl="1" indent="0">
              <a:spcBef>
                <a:spcPts val="560"/>
              </a:spcBef>
              <a:buSzPts val="2800"/>
              <a:buNone/>
            </a:pPr>
            <a:r>
              <a:rPr lang="en-US"/>
              <a:t>b. the Aleutian trench</a:t>
            </a:r>
            <a:endParaRPr/>
          </a:p>
          <a:p>
            <a:pPr marL="400050" lvl="1" indent="0">
              <a:spcBef>
                <a:spcPts val="560"/>
              </a:spcBef>
              <a:buSzPts val="2800"/>
              <a:buNone/>
            </a:pPr>
            <a:r>
              <a:rPr lang="en-US"/>
              <a:t>c. the Atlantic-Indian ridge</a:t>
            </a:r>
            <a:endParaRPr/>
          </a:p>
          <a:p>
            <a:pPr marL="400050" lvl="1" indent="0">
              <a:spcBef>
                <a:spcPts val="560"/>
              </a:spcBef>
              <a:buSzPts val="2800"/>
              <a:buNone/>
            </a:pPr>
            <a:r>
              <a:rPr lang="en-US"/>
              <a:t>d. the Pacific/North American plate boundary</a:t>
            </a:r>
            <a:endParaRPr/>
          </a:p>
          <a:p>
            <a:pPr marL="400050" lvl="1" indent="0">
              <a:spcBef>
                <a:spcPts val="560"/>
              </a:spcBef>
              <a:buSzPts val="2800"/>
              <a:buNone/>
            </a:pPr>
            <a:endParaRPr/>
          </a:p>
        </p:txBody>
      </p:sp>
      <p:sp>
        <p:nvSpPr>
          <p:cNvPr id="806" name="Google Shape;806;p94"/>
          <p:cNvSpPr/>
          <p:nvPr/>
        </p:nvSpPr>
        <p:spPr>
          <a:xfrm>
            <a:off x="2316662" y="2965367"/>
            <a:ext cx="3705480" cy="386855"/>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810"/>
        <p:cNvGrpSpPr/>
        <p:nvPr/>
      </p:nvGrpSpPr>
      <p:grpSpPr>
        <a:xfrm>
          <a:off x="0" y="0"/>
          <a:ext cx="0" cy="0"/>
          <a:chOff x="0" y="0"/>
          <a:chExt cx="0" cy="0"/>
        </a:xfrm>
      </p:grpSpPr>
      <p:sp>
        <p:nvSpPr>
          <p:cNvPr id="811" name="Google Shape;811;p95"/>
          <p:cNvSpPr txBox="1">
            <a:spLocks noGrp="1"/>
          </p:cNvSpPr>
          <p:nvPr>
            <p:ph type="title"/>
          </p:nvPr>
        </p:nvSpPr>
        <p:spPr>
          <a:xfrm>
            <a:off x="1541904" y="190429"/>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812" name="Google Shape;812;p95"/>
          <p:cNvSpPr txBox="1">
            <a:spLocks noGrp="1"/>
          </p:cNvSpPr>
          <p:nvPr>
            <p:ph type="body" idx="1"/>
          </p:nvPr>
        </p:nvSpPr>
        <p:spPr>
          <a:xfrm>
            <a:off x="1981200" y="1290918"/>
            <a:ext cx="8513148" cy="5430558"/>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dirty="0"/>
              <a:t>7. Which tectonic feature is associated with a complex or uncertain plate boundary?</a:t>
            </a:r>
            <a:endParaRPr dirty="0"/>
          </a:p>
          <a:p>
            <a:pPr marL="400050" lvl="1" indent="0">
              <a:spcBef>
                <a:spcPts val="480"/>
              </a:spcBef>
              <a:buSzPts val="2400"/>
              <a:buNone/>
            </a:pPr>
            <a:r>
              <a:rPr lang="en-US" sz="2400" dirty="0"/>
              <a:t>a. Southwest Indian Ridge	c. Mariana Trench</a:t>
            </a:r>
            <a:endParaRPr dirty="0"/>
          </a:p>
          <a:p>
            <a:pPr marL="400050" lvl="1" indent="0">
              <a:spcBef>
                <a:spcPts val="480"/>
              </a:spcBef>
              <a:buSzPts val="2400"/>
              <a:buNone/>
            </a:pPr>
            <a:r>
              <a:rPr lang="en-US" sz="2400" dirty="0"/>
              <a:t>b. East African Rift		d. Galapagos Hot Spot</a:t>
            </a:r>
            <a:endParaRPr dirty="0"/>
          </a:p>
          <a:p>
            <a:pPr marL="0" indent="0">
              <a:spcBef>
                <a:spcPts val="640"/>
              </a:spcBef>
              <a:buSzPts val="3200"/>
              <a:buNone/>
            </a:pPr>
            <a:endParaRPr dirty="0"/>
          </a:p>
        </p:txBody>
      </p:sp>
      <p:sp>
        <p:nvSpPr>
          <p:cNvPr id="813" name="Google Shape;813;p95"/>
          <p:cNvSpPr/>
          <p:nvPr/>
        </p:nvSpPr>
        <p:spPr>
          <a:xfrm>
            <a:off x="2315058" y="2861262"/>
            <a:ext cx="2851971" cy="386855"/>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r>
              <a:rPr lang="en-US" kern="0">
                <a:solidFill>
                  <a:srgbClr val="FFFFFF"/>
                </a:solidFill>
                <a:latin typeface="Arial"/>
                <a:ea typeface="Arial"/>
                <a:cs typeface="Arial"/>
                <a:sym typeface="Arial"/>
              </a:rPr>
              <a:t> </a:t>
            </a:r>
            <a:endParaRPr sz="1400" kern="0">
              <a:solidFill>
                <a:srgbClr val="000000"/>
              </a:solidFill>
              <a:latin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817"/>
        <p:cNvGrpSpPr/>
        <p:nvPr/>
      </p:nvGrpSpPr>
      <p:grpSpPr>
        <a:xfrm>
          <a:off x="0" y="0"/>
          <a:ext cx="0" cy="0"/>
          <a:chOff x="0" y="0"/>
          <a:chExt cx="0" cy="0"/>
        </a:xfrm>
      </p:grpSpPr>
      <p:sp>
        <p:nvSpPr>
          <p:cNvPr id="818" name="Google Shape;818;p96"/>
          <p:cNvSpPr txBox="1"/>
          <p:nvPr/>
        </p:nvSpPr>
        <p:spPr>
          <a:xfrm>
            <a:off x="1981200" y="4501909"/>
            <a:ext cx="9514288" cy="1815882"/>
          </a:xfrm>
          <a:prstGeom prst="rect">
            <a:avLst/>
          </a:prstGeom>
          <a:noFill/>
          <a:ln>
            <a:noFill/>
          </a:ln>
        </p:spPr>
        <p:txBody>
          <a:bodyPr spcFirstLastPara="1" wrap="square" lIns="91425" tIns="45700" rIns="91425" bIns="45700" anchor="t" anchorCtr="0">
            <a:noAutofit/>
          </a:bodyPr>
          <a:lstStyle/>
          <a:p>
            <a:pPr>
              <a:buClr>
                <a:srgbClr val="000000"/>
              </a:buClr>
            </a:pPr>
            <a:r>
              <a:rPr lang="en-US" sz="2800" kern="0">
                <a:solidFill>
                  <a:srgbClr val="000000"/>
                </a:solidFill>
                <a:latin typeface="Arial"/>
                <a:ea typeface="Arial"/>
                <a:cs typeface="Arial"/>
                <a:sym typeface="Arial"/>
              </a:rPr>
              <a:t>8. Which type of plate boundary is shown?</a:t>
            </a:r>
            <a:endParaRPr sz="1400" kern="0">
              <a:solidFill>
                <a:srgbClr val="000000"/>
              </a:solidFill>
              <a:latin typeface="Arial"/>
              <a:cs typeface="Arial"/>
              <a:sym typeface="Arial"/>
            </a:endParaRPr>
          </a:p>
          <a:p>
            <a:pPr lvl="1">
              <a:buClr>
                <a:srgbClr val="000000"/>
              </a:buClr>
            </a:pPr>
            <a:r>
              <a:rPr lang="en-US" sz="2800" kern="0">
                <a:solidFill>
                  <a:srgbClr val="000000"/>
                </a:solidFill>
                <a:latin typeface="Arial"/>
                <a:ea typeface="Arial"/>
                <a:cs typeface="Arial"/>
                <a:sym typeface="Arial"/>
              </a:rPr>
              <a:t>a. divergent					c. transform</a:t>
            </a:r>
            <a:endParaRPr sz="1400" kern="0">
              <a:solidFill>
                <a:srgbClr val="000000"/>
              </a:solidFill>
              <a:latin typeface="Arial"/>
              <a:cs typeface="Arial"/>
              <a:sym typeface="Arial"/>
            </a:endParaRPr>
          </a:p>
          <a:p>
            <a:pPr lvl="1">
              <a:buClr>
                <a:srgbClr val="000000"/>
              </a:buClr>
            </a:pPr>
            <a:r>
              <a:rPr lang="en-US" sz="2800" kern="0">
                <a:solidFill>
                  <a:srgbClr val="000000"/>
                </a:solidFill>
                <a:latin typeface="Arial"/>
                <a:ea typeface="Arial"/>
                <a:cs typeface="Arial"/>
                <a:sym typeface="Arial"/>
              </a:rPr>
              <a:t>b. convergent					d. complex</a:t>
            </a:r>
            <a:endParaRPr sz="1400" kern="0">
              <a:solidFill>
                <a:srgbClr val="000000"/>
              </a:solidFill>
              <a:latin typeface="Arial"/>
              <a:cs typeface="Arial"/>
              <a:sym typeface="Arial"/>
            </a:endParaRPr>
          </a:p>
          <a:p>
            <a:pPr>
              <a:buClr>
                <a:srgbClr val="000000"/>
              </a:buClr>
            </a:pPr>
            <a:endParaRPr sz="2800" kern="0">
              <a:solidFill>
                <a:srgbClr val="000000"/>
              </a:solidFill>
              <a:latin typeface="Arial"/>
              <a:ea typeface="Arial"/>
              <a:cs typeface="Arial"/>
              <a:sym typeface="Arial"/>
            </a:endParaRPr>
          </a:p>
        </p:txBody>
      </p:sp>
      <p:sp>
        <p:nvSpPr>
          <p:cNvPr id="819" name="Google Shape;819;p96"/>
          <p:cNvSpPr txBox="1">
            <a:spLocks noGrp="1"/>
          </p:cNvSpPr>
          <p:nvPr>
            <p:ph type="title"/>
          </p:nvPr>
        </p:nvSpPr>
        <p:spPr>
          <a:xfrm>
            <a:off x="1541904" y="190429"/>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820" name="Google Shape;820;p96"/>
          <p:cNvSpPr txBox="1">
            <a:spLocks noGrp="1"/>
          </p:cNvSpPr>
          <p:nvPr>
            <p:ph type="body" idx="1"/>
          </p:nvPr>
        </p:nvSpPr>
        <p:spPr>
          <a:xfrm>
            <a:off x="1981200" y="1020242"/>
            <a:ext cx="8513148" cy="5701235"/>
          </a:xfrm>
          <a:prstGeom prst="rect">
            <a:avLst/>
          </a:prstGeom>
          <a:noFill/>
          <a:ln>
            <a:noFill/>
          </a:ln>
        </p:spPr>
        <p:txBody>
          <a:bodyPr spcFirstLastPara="1" wrap="square" lIns="91425" tIns="45700" rIns="91425" bIns="45700" anchor="t" anchorCtr="0">
            <a:noAutofit/>
          </a:bodyPr>
          <a:lstStyle/>
          <a:p>
            <a:pPr marL="0" indent="0">
              <a:spcBef>
                <a:spcPts val="0"/>
              </a:spcBef>
              <a:buSzPts val="3200"/>
              <a:buNone/>
            </a:pPr>
            <a:r>
              <a:rPr lang="en-US"/>
              <a:t>Base your answers to questions 8 and 9 on the block diagram below which shows the boundary between two tectonic plates.</a:t>
            </a:r>
            <a:endParaRPr/>
          </a:p>
        </p:txBody>
      </p:sp>
      <p:sp>
        <p:nvSpPr>
          <p:cNvPr id="821" name="Google Shape;821;p96"/>
          <p:cNvSpPr/>
          <p:nvPr/>
        </p:nvSpPr>
        <p:spPr>
          <a:xfrm>
            <a:off x="2398328" y="5449132"/>
            <a:ext cx="2851971" cy="386855"/>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r>
              <a:rPr lang="en-US" kern="0">
                <a:solidFill>
                  <a:srgbClr val="FFFFFF"/>
                </a:solidFill>
                <a:latin typeface="Arial"/>
                <a:ea typeface="Arial"/>
                <a:cs typeface="Arial"/>
                <a:sym typeface="Arial"/>
              </a:rPr>
              <a:t> </a:t>
            </a:r>
            <a:endParaRPr sz="1400" kern="0">
              <a:solidFill>
                <a:srgbClr val="000000"/>
              </a:solidFill>
              <a:latin typeface="Arial"/>
              <a:cs typeface="Arial"/>
              <a:sym typeface="Arial"/>
            </a:endParaRPr>
          </a:p>
        </p:txBody>
      </p:sp>
      <p:pic>
        <p:nvPicPr>
          <p:cNvPr id="822" name="Google Shape;822;p96"/>
          <p:cNvPicPr preferRelativeResize="0"/>
          <p:nvPr/>
        </p:nvPicPr>
        <p:blipFill rotWithShape="1">
          <a:blip r:embed="rId3">
            <a:alphaModFix/>
          </a:blip>
          <a:srcRect/>
          <a:stretch/>
        </p:blipFill>
        <p:spPr>
          <a:xfrm>
            <a:off x="3952875" y="2611321"/>
            <a:ext cx="3441605" cy="189058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826"/>
        <p:cNvGrpSpPr/>
        <p:nvPr/>
      </p:nvGrpSpPr>
      <p:grpSpPr>
        <a:xfrm>
          <a:off x="0" y="0"/>
          <a:ext cx="0" cy="0"/>
          <a:chOff x="0" y="0"/>
          <a:chExt cx="0" cy="0"/>
        </a:xfrm>
      </p:grpSpPr>
      <p:sp>
        <p:nvSpPr>
          <p:cNvPr id="827" name="Google Shape;827;p97"/>
          <p:cNvSpPr txBox="1"/>
          <p:nvPr/>
        </p:nvSpPr>
        <p:spPr>
          <a:xfrm>
            <a:off x="1981200" y="4247326"/>
            <a:ext cx="8686800" cy="2677656"/>
          </a:xfrm>
          <a:prstGeom prst="rect">
            <a:avLst/>
          </a:prstGeom>
          <a:noFill/>
          <a:ln>
            <a:noFill/>
          </a:ln>
        </p:spPr>
        <p:txBody>
          <a:bodyPr spcFirstLastPara="1" wrap="square" lIns="91425" tIns="45700" rIns="91425" bIns="45700" anchor="t" anchorCtr="0">
            <a:noAutofit/>
          </a:bodyPr>
          <a:lstStyle/>
          <a:p>
            <a:pPr>
              <a:buClr>
                <a:srgbClr val="000000"/>
              </a:buClr>
            </a:pPr>
            <a:r>
              <a:rPr lang="en-US" sz="2400" kern="0">
                <a:solidFill>
                  <a:srgbClr val="000000"/>
                </a:solidFill>
                <a:latin typeface="Arial"/>
                <a:ea typeface="Arial"/>
                <a:cs typeface="Arial"/>
                <a:sym typeface="Arial"/>
              </a:rPr>
              <a:t>9. Which tectonic plate boundary is best represented by this diagram? </a:t>
            </a:r>
            <a:endParaRPr sz="1400" kern="0">
              <a:solidFill>
                <a:srgbClr val="000000"/>
              </a:solidFill>
              <a:latin typeface="Arial"/>
              <a:cs typeface="Arial"/>
              <a:sym typeface="Arial"/>
            </a:endParaRPr>
          </a:p>
          <a:p>
            <a:pPr lvl="1">
              <a:buClr>
                <a:srgbClr val="000000"/>
              </a:buClr>
            </a:pPr>
            <a:r>
              <a:rPr lang="en-US" sz="2400" kern="0">
                <a:solidFill>
                  <a:srgbClr val="000000"/>
                </a:solidFill>
                <a:latin typeface="Arial"/>
                <a:ea typeface="Arial"/>
                <a:cs typeface="Arial"/>
                <a:sym typeface="Arial"/>
              </a:rPr>
              <a:t>a. Nazca Plate and Pacific Plate boundary</a:t>
            </a:r>
            <a:endParaRPr sz="1400" kern="0">
              <a:solidFill>
                <a:srgbClr val="000000"/>
              </a:solidFill>
              <a:latin typeface="Arial"/>
              <a:cs typeface="Arial"/>
              <a:sym typeface="Arial"/>
            </a:endParaRPr>
          </a:p>
          <a:p>
            <a:pPr lvl="1">
              <a:buClr>
                <a:srgbClr val="000000"/>
              </a:buClr>
            </a:pPr>
            <a:r>
              <a:rPr lang="en-US" sz="2400" kern="0">
                <a:solidFill>
                  <a:srgbClr val="000000"/>
                </a:solidFill>
                <a:latin typeface="Arial"/>
                <a:ea typeface="Arial"/>
                <a:cs typeface="Arial"/>
                <a:sym typeface="Arial"/>
              </a:rPr>
              <a:t>b. Scotia Plate and South American Plate boundary</a:t>
            </a:r>
            <a:endParaRPr sz="1400" kern="0">
              <a:solidFill>
                <a:srgbClr val="000000"/>
              </a:solidFill>
              <a:latin typeface="Arial"/>
              <a:cs typeface="Arial"/>
              <a:sym typeface="Arial"/>
            </a:endParaRPr>
          </a:p>
          <a:p>
            <a:pPr lvl="1">
              <a:buClr>
                <a:srgbClr val="000000"/>
              </a:buClr>
            </a:pPr>
            <a:r>
              <a:rPr lang="en-US" sz="2400" kern="0">
                <a:solidFill>
                  <a:srgbClr val="000000"/>
                </a:solidFill>
                <a:latin typeface="Arial"/>
                <a:ea typeface="Arial"/>
                <a:cs typeface="Arial"/>
                <a:sym typeface="Arial"/>
              </a:rPr>
              <a:t>c. Juan de Fuca Plate and North American Plate boundary</a:t>
            </a:r>
            <a:endParaRPr sz="1400" kern="0">
              <a:solidFill>
                <a:srgbClr val="000000"/>
              </a:solidFill>
              <a:latin typeface="Arial"/>
              <a:cs typeface="Arial"/>
              <a:sym typeface="Arial"/>
            </a:endParaRPr>
          </a:p>
          <a:p>
            <a:pPr lvl="1">
              <a:buClr>
                <a:srgbClr val="000000"/>
              </a:buClr>
            </a:pPr>
            <a:r>
              <a:rPr lang="en-US" sz="2400" kern="0">
                <a:solidFill>
                  <a:srgbClr val="000000"/>
                </a:solidFill>
                <a:latin typeface="Arial"/>
                <a:ea typeface="Arial"/>
                <a:cs typeface="Arial"/>
                <a:sym typeface="Arial"/>
              </a:rPr>
              <a:t>d. Antarctic Plate and Indian-Australian Plate boundary</a:t>
            </a:r>
            <a:endParaRPr sz="1400" kern="0">
              <a:solidFill>
                <a:srgbClr val="000000"/>
              </a:solidFill>
              <a:latin typeface="Arial"/>
              <a:cs typeface="Arial"/>
              <a:sym typeface="Arial"/>
            </a:endParaRPr>
          </a:p>
          <a:p>
            <a:pPr>
              <a:buClr>
                <a:srgbClr val="000000"/>
              </a:buClr>
            </a:pPr>
            <a:endParaRPr sz="2400" kern="0">
              <a:solidFill>
                <a:srgbClr val="000000"/>
              </a:solidFill>
              <a:latin typeface="Arial"/>
              <a:ea typeface="Arial"/>
              <a:cs typeface="Arial"/>
              <a:sym typeface="Arial"/>
            </a:endParaRPr>
          </a:p>
        </p:txBody>
      </p:sp>
      <p:sp>
        <p:nvSpPr>
          <p:cNvPr id="828" name="Google Shape;828;p97"/>
          <p:cNvSpPr txBox="1">
            <a:spLocks noGrp="1"/>
          </p:cNvSpPr>
          <p:nvPr>
            <p:ph type="title"/>
          </p:nvPr>
        </p:nvSpPr>
        <p:spPr>
          <a:xfrm>
            <a:off x="1541904" y="190429"/>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829" name="Google Shape;829;p97"/>
          <p:cNvSpPr txBox="1">
            <a:spLocks noGrp="1"/>
          </p:cNvSpPr>
          <p:nvPr>
            <p:ph type="body" idx="1"/>
          </p:nvPr>
        </p:nvSpPr>
        <p:spPr>
          <a:xfrm>
            <a:off x="1981200" y="1020242"/>
            <a:ext cx="8513148" cy="2727584"/>
          </a:xfrm>
          <a:prstGeom prst="rect">
            <a:avLst/>
          </a:prstGeom>
          <a:noFill/>
          <a:ln>
            <a:noFill/>
          </a:ln>
        </p:spPr>
        <p:txBody>
          <a:bodyPr spcFirstLastPara="1" wrap="square" lIns="91425" tIns="45700" rIns="91425" bIns="45700" anchor="t" anchorCtr="0">
            <a:noAutofit/>
          </a:bodyPr>
          <a:lstStyle/>
          <a:p>
            <a:pPr marL="0" indent="0">
              <a:spcBef>
                <a:spcPts val="0"/>
              </a:spcBef>
              <a:buSzPts val="2800"/>
              <a:buNone/>
            </a:pPr>
            <a:r>
              <a:rPr lang="en-US" sz="2800"/>
              <a:t>Base your answers to questions 8 and 9 on the block diagram below which shows the boundary between two tectonic plates.</a:t>
            </a:r>
            <a:endParaRPr/>
          </a:p>
        </p:txBody>
      </p:sp>
      <p:sp>
        <p:nvSpPr>
          <p:cNvPr id="830" name="Google Shape;830;p97"/>
          <p:cNvSpPr/>
          <p:nvPr/>
        </p:nvSpPr>
        <p:spPr>
          <a:xfrm>
            <a:off x="2398328" y="5767485"/>
            <a:ext cx="8096021" cy="386855"/>
          </a:xfrm>
          <a:prstGeom prst="rect">
            <a:avLst/>
          </a:prstGeom>
          <a:noFill/>
          <a:ln w="9525"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r>
              <a:rPr lang="en-US" kern="0">
                <a:solidFill>
                  <a:srgbClr val="FFFFFF"/>
                </a:solidFill>
                <a:latin typeface="Arial"/>
                <a:ea typeface="Arial"/>
                <a:cs typeface="Arial"/>
                <a:sym typeface="Arial"/>
              </a:rPr>
              <a:t> </a:t>
            </a:r>
            <a:endParaRPr sz="1400" kern="0">
              <a:solidFill>
                <a:srgbClr val="000000"/>
              </a:solidFill>
              <a:latin typeface="Arial"/>
              <a:cs typeface="Arial"/>
              <a:sym typeface="Arial"/>
            </a:endParaRPr>
          </a:p>
        </p:txBody>
      </p:sp>
      <p:pic>
        <p:nvPicPr>
          <p:cNvPr id="831" name="Google Shape;831;p97"/>
          <p:cNvPicPr preferRelativeResize="0"/>
          <p:nvPr/>
        </p:nvPicPr>
        <p:blipFill rotWithShape="1">
          <a:blip r:embed="rId3">
            <a:alphaModFix/>
          </a:blip>
          <a:srcRect/>
          <a:stretch/>
        </p:blipFill>
        <p:spPr>
          <a:xfrm>
            <a:off x="3952875" y="2340644"/>
            <a:ext cx="3441605" cy="1890588"/>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835"/>
        <p:cNvGrpSpPr/>
        <p:nvPr/>
      </p:nvGrpSpPr>
      <p:grpSpPr>
        <a:xfrm>
          <a:off x="0" y="0"/>
          <a:ext cx="0" cy="0"/>
          <a:chOff x="0" y="0"/>
          <a:chExt cx="0" cy="0"/>
        </a:xfrm>
      </p:grpSpPr>
      <p:sp>
        <p:nvSpPr>
          <p:cNvPr id="836" name="Google Shape;836;p98"/>
          <p:cNvSpPr txBox="1"/>
          <p:nvPr/>
        </p:nvSpPr>
        <p:spPr>
          <a:xfrm>
            <a:off x="1981200" y="4247327"/>
            <a:ext cx="8686800" cy="461665"/>
          </a:xfrm>
          <a:prstGeom prst="rect">
            <a:avLst/>
          </a:prstGeom>
          <a:noFill/>
          <a:ln>
            <a:noFill/>
          </a:ln>
        </p:spPr>
        <p:txBody>
          <a:bodyPr spcFirstLastPara="1" wrap="square" lIns="91425" tIns="45700" rIns="91425" bIns="45700" anchor="t" anchorCtr="0">
            <a:noAutofit/>
          </a:bodyPr>
          <a:lstStyle/>
          <a:p>
            <a:pPr>
              <a:buClr>
                <a:srgbClr val="000000"/>
              </a:buClr>
            </a:pPr>
            <a:r>
              <a:rPr lang="en-US" sz="2400" kern="0">
                <a:solidFill>
                  <a:srgbClr val="000000"/>
                </a:solidFill>
                <a:latin typeface="Arial"/>
                <a:ea typeface="Arial"/>
                <a:cs typeface="Arial"/>
                <a:sym typeface="Arial"/>
              </a:rPr>
              <a:t>10. Identify the crustal feature located at point </a:t>
            </a:r>
            <a:r>
              <a:rPr lang="en-US" sz="2400" i="1" kern="0">
                <a:solidFill>
                  <a:srgbClr val="000000"/>
                </a:solidFill>
                <a:latin typeface="Arial"/>
                <a:ea typeface="Arial"/>
                <a:cs typeface="Arial"/>
                <a:sym typeface="Arial"/>
              </a:rPr>
              <a:t>A</a:t>
            </a:r>
            <a:r>
              <a:rPr lang="en-US" sz="2400" kern="0">
                <a:solidFill>
                  <a:srgbClr val="000000"/>
                </a:solidFill>
                <a:latin typeface="Arial"/>
                <a:ea typeface="Arial"/>
                <a:cs typeface="Arial"/>
                <a:sym typeface="Arial"/>
              </a:rPr>
              <a:t>. </a:t>
            </a:r>
            <a:endParaRPr sz="1400" kern="0">
              <a:solidFill>
                <a:srgbClr val="000000"/>
              </a:solidFill>
              <a:latin typeface="Arial"/>
              <a:cs typeface="Arial"/>
              <a:sym typeface="Arial"/>
            </a:endParaRPr>
          </a:p>
        </p:txBody>
      </p:sp>
      <p:sp>
        <p:nvSpPr>
          <p:cNvPr id="837" name="Google Shape;837;p98"/>
          <p:cNvSpPr txBox="1">
            <a:spLocks noGrp="1"/>
          </p:cNvSpPr>
          <p:nvPr>
            <p:ph type="title"/>
          </p:nvPr>
        </p:nvSpPr>
        <p:spPr>
          <a:xfrm>
            <a:off x="1541904" y="190429"/>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838" name="Google Shape;838;p98"/>
          <p:cNvSpPr txBox="1">
            <a:spLocks noGrp="1"/>
          </p:cNvSpPr>
          <p:nvPr>
            <p:ph type="body" idx="1"/>
          </p:nvPr>
        </p:nvSpPr>
        <p:spPr>
          <a:xfrm>
            <a:off x="1981200" y="1020242"/>
            <a:ext cx="8513148" cy="2727584"/>
          </a:xfrm>
          <a:prstGeom prst="rect">
            <a:avLst/>
          </a:prstGeom>
          <a:noFill/>
          <a:ln>
            <a:noFill/>
          </a:ln>
        </p:spPr>
        <p:txBody>
          <a:bodyPr spcFirstLastPara="1" wrap="square" lIns="91425" tIns="45700" rIns="91425" bIns="45700" anchor="t" anchorCtr="0">
            <a:noAutofit/>
          </a:bodyPr>
          <a:lstStyle/>
          <a:p>
            <a:pPr marL="0" indent="0">
              <a:spcBef>
                <a:spcPts val="0"/>
              </a:spcBef>
              <a:buSzPts val="2000"/>
              <a:buNone/>
            </a:pPr>
            <a:r>
              <a:rPr lang="en-US" sz="2000"/>
              <a:t>Base your answer to questions 10 through 12 on the cross section below, which shows the major surface features of Earth along 25° S latitude between 75° W and 15° E longitude. Points </a:t>
            </a:r>
            <a:r>
              <a:rPr lang="en-US" sz="2000" i="1"/>
              <a:t>A</a:t>
            </a:r>
            <a:r>
              <a:rPr lang="en-US" sz="2000"/>
              <a:t>, </a:t>
            </a:r>
            <a:r>
              <a:rPr lang="en-US" sz="2000" i="1"/>
              <a:t>B</a:t>
            </a:r>
            <a:r>
              <a:rPr lang="en-US" sz="2000"/>
              <a:t>, and </a:t>
            </a:r>
            <a:r>
              <a:rPr lang="en-US" sz="2000" i="1"/>
              <a:t>C</a:t>
            </a:r>
            <a:r>
              <a:rPr lang="en-US" sz="2000"/>
              <a:t> represent locations on Earths crust. </a:t>
            </a:r>
            <a:endParaRPr/>
          </a:p>
        </p:txBody>
      </p:sp>
      <p:pic>
        <p:nvPicPr>
          <p:cNvPr id="839" name="Google Shape;839;p98"/>
          <p:cNvPicPr preferRelativeResize="0"/>
          <p:nvPr/>
        </p:nvPicPr>
        <p:blipFill rotWithShape="1">
          <a:blip r:embed="rId3">
            <a:alphaModFix/>
          </a:blip>
          <a:srcRect/>
          <a:stretch/>
        </p:blipFill>
        <p:spPr>
          <a:xfrm>
            <a:off x="2912472" y="2394840"/>
            <a:ext cx="6459650" cy="1852487"/>
          </a:xfrm>
          <a:prstGeom prst="rect">
            <a:avLst/>
          </a:prstGeom>
          <a:noFill/>
          <a:ln>
            <a:noFill/>
          </a:ln>
        </p:spPr>
      </p:pic>
      <p:sp>
        <p:nvSpPr>
          <p:cNvPr id="840" name="Google Shape;840;p98"/>
          <p:cNvSpPr/>
          <p:nvPr/>
        </p:nvSpPr>
        <p:spPr>
          <a:xfrm>
            <a:off x="3206298" y="5021391"/>
            <a:ext cx="6165825" cy="830997"/>
          </a:xfrm>
          <a:prstGeom prst="rect">
            <a:avLst/>
          </a:prstGeom>
          <a:noFill/>
          <a:ln>
            <a:noFill/>
          </a:ln>
        </p:spPr>
        <p:txBody>
          <a:bodyPr spcFirstLastPara="1" wrap="square" lIns="91425" tIns="45700" rIns="91425" bIns="45700" anchor="t" anchorCtr="0">
            <a:noAutofit/>
          </a:bodyPr>
          <a:lstStyle/>
          <a:p>
            <a:pPr>
              <a:buClr>
                <a:srgbClr val="000000"/>
              </a:buClr>
            </a:pPr>
            <a:r>
              <a:rPr lang="en-US" sz="2400" b="1" kern="0">
                <a:solidFill>
                  <a:srgbClr val="0000FF"/>
                </a:solidFill>
                <a:latin typeface="Arial"/>
                <a:ea typeface="Arial"/>
                <a:cs typeface="Arial"/>
                <a:sym typeface="Arial"/>
              </a:rPr>
              <a:t>Trench; subduction zone; convergent boundary</a:t>
            </a:r>
            <a:endParaRPr sz="2400" kern="0">
              <a:solidFill>
                <a:srgbClr val="0000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844"/>
        <p:cNvGrpSpPr/>
        <p:nvPr/>
      </p:nvGrpSpPr>
      <p:grpSpPr>
        <a:xfrm>
          <a:off x="0" y="0"/>
          <a:ext cx="0" cy="0"/>
          <a:chOff x="0" y="0"/>
          <a:chExt cx="0" cy="0"/>
        </a:xfrm>
      </p:grpSpPr>
      <p:sp>
        <p:nvSpPr>
          <p:cNvPr id="845" name="Google Shape;845;p99"/>
          <p:cNvSpPr txBox="1"/>
          <p:nvPr/>
        </p:nvSpPr>
        <p:spPr>
          <a:xfrm>
            <a:off x="1981200" y="4247327"/>
            <a:ext cx="8686800" cy="830997"/>
          </a:xfrm>
          <a:prstGeom prst="rect">
            <a:avLst/>
          </a:prstGeom>
          <a:noFill/>
          <a:ln>
            <a:noFill/>
          </a:ln>
        </p:spPr>
        <p:txBody>
          <a:bodyPr spcFirstLastPara="1" wrap="square" lIns="91425" tIns="45700" rIns="91425" bIns="45700" anchor="t" anchorCtr="0">
            <a:noAutofit/>
          </a:bodyPr>
          <a:lstStyle/>
          <a:p>
            <a:pPr>
              <a:buClr>
                <a:srgbClr val="000000"/>
              </a:buClr>
            </a:pPr>
            <a:r>
              <a:rPr lang="en-US" sz="2400" kern="0">
                <a:solidFill>
                  <a:srgbClr val="000000"/>
                </a:solidFill>
                <a:latin typeface="Arial"/>
                <a:ea typeface="Arial"/>
                <a:cs typeface="Arial"/>
                <a:sym typeface="Arial"/>
              </a:rPr>
              <a:t>11. Identify the tectonic plate motion that is causing an increase in the distance between South America and Africa. </a:t>
            </a:r>
            <a:endParaRPr sz="1400" kern="0">
              <a:solidFill>
                <a:srgbClr val="000000"/>
              </a:solidFill>
              <a:latin typeface="Arial"/>
              <a:cs typeface="Arial"/>
              <a:sym typeface="Arial"/>
            </a:endParaRPr>
          </a:p>
        </p:txBody>
      </p:sp>
      <p:sp>
        <p:nvSpPr>
          <p:cNvPr id="846" name="Google Shape;846;p99"/>
          <p:cNvSpPr txBox="1">
            <a:spLocks noGrp="1"/>
          </p:cNvSpPr>
          <p:nvPr>
            <p:ph type="title"/>
          </p:nvPr>
        </p:nvSpPr>
        <p:spPr>
          <a:xfrm>
            <a:off x="1541904" y="190429"/>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847" name="Google Shape;847;p99"/>
          <p:cNvSpPr txBox="1">
            <a:spLocks noGrp="1"/>
          </p:cNvSpPr>
          <p:nvPr>
            <p:ph type="body" idx="1"/>
          </p:nvPr>
        </p:nvSpPr>
        <p:spPr>
          <a:xfrm>
            <a:off x="1981200" y="1020242"/>
            <a:ext cx="8513148" cy="2727584"/>
          </a:xfrm>
          <a:prstGeom prst="rect">
            <a:avLst/>
          </a:prstGeom>
          <a:noFill/>
          <a:ln>
            <a:noFill/>
          </a:ln>
        </p:spPr>
        <p:txBody>
          <a:bodyPr spcFirstLastPara="1" wrap="square" lIns="91425" tIns="45700" rIns="91425" bIns="45700" anchor="t" anchorCtr="0">
            <a:noAutofit/>
          </a:bodyPr>
          <a:lstStyle/>
          <a:p>
            <a:pPr marL="0" indent="0">
              <a:spcBef>
                <a:spcPts val="0"/>
              </a:spcBef>
              <a:buSzPts val="2000"/>
              <a:buNone/>
            </a:pPr>
            <a:r>
              <a:rPr lang="en-US" sz="2000"/>
              <a:t>Base your answer to questions 10 through 12 on the cross section below, which shows the major surface features of Earth along 25° S latitude between 75° W and 15° E longitude. Points </a:t>
            </a:r>
            <a:r>
              <a:rPr lang="en-US" sz="2000" i="1"/>
              <a:t>A</a:t>
            </a:r>
            <a:r>
              <a:rPr lang="en-US" sz="2000"/>
              <a:t>, </a:t>
            </a:r>
            <a:r>
              <a:rPr lang="en-US" sz="2000" i="1"/>
              <a:t>B</a:t>
            </a:r>
            <a:r>
              <a:rPr lang="en-US" sz="2000"/>
              <a:t>, and </a:t>
            </a:r>
            <a:r>
              <a:rPr lang="en-US" sz="2000" i="1"/>
              <a:t>C</a:t>
            </a:r>
            <a:r>
              <a:rPr lang="en-US" sz="2000"/>
              <a:t> represent locations on Earths crust. </a:t>
            </a:r>
            <a:endParaRPr/>
          </a:p>
        </p:txBody>
      </p:sp>
      <p:pic>
        <p:nvPicPr>
          <p:cNvPr id="848" name="Google Shape;848;p99"/>
          <p:cNvPicPr preferRelativeResize="0"/>
          <p:nvPr/>
        </p:nvPicPr>
        <p:blipFill rotWithShape="1">
          <a:blip r:embed="rId3">
            <a:alphaModFix/>
          </a:blip>
          <a:srcRect/>
          <a:stretch/>
        </p:blipFill>
        <p:spPr>
          <a:xfrm>
            <a:off x="2912472" y="2394840"/>
            <a:ext cx="6459650" cy="1852487"/>
          </a:xfrm>
          <a:prstGeom prst="rect">
            <a:avLst/>
          </a:prstGeom>
          <a:noFill/>
          <a:ln>
            <a:noFill/>
          </a:ln>
        </p:spPr>
      </p:pic>
      <p:sp>
        <p:nvSpPr>
          <p:cNvPr id="849" name="Google Shape;849;p99"/>
          <p:cNvSpPr/>
          <p:nvPr/>
        </p:nvSpPr>
        <p:spPr>
          <a:xfrm>
            <a:off x="3206298" y="5021391"/>
            <a:ext cx="6165825" cy="461665"/>
          </a:xfrm>
          <a:prstGeom prst="rect">
            <a:avLst/>
          </a:prstGeom>
          <a:noFill/>
          <a:ln>
            <a:noFill/>
          </a:ln>
        </p:spPr>
        <p:txBody>
          <a:bodyPr spcFirstLastPara="1" wrap="square" lIns="91425" tIns="45700" rIns="91425" bIns="45700" anchor="t" anchorCtr="0">
            <a:noAutofit/>
          </a:bodyPr>
          <a:lstStyle/>
          <a:p>
            <a:pPr>
              <a:buClr>
                <a:srgbClr val="000000"/>
              </a:buClr>
            </a:pPr>
            <a:r>
              <a:rPr lang="en-US" sz="2400" b="1" kern="0">
                <a:solidFill>
                  <a:srgbClr val="0000FF"/>
                </a:solidFill>
                <a:latin typeface="Arial"/>
                <a:ea typeface="Arial"/>
                <a:cs typeface="Arial"/>
                <a:sym typeface="Arial"/>
              </a:rPr>
              <a:t>Divergence; seafloor spreading</a:t>
            </a:r>
            <a:endParaRPr sz="2400" kern="0">
              <a:solidFill>
                <a:srgbClr val="0000FF"/>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853"/>
        <p:cNvGrpSpPr/>
        <p:nvPr/>
      </p:nvGrpSpPr>
      <p:grpSpPr>
        <a:xfrm>
          <a:off x="0" y="0"/>
          <a:ext cx="0" cy="0"/>
          <a:chOff x="0" y="0"/>
          <a:chExt cx="0" cy="0"/>
        </a:xfrm>
      </p:grpSpPr>
      <p:sp>
        <p:nvSpPr>
          <p:cNvPr id="854" name="Google Shape;854;p100"/>
          <p:cNvSpPr txBox="1"/>
          <p:nvPr/>
        </p:nvSpPr>
        <p:spPr>
          <a:xfrm>
            <a:off x="1981200" y="4247326"/>
            <a:ext cx="8686800" cy="1569660"/>
          </a:xfrm>
          <a:prstGeom prst="rect">
            <a:avLst/>
          </a:prstGeom>
          <a:noFill/>
          <a:ln>
            <a:noFill/>
          </a:ln>
        </p:spPr>
        <p:txBody>
          <a:bodyPr spcFirstLastPara="1" wrap="square" lIns="91425" tIns="45700" rIns="91425" bIns="45700" anchor="t" anchorCtr="0">
            <a:noAutofit/>
          </a:bodyPr>
          <a:lstStyle/>
          <a:p>
            <a:pPr>
              <a:buClr>
                <a:srgbClr val="000000"/>
              </a:buClr>
            </a:pPr>
            <a:r>
              <a:rPr lang="en-US" sz="2400" kern="0">
                <a:solidFill>
                  <a:srgbClr val="000000"/>
                </a:solidFill>
                <a:latin typeface="Arial"/>
                <a:ea typeface="Arial"/>
                <a:cs typeface="Arial"/>
                <a:sym typeface="Arial"/>
              </a:rPr>
              <a:t>12. Bedrock samples were taken at the mid-ocean ridge and points </a:t>
            </a:r>
            <a:r>
              <a:rPr lang="en-US" sz="2400" i="1" kern="0">
                <a:solidFill>
                  <a:srgbClr val="000000"/>
                </a:solidFill>
                <a:latin typeface="Arial"/>
                <a:ea typeface="Arial"/>
                <a:cs typeface="Arial"/>
                <a:sym typeface="Arial"/>
              </a:rPr>
              <a:t>B</a:t>
            </a:r>
            <a:r>
              <a:rPr lang="en-US" sz="2400" kern="0">
                <a:solidFill>
                  <a:srgbClr val="000000"/>
                </a:solidFill>
                <a:latin typeface="Arial"/>
                <a:ea typeface="Arial"/>
                <a:cs typeface="Arial"/>
                <a:sym typeface="Arial"/>
              </a:rPr>
              <a:t> and </a:t>
            </a:r>
            <a:r>
              <a:rPr lang="en-US" sz="2400" i="1" kern="0">
                <a:solidFill>
                  <a:srgbClr val="000000"/>
                </a:solidFill>
                <a:latin typeface="Arial"/>
                <a:ea typeface="Arial"/>
                <a:cs typeface="Arial"/>
                <a:sym typeface="Arial"/>
              </a:rPr>
              <a:t>C</a:t>
            </a:r>
            <a:r>
              <a:rPr lang="en-US" sz="2400" kern="0">
                <a:solidFill>
                  <a:srgbClr val="000000"/>
                </a:solidFill>
                <a:latin typeface="Arial"/>
                <a:ea typeface="Arial"/>
                <a:cs typeface="Arial"/>
                <a:sym typeface="Arial"/>
              </a:rPr>
              <a:t>. On the grid, draw a line to show the relative age of the bedrock samples between these locations.</a:t>
            </a:r>
            <a:endParaRPr sz="1400" kern="0">
              <a:solidFill>
                <a:srgbClr val="000000"/>
              </a:solidFill>
              <a:latin typeface="Arial"/>
              <a:cs typeface="Arial"/>
              <a:sym typeface="Arial"/>
            </a:endParaRPr>
          </a:p>
          <a:p>
            <a:pPr>
              <a:buClr>
                <a:srgbClr val="000000"/>
              </a:buClr>
            </a:pPr>
            <a:endParaRPr sz="2400" kern="0">
              <a:solidFill>
                <a:srgbClr val="000000"/>
              </a:solidFill>
              <a:latin typeface="Arial"/>
              <a:ea typeface="Arial"/>
              <a:cs typeface="Arial"/>
              <a:sym typeface="Arial"/>
            </a:endParaRPr>
          </a:p>
        </p:txBody>
      </p:sp>
      <p:sp>
        <p:nvSpPr>
          <p:cNvPr id="855" name="Google Shape;855;p100"/>
          <p:cNvSpPr txBox="1">
            <a:spLocks noGrp="1"/>
          </p:cNvSpPr>
          <p:nvPr>
            <p:ph type="title"/>
          </p:nvPr>
        </p:nvSpPr>
        <p:spPr>
          <a:xfrm>
            <a:off x="1541904" y="190429"/>
            <a:ext cx="9084462" cy="1142132"/>
          </a:xfrm>
          <a:prstGeom prst="rect">
            <a:avLst/>
          </a:prstGeom>
          <a:noFill/>
          <a:ln>
            <a:noFill/>
          </a:ln>
        </p:spPr>
        <p:txBody>
          <a:bodyPr spcFirstLastPara="1" wrap="square" lIns="91425" tIns="45700" rIns="91425" bIns="45700" anchor="t" anchorCtr="0">
            <a:noAutofit/>
          </a:bodyPr>
          <a:lstStyle/>
          <a:p>
            <a:pPr marL="571500" indent="-571500" algn="l">
              <a:buSzPts val="3600"/>
              <a:buFont typeface="Noto Sans Symbols"/>
              <a:buChar char="✓"/>
            </a:pPr>
            <a:r>
              <a:rPr lang="en-US" sz="3600" b="1"/>
              <a:t>Checkpoint – Plate Boundaries</a:t>
            </a:r>
            <a:endParaRPr sz="3600"/>
          </a:p>
        </p:txBody>
      </p:sp>
      <p:sp>
        <p:nvSpPr>
          <p:cNvPr id="856" name="Google Shape;856;p100"/>
          <p:cNvSpPr txBox="1">
            <a:spLocks noGrp="1"/>
          </p:cNvSpPr>
          <p:nvPr>
            <p:ph type="body" idx="1"/>
          </p:nvPr>
        </p:nvSpPr>
        <p:spPr>
          <a:xfrm>
            <a:off x="1981200" y="1020242"/>
            <a:ext cx="8513148" cy="2727584"/>
          </a:xfrm>
          <a:prstGeom prst="rect">
            <a:avLst/>
          </a:prstGeom>
          <a:noFill/>
          <a:ln>
            <a:noFill/>
          </a:ln>
        </p:spPr>
        <p:txBody>
          <a:bodyPr spcFirstLastPara="1" wrap="square" lIns="91425" tIns="45700" rIns="91425" bIns="45700" anchor="t" anchorCtr="0">
            <a:noAutofit/>
          </a:bodyPr>
          <a:lstStyle/>
          <a:p>
            <a:pPr marL="0" indent="0">
              <a:spcBef>
                <a:spcPts val="0"/>
              </a:spcBef>
              <a:buSzPts val="2000"/>
              <a:buNone/>
            </a:pPr>
            <a:r>
              <a:rPr lang="en-US" sz="2000"/>
              <a:t>Base your answer to questions 10 through 12 on the cross section below, which shows the major surface features of Earth along 25° S latitude between 75° W and 15° E longitude. Points </a:t>
            </a:r>
            <a:r>
              <a:rPr lang="en-US" sz="2000" i="1"/>
              <a:t>A</a:t>
            </a:r>
            <a:r>
              <a:rPr lang="en-US" sz="2000"/>
              <a:t>, </a:t>
            </a:r>
            <a:r>
              <a:rPr lang="en-US" sz="2000" i="1"/>
              <a:t>B</a:t>
            </a:r>
            <a:r>
              <a:rPr lang="en-US" sz="2000"/>
              <a:t>, and </a:t>
            </a:r>
            <a:r>
              <a:rPr lang="en-US" sz="2000" i="1"/>
              <a:t>C</a:t>
            </a:r>
            <a:r>
              <a:rPr lang="en-US" sz="2000"/>
              <a:t> represent locations on Earths crust. </a:t>
            </a:r>
            <a:endParaRPr/>
          </a:p>
        </p:txBody>
      </p:sp>
      <p:pic>
        <p:nvPicPr>
          <p:cNvPr id="857" name="Google Shape;857;p100"/>
          <p:cNvPicPr preferRelativeResize="0"/>
          <p:nvPr/>
        </p:nvPicPr>
        <p:blipFill rotWithShape="1">
          <a:blip r:embed="rId3">
            <a:alphaModFix/>
          </a:blip>
          <a:srcRect/>
          <a:stretch/>
        </p:blipFill>
        <p:spPr>
          <a:xfrm>
            <a:off x="2912472" y="2394840"/>
            <a:ext cx="6459650" cy="1852487"/>
          </a:xfrm>
          <a:prstGeom prst="rect">
            <a:avLst/>
          </a:prstGeom>
          <a:noFill/>
          <a:ln>
            <a:noFill/>
          </a:ln>
        </p:spPr>
      </p:pic>
      <p:pic>
        <p:nvPicPr>
          <p:cNvPr id="858" name="Google Shape;858;p100"/>
          <p:cNvPicPr preferRelativeResize="0"/>
          <p:nvPr/>
        </p:nvPicPr>
        <p:blipFill rotWithShape="1">
          <a:blip r:embed="rId4">
            <a:alphaModFix/>
          </a:blip>
          <a:srcRect/>
          <a:stretch/>
        </p:blipFill>
        <p:spPr>
          <a:xfrm>
            <a:off x="5112450" y="5432728"/>
            <a:ext cx="1844866" cy="1436936"/>
          </a:xfrm>
          <a:prstGeom prst="rect">
            <a:avLst/>
          </a:prstGeom>
          <a:noFill/>
          <a:ln>
            <a:noFill/>
          </a:ln>
        </p:spPr>
      </p:pic>
      <p:sp>
        <p:nvSpPr>
          <p:cNvPr id="859" name="Google Shape;859;p100"/>
          <p:cNvSpPr/>
          <p:nvPr/>
        </p:nvSpPr>
        <p:spPr>
          <a:xfrm>
            <a:off x="5508284" y="5505592"/>
            <a:ext cx="1304927" cy="717408"/>
          </a:xfrm>
          <a:custGeom>
            <a:avLst/>
            <a:gdLst/>
            <a:ahLst/>
            <a:cxnLst/>
            <a:rect l="l" t="t" r="r" b="b"/>
            <a:pathLst>
              <a:path w="1097280" h="603504" extrusionOk="0">
                <a:moveTo>
                  <a:pt x="0" y="0"/>
                </a:moveTo>
                <a:lnTo>
                  <a:pt x="548640" y="603504"/>
                </a:lnTo>
                <a:lnTo>
                  <a:pt x="1097280" y="0"/>
                </a:lnTo>
              </a:path>
            </a:pathLst>
          </a:custGeom>
          <a:noFill/>
          <a:ln w="2540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E6B8AF"/>
        </a:solidFill>
        <a:effectLst/>
      </p:bgPr>
    </p:bg>
    <p:spTree>
      <p:nvGrpSpPr>
        <p:cNvPr id="1" name="Shape 863"/>
        <p:cNvGrpSpPr/>
        <p:nvPr/>
      </p:nvGrpSpPr>
      <p:grpSpPr>
        <a:xfrm>
          <a:off x="0" y="0"/>
          <a:ext cx="0" cy="0"/>
          <a:chOff x="0" y="0"/>
          <a:chExt cx="0" cy="0"/>
        </a:xfrm>
      </p:grpSpPr>
      <p:sp>
        <p:nvSpPr>
          <p:cNvPr id="864" name="Google Shape;864;p101"/>
          <p:cNvSpPr txBox="1">
            <a:spLocks noGrp="1"/>
          </p:cNvSpPr>
          <p:nvPr>
            <p:ph type="title"/>
          </p:nvPr>
        </p:nvSpPr>
        <p:spPr>
          <a:xfrm>
            <a:off x="1583538" y="36531"/>
            <a:ext cx="9084462" cy="775499"/>
          </a:xfrm>
          <a:prstGeom prst="rect">
            <a:avLst/>
          </a:prstGeom>
          <a:noFill/>
          <a:ln>
            <a:noFill/>
          </a:ln>
        </p:spPr>
        <p:txBody>
          <a:bodyPr spcFirstLastPara="1" wrap="square" lIns="91425" tIns="45700" rIns="91425" bIns="45700" anchor="t" anchorCtr="0">
            <a:noAutofit/>
          </a:bodyPr>
          <a:lstStyle/>
          <a:p>
            <a:pPr marL="571500" indent="-571500" algn="l">
              <a:buSzPts val="4400"/>
              <a:buFont typeface="Noto Sans Symbols"/>
              <a:buChar char="✓"/>
            </a:pPr>
            <a:r>
              <a:rPr lang="en-US" b="1"/>
              <a:t>Checkpoint – Plate Boundaries</a:t>
            </a:r>
            <a:endParaRPr/>
          </a:p>
        </p:txBody>
      </p:sp>
      <p:sp>
        <p:nvSpPr>
          <p:cNvPr id="865" name="Google Shape;865;p101"/>
          <p:cNvSpPr txBox="1">
            <a:spLocks noGrp="1"/>
          </p:cNvSpPr>
          <p:nvPr>
            <p:ph type="body" idx="1"/>
          </p:nvPr>
        </p:nvSpPr>
        <p:spPr>
          <a:xfrm>
            <a:off x="1981200" y="812031"/>
            <a:ext cx="8513148" cy="1374201"/>
          </a:xfrm>
          <a:prstGeom prst="rect">
            <a:avLst/>
          </a:prstGeom>
          <a:noFill/>
          <a:ln>
            <a:noFill/>
          </a:ln>
        </p:spPr>
        <p:txBody>
          <a:bodyPr spcFirstLastPara="1" wrap="square" lIns="91425" tIns="45700" rIns="91425" bIns="45700" anchor="t" anchorCtr="0">
            <a:noAutofit/>
          </a:bodyPr>
          <a:lstStyle/>
          <a:p>
            <a:pPr marL="0" indent="0">
              <a:spcBef>
                <a:spcPts val="0"/>
              </a:spcBef>
              <a:buSzPts val="2400"/>
              <a:buNone/>
            </a:pPr>
            <a:r>
              <a:rPr lang="en-US" sz="2400"/>
              <a:t>13. The cross section below represents a pattern of magnetic field reversals preserved  in the igneous bedrock of the oceanic crust east of the Mid-Atlantic ridge.</a:t>
            </a:r>
            <a:endParaRPr/>
          </a:p>
          <a:p>
            <a:pPr marL="0" indent="0">
              <a:spcBef>
                <a:spcPts val="480"/>
              </a:spcBef>
              <a:buSzPts val="2400"/>
              <a:buNone/>
            </a:pPr>
            <a:endParaRPr sz="2400"/>
          </a:p>
        </p:txBody>
      </p:sp>
      <p:pic>
        <p:nvPicPr>
          <p:cNvPr id="866" name="Google Shape;866;p101"/>
          <p:cNvPicPr preferRelativeResize="0"/>
          <p:nvPr/>
        </p:nvPicPr>
        <p:blipFill rotWithShape="1">
          <a:blip r:embed="rId3">
            <a:alphaModFix/>
          </a:blip>
          <a:srcRect/>
          <a:stretch/>
        </p:blipFill>
        <p:spPr>
          <a:xfrm>
            <a:off x="2811094" y="2000618"/>
            <a:ext cx="6584890" cy="2559236"/>
          </a:xfrm>
          <a:prstGeom prst="rect">
            <a:avLst/>
          </a:prstGeom>
          <a:noFill/>
          <a:ln>
            <a:noFill/>
          </a:ln>
        </p:spPr>
      </p:pic>
      <p:sp>
        <p:nvSpPr>
          <p:cNvPr id="867" name="Google Shape;867;p101"/>
          <p:cNvSpPr/>
          <p:nvPr/>
        </p:nvSpPr>
        <p:spPr>
          <a:xfrm>
            <a:off x="1981200" y="4533235"/>
            <a:ext cx="8513148" cy="1938992"/>
          </a:xfrm>
          <a:prstGeom prst="rect">
            <a:avLst/>
          </a:prstGeom>
          <a:noFill/>
          <a:ln>
            <a:noFill/>
          </a:ln>
        </p:spPr>
        <p:txBody>
          <a:bodyPr spcFirstLastPara="1" wrap="square" lIns="91425" tIns="45700" rIns="91425" bIns="45700" anchor="t" anchorCtr="0">
            <a:noAutofit/>
          </a:bodyPr>
          <a:lstStyle/>
          <a:p>
            <a:pPr>
              <a:buClr>
                <a:srgbClr val="000000"/>
              </a:buClr>
            </a:pPr>
            <a:r>
              <a:rPr lang="en-US" sz="2400" kern="0">
                <a:solidFill>
                  <a:srgbClr val="000000"/>
                </a:solidFill>
                <a:latin typeface="Arial"/>
                <a:ea typeface="Arial"/>
                <a:cs typeface="Arial"/>
                <a:sym typeface="Arial"/>
              </a:rPr>
              <a:t>Complete the diagram above by shading the pattern of normal polarity on the west side of the ridge center. Assume the rate of plate movement was constant on both sides of the ridge center. Your answer must show the correct width and placement of each normal polarity section. </a:t>
            </a:r>
            <a:endParaRPr sz="1400" kern="0">
              <a:solidFill>
                <a:srgbClr val="000000"/>
              </a:solidFill>
              <a:latin typeface="Arial"/>
              <a:cs typeface="Arial"/>
              <a:sym typeface="Arial"/>
            </a:endParaRPr>
          </a:p>
        </p:txBody>
      </p:sp>
      <p:grpSp>
        <p:nvGrpSpPr>
          <p:cNvPr id="868" name="Google Shape;868;p101"/>
          <p:cNvGrpSpPr/>
          <p:nvPr/>
        </p:nvGrpSpPr>
        <p:grpSpPr>
          <a:xfrm flipH="1">
            <a:off x="3342514" y="2868070"/>
            <a:ext cx="2799821" cy="183537"/>
            <a:chOff x="0" y="0"/>
            <a:chExt cx="2331720" cy="134620"/>
          </a:xfrm>
        </p:grpSpPr>
        <p:sp>
          <p:nvSpPr>
            <p:cNvPr id="869" name="Google Shape;869;p101"/>
            <p:cNvSpPr/>
            <p:nvPr/>
          </p:nvSpPr>
          <p:spPr>
            <a:xfrm>
              <a:off x="0" y="1905"/>
              <a:ext cx="2331720" cy="132715"/>
            </a:xfrm>
            <a:prstGeom prst="rect">
              <a:avLst/>
            </a:prstGeom>
            <a:solidFill>
              <a:srgbClr val="0000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870" name="Google Shape;870;p101"/>
            <p:cNvSpPr/>
            <p:nvPr/>
          </p:nvSpPr>
          <p:spPr>
            <a:xfrm>
              <a:off x="288472" y="0"/>
              <a:ext cx="133294" cy="131718"/>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871" name="Google Shape;871;p101"/>
            <p:cNvSpPr/>
            <p:nvPr/>
          </p:nvSpPr>
          <p:spPr>
            <a:xfrm>
              <a:off x="614680" y="1270"/>
              <a:ext cx="305435" cy="128485"/>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872" name="Google Shape;872;p101"/>
            <p:cNvSpPr/>
            <p:nvPr/>
          </p:nvSpPr>
          <p:spPr>
            <a:xfrm>
              <a:off x="1172210" y="4445"/>
              <a:ext cx="290723" cy="128485"/>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873" name="Google Shape;873;p101"/>
            <p:cNvSpPr/>
            <p:nvPr/>
          </p:nvSpPr>
          <p:spPr>
            <a:xfrm>
              <a:off x="1715770" y="3810"/>
              <a:ext cx="45719" cy="128485"/>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sp>
          <p:nvSpPr>
            <p:cNvPr id="874" name="Google Shape;874;p101"/>
            <p:cNvSpPr/>
            <p:nvPr/>
          </p:nvSpPr>
          <p:spPr>
            <a:xfrm>
              <a:off x="1908810" y="4445"/>
              <a:ext cx="189982" cy="128270"/>
            </a:xfrm>
            <a:prstGeom prst="rect">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a:buClr>
                  <a:srgbClr val="000000"/>
                </a:buClr>
              </a:pPr>
              <a:endParaRPr kern="0">
                <a:solidFill>
                  <a:srgbClr val="FFFFFF"/>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712ED5-D417-6F43-AA84-836B52A1C804}"/>
              </a:ext>
            </a:extLst>
          </p:cNvPr>
          <p:cNvSpPr>
            <a:spLocks noGrp="1"/>
          </p:cNvSpPr>
          <p:nvPr>
            <p:ph type="title"/>
          </p:nvPr>
        </p:nvSpPr>
        <p:spPr/>
        <p:txBody>
          <a:bodyPr/>
          <a:lstStyle/>
          <a:p>
            <a:r>
              <a:rPr lang="en-US" dirty="0"/>
              <a:t>Elaborate</a:t>
            </a:r>
          </a:p>
        </p:txBody>
      </p:sp>
      <p:sp>
        <p:nvSpPr>
          <p:cNvPr id="3" name="Content Placeholder 2">
            <a:extLst>
              <a:ext uri="{FF2B5EF4-FFF2-40B4-BE49-F238E27FC236}">
                <a16:creationId xmlns:a16="http://schemas.microsoft.com/office/drawing/2014/main" id="{81F44B1F-6B9B-792C-4276-D57C706805D3}"/>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5330132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accent1">
            <a:lumMod val="20000"/>
            <a:lumOff val="80000"/>
          </a:schemeClr>
        </a:solidFill>
        <a:effectLst/>
      </p:bgPr>
    </p:bg>
    <p:spTree>
      <p:nvGrpSpPr>
        <p:cNvPr id="1" name="">
          <a:extLst>
            <a:ext uri="{FF2B5EF4-FFF2-40B4-BE49-F238E27FC236}">
              <a16:creationId xmlns:a16="http://schemas.microsoft.com/office/drawing/2014/main" id="{F262BCBB-B728-6B3C-D34E-A05AAA5456E6}"/>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4DBEE579-C927-6824-12F2-613A49B138AE}"/>
              </a:ext>
            </a:extLst>
          </p:cNvPr>
          <p:cNvPicPr>
            <a:picLocks noChangeAspect="1"/>
          </p:cNvPicPr>
          <p:nvPr/>
        </p:nvPicPr>
        <p:blipFill>
          <a:blip r:embed="rId2"/>
          <a:stretch>
            <a:fillRect/>
          </a:stretch>
        </p:blipFill>
        <p:spPr>
          <a:xfrm>
            <a:off x="1813791" y="193461"/>
            <a:ext cx="8564418" cy="6471078"/>
          </a:xfrm>
          <a:prstGeom prst="rect">
            <a:avLst/>
          </a:prstGeom>
        </p:spPr>
      </p:pic>
      <p:sp>
        <p:nvSpPr>
          <p:cNvPr id="5" name="Title 4">
            <a:extLst>
              <a:ext uri="{FF2B5EF4-FFF2-40B4-BE49-F238E27FC236}">
                <a16:creationId xmlns:a16="http://schemas.microsoft.com/office/drawing/2014/main" id="{F1013442-1739-9BE1-75FD-F69EC3C6A913}"/>
              </a:ext>
            </a:extLst>
          </p:cNvPr>
          <p:cNvSpPr>
            <a:spLocks noGrp="1"/>
          </p:cNvSpPr>
          <p:nvPr>
            <p:ph type="title"/>
          </p:nvPr>
        </p:nvSpPr>
        <p:spPr>
          <a:xfrm>
            <a:off x="4596468" y="432237"/>
            <a:ext cx="3490519" cy="1325563"/>
          </a:xfrm>
        </p:spPr>
        <p:txBody>
          <a:bodyPr>
            <a:normAutofit/>
          </a:bodyPr>
          <a:lstStyle/>
          <a:p>
            <a:r>
              <a:rPr lang="en-US" sz="3000" b="1" u="sng" dirty="0">
                <a:highlight>
                  <a:srgbClr val="FFFF00"/>
                </a:highlight>
              </a:rPr>
              <a:t>Boundary Types &amp; Features</a:t>
            </a:r>
          </a:p>
        </p:txBody>
      </p:sp>
    </p:spTree>
    <p:extLst>
      <p:ext uri="{BB962C8B-B14F-4D97-AF65-F5344CB8AC3E}">
        <p14:creationId xmlns:p14="http://schemas.microsoft.com/office/powerpoint/2010/main" val="270369904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accent6">
            <a:lumMod val="20000"/>
            <a:lumOff val="80000"/>
          </a:schemeClr>
        </a:solidFill>
        <a:effectLst/>
      </p:bgPr>
    </p:bg>
    <p:spTree>
      <p:nvGrpSpPr>
        <p:cNvPr id="1" name="">
          <a:extLst>
            <a:ext uri="{FF2B5EF4-FFF2-40B4-BE49-F238E27FC236}">
              <a16:creationId xmlns:a16="http://schemas.microsoft.com/office/drawing/2014/main" id="{05C9E542-223B-A127-BAFA-689DCBE23C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1B7C49-296D-BA84-3B12-569561B70817}"/>
              </a:ext>
            </a:extLst>
          </p:cNvPr>
          <p:cNvSpPr>
            <a:spLocks noGrp="1"/>
          </p:cNvSpPr>
          <p:nvPr>
            <p:ph type="title"/>
          </p:nvPr>
        </p:nvSpPr>
        <p:spPr/>
        <p:txBody>
          <a:bodyPr/>
          <a:lstStyle/>
          <a:p>
            <a:r>
              <a:rPr lang="en-US" dirty="0"/>
              <a:t>Evaluate</a:t>
            </a:r>
          </a:p>
        </p:txBody>
      </p:sp>
      <p:sp>
        <p:nvSpPr>
          <p:cNvPr id="3" name="Content Placeholder 2">
            <a:extLst>
              <a:ext uri="{FF2B5EF4-FFF2-40B4-BE49-F238E27FC236}">
                <a16:creationId xmlns:a16="http://schemas.microsoft.com/office/drawing/2014/main" id="{92F4D1B6-4038-4DA6-D5C1-802F782CB2B4}"/>
              </a:ext>
            </a:extLst>
          </p:cNvPr>
          <p:cNvSpPr>
            <a:spLocks noGrp="1"/>
          </p:cNvSpPr>
          <p:nvPr>
            <p:ph idx="1"/>
          </p:nvPr>
        </p:nvSpPr>
        <p:spPr/>
        <p:txBody>
          <a:bodyPr/>
          <a:lstStyle/>
          <a:p>
            <a:r>
              <a:rPr lang="en-US" dirty="0"/>
              <a:t>Quiz/test or similar</a:t>
            </a:r>
          </a:p>
        </p:txBody>
      </p:sp>
    </p:spTree>
    <p:extLst>
      <p:ext uri="{BB962C8B-B14F-4D97-AF65-F5344CB8AC3E}">
        <p14:creationId xmlns:p14="http://schemas.microsoft.com/office/powerpoint/2010/main" val="8306525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der Science">
  <a:themeElements>
    <a:clrScheme name="Waveform">
      <a:dk1>
        <a:srgbClr val="000000"/>
      </a:dk1>
      <a:lt1>
        <a:srgbClr val="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16CC74870BC944B02857AF781BBE06" ma:contentTypeVersion="6" ma:contentTypeDescription="Create a new document." ma:contentTypeScope="" ma:versionID="94fd17610baa95e33031c4149d7bcbcd">
  <xsd:schema xmlns:xsd="http://www.w3.org/2001/XMLSchema" xmlns:xs="http://www.w3.org/2001/XMLSchema" xmlns:p="http://schemas.microsoft.com/office/2006/metadata/properties" xmlns:ns2="56503b0e-fd31-45b9-a56b-0d6c74c4c7e1" xmlns:ns3="9b4b7e20-709a-4cda-b52c-22b9ad2e8640" targetNamespace="http://schemas.microsoft.com/office/2006/metadata/properties" ma:root="true" ma:fieldsID="7cfca25ec38aea5239af917e1061ab0d" ns2:_="" ns3:_="">
    <xsd:import namespace="56503b0e-fd31-45b9-a56b-0d6c74c4c7e1"/>
    <xsd:import namespace="9b4b7e20-709a-4cda-b52c-22b9ad2e864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6503b0e-fd31-45b9-a56b-0d6c74c4c7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b4b7e20-709a-4cda-b52c-22b9ad2e864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26FF19A-EAC7-401E-ADE9-F6EEC13E5D2A}"/>
</file>

<file path=customXml/itemProps2.xml><?xml version="1.0" encoding="utf-8"?>
<ds:datastoreItem xmlns:ds="http://schemas.openxmlformats.org/officeDocument/2006/customXml" ds:itemID="{53E3FBBE-00C9-4956-8086-33D941E3D276}"/>
</file>

<file path=customXml/itemProps3.xml><?xml version="1.0" encoding="utf-8"?>
<ds:datastoreItem xmlns:ds="http://schemas.openxmlformats.org/officeDocument/2006/customXml" ds:itemID="{006C9068-6B46-4377-AC32-D3D02BA3C13B}"/>
</file>

<file path=docProps/app.xml><?xml version="1.0" encoding="utf-8"?>
<Properties xmlns="http://schemas.openxmlformats.org/officeDocument/2006/extended-properties" xmlns:vt="http://schemas.openxmlformats.org/officeDocument/2006/docPropsVTypes">
  <TotalTime>130</TotalTime>
  <Words>2636</Words>
  <Application>Microsoft Office PowerPoint</Application>
  <PresentationFormat>Widescreen</PresentationFormat>
  <Paragraphs>294</Paragraphs>
  <Slides>82</Slides>
  <Notes>69</Notes>
  <HiddenSlides>0</HiddenSlides>
  <MMClips>11</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82</vt:i4>
      </vt:variant>
    </vt:vector>
  </HeadingPairs>
  <TitlesOfParts>
    <vt:vector size="90" baseType="lpstr">
      <vt:lpstr>Arial</vt:lpstr>
      <vt:lpstr>Calibri</vt:lpstr>
      <vt:lpstr>Calibri Light</vt:lpstr>
      <vt:lpstr>Courier New</vt:lpstr>
      <vt:lpstr>Noto Sans Symbols</vt:lpstr>
      <vt:lpstr>Short Stack</vt:lpstr>
      <vt:lpstr>Office Theme</vt:lpstr>
      <vt:lpstr>Coder Science</vt:lpstr>
      <vt:lpstr>Lesson: Plate Boundaries &amp; Features</vt:lpstr>
      <vt:lpstr>ENGAGE</vt:lpstr>
      <vt:lpstr>Engage</vt:lpstr>
      <vt:lpstr>Engage</vt:lpstr>
      <vt:lpstr>Engage</vt:lpstr>
      <vt:lpstr>PowerPoint Presentation</vt:lpstr>
      <vt:lpstr>Engage</vt:lpstr>
      <vt:lpstr>Boundary Types and their features</vt:lpstr>
      <vt:lpstr>Explore</vt:lpstr>
      <vt:lpstr>Explain</vt:lpstr>
      <vt:lpstr>1) What are the different ways plates interact?</vt:lpstr>
      <vt:lpstr>1) What are the different ways plates interact?</vt:lpstr>
      <vt:lpstr>PowerPoint Presentation</vt:lpstr>
      <vt:lpstr>Mid-Atlantic Ridge </vt:lpstr>
      <vt:lpstr>2) What does the bottom of the Atlantic Ocean floor look like?</vt:lpstr>
      <vt:lpstr>PowerPoint Presentation</vt:lpstr>
      <vt:lpstr>PowerPoint Presentation</vt:lpstr>
      <vt:lpstr>Checkpoint: Use ESRT page 5 to find another example of a mid-ocean ridge. What is the name of this ridge? What are the two plates that are diverging at this ridge? </vt:lpstr>
      <vt:lpstr>3) How do we know the seafloor is spreading at mid-ocean ridges? </vt:lpstr>
      <vt:lpstr>3) How do we know the seafloor is spreading at mid-ocean ridges? </vt:lpstr>
      <vt:lpstr>3) How do we know the seafloor is spreading at mid-ocean ridges? </vt:lpstr>
      <vt:lpstr>PowerPoint Presentation</vt:lpstr>
      <vt:lpstr>2. Magnetic polarity pattern of bedrock  </vt:lpstr>
      <vt:lpstr>3) How do we know the seafloor is spreading at mid-ocean ridges? </vt:lpstr>
      <vt:lpstr>3) How do we know the seafloor is spreading at mid-ocean ridges? </vt:lpstr>
      <vt:lpstr>Convergent Plate Boundaries</vt:lpstr>
      <vt:lpstr>Convergent Plate Boundaries</vt:lpstr>
      <vt:lpstr>Convergent Plate Boundaries</vt:lpstr>
      <vt:lpstr>Convergent Plate Boundaries</vt:lpstr>
      <vt:lpstr>4) What geologic features occur when a continental plate collides with an oceanic plate?</vt:lpstr>
      <vt:lpstr>Convergent Plate Boundaries</vt:lpstr>
      <vt:lpstr>Continental-Oceanic  Convergent Plate Boundaries</vt:lpstr>
      <vt:lpstr>Making predictions – Convergent Plate Boundaries: On the diagram below… 1. Label each type of crust. 2. Label the density of each type of crust.  3. Using a pencil, draw what you think will happen when these two plates collide.  </vt:lpstr>
      <vt:lpstr>PowerPoint Presentation</vt:lpstr>
      <vt:lpstr>PowerPoint Presentation</vt:lpstr>
      <vt:lpstr>PowerPoint Presentation</vt:lpstr>
      <vt:lpstr>Checkpoint – Continental-Oceanic Convergent Boundaries: </vt:lpstr>
      <vt:lpstr>Checkpoint – Continental-Oceanic Convergent Boundaries: </vt:lpstr>
      <vt:lpstr>Checkpoint – Continental-Oceanic Convergent Boundaries: </vt:lpstr>
      <vt:lpstr>Checkpoint – Continental-Oceanic Convergent Boundaries: </vt:lpstr>
      <vt:lpstr>Checkpoint – Continental-Oceanic Convergent Boundaries: </vt:lpstr>
      <vt:lpstr>Convergent Plate Boundaries</vt:lpstr>
      <vt:lpstr>How did the Himalayas form?</vt:lpstr>
      <vt:lpstr>Indian Plate &amp; Eurasian Plate = Himalayas</vt:lpstr>
      <vt:lpstr>Indian Plate &amp; Eurasian Plate = Himalayas</vt:lpstr>
      <vt:lpstr>5) What geologic features occur when two continental plates collide?</vt:lpstr>
      <vt:lpstr>5) What geologic features occur when two continental plates collide?</vt:lpstr>
      <vt:lpstr>Convergent Plate Boundaries</vt:lpstr>
      <vt:lpstr>New Island forming off Japan (11/10/23) (Oceanic &amp; Oceanic Convergent Plate Boundary)</vt:lpstr>
      <vt:lpstr>Volcanic Island Formation</vt:lpstr>
      <vt:lpstr>Oceanic-Oceanic  Convergent Plate Boundaries</vt:lpstr>
      <vt:lpstr>6) What geologic features occur when two oceanic plates collide? </vt:lpstr>
      <vt:lpstr>PowerPoint Presentation</vt:lpstr>
      <vt:lpstr>Checkpoint – Oceanic-Oceanic Convergent Boundaries: Use ESRT page 5 to find two ocean trenches formed by an oceanic-oceanic convergence.  </vt:lpstr>
      <vt:lpstr>PowerPoint Presentation</vt:lpstr>
      <vt:lpstr>PowerPoint Presentation</vt:lpstr>
      <vt:lpstr>PowerPoint Presentation</vt:lpstr>
      <vt:lpstr>Mariana Trench</vt:lpstr>
      <vt:lpstr>Transform Plate Boundary</vt:lpstr>
      <vt:lpstr>7) What geologic features form at a transform boundary?</vt:lpstr>
      <vt:lpstr>PowerPoint Presentation</vt:lpstr>
      <vt:lpstr>PowerPoint Presentation</vt:lpstr>
      <vt:lpstr>San Andreas Fault</vt:lpstr>
      <vt:lpstr>San Andreas Fault</vt:lpstr>
      <vt:lpstr>Checkpoint – Transform Boundaries: Using ESRT page 5, find the transform boundary located in the continental United States. What is the name of this boundary? Which two plates are sliding past each other at this boundary?  </vt:lpstr>
      <vt:lpstr>Checkpoint – Plate Boundaries: Use your knowledge of Earth Science and the Earth Science Reference Tables to answer the questions below. </vt:lpstr>
      <vt:lpstr>Checkpoint – Plate Boundaries</vt:lpstr>
      <vt:lpstr>Checkpoint – Plate Boundaries</vt:lpstr>
      <vt:lpstr>Checkpoint – Plate Boundaries</vt:lpstr>
      <vt:lpstr>Checkpoint – Plate Boundaries</vt:lpstr>
      <vt:lpstr>Checkpoint – Plate Boundaries</vt:lpstr>
      <vt:lpstr>Checkpoint – Plate Boundaries</vt:lpstr>
      <vt:lpstr>Checkpoint – Plate Boundaries</vt:lpstr>
      <vt:lpstr>Checkpoint – Plate Boundaries</vt:lpstr>
      <vt:lpstr>Checkpoint – Plate Boundaries</vt:lpstr>
      <vt:lpstr>Checkpoint – Plate Boundaries</vt:lpstr>
      <vt:lpstr>Checkpoint – Plate Boundaries</vt:lpstr>
      <vt:lpstr>Checkpoint – Plate Boundaries</vt:lpstr>
      <vt:lpstr>Checkpoint – Plate Boundaries</vt:lpstr>
      <vt:lpstr>Elaborate</vt:lpstr>
      <vt:lpstr>Boundary Types &amp; Features</vt:lpstr>
      <vt:lpstr>Evaluate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Kyle Winter</dc:creator>
  <cp:lastModifiedBy>Kyle Winter</cp:lastModifiedBy>
  <cp:revision>1</cp:revision>
  <dcterms:created xsi:type="dcterms:W3CDTF">2024-04-01T16:43:11Z</dcterms:created>
  <dcterms:modified xsi:type="dcterms:W3CDTF">2024-06-20T17:28:42Z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0x010100AD16CC74870BC944B02857AF781BBE06</vt:lpwstr>
  </property>
</Properties>
</file>