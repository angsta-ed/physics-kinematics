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58" r:id="rId4"/>
    <p:sldId id="265" r:id="rId5"/>
    <p:sldId id="266" r:id="rId6"/>
    <p:sldId id="259" r:id="rId7"/>
    <p:sldId id="260" r:id="rId8"/>
    <p:sldId id="261" r:id="rId9"/>
    <p:sldId id="268" r:id="rId10"/>
    <p:sldId id="262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93093-FEB4-45AD-A52C-E51DD51289D7}" v="9" dt="2023-11-09T14:28:28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Winter" userId="34daa314-b499-4a63-812e-be72b148aed2" providerId="ADAL" clId="{72A93093-FEB4-45AD-A52C-E51DD51289D7}"/>
    <pc:docChg chg="undo custSel addSld modSld sldOrd">
      <pc:chgData name="Kyle Winter" userId="34daa314-b499-4a63-812e-be72b148aed2" providerId="ADAL" clId="{72A93093-FEB4-45AD-A52C-E51DD51289D7}" dt="2023-11-09T14:28:41.075" v="466" actId="1076"/>
      <pc:docMkLst>
        <pc:docMk/>
      </pc:docMkLst>
      <pc:sldChg chg="addSp delSp modSp mod setBg addAnim setClrOvrMap">
        <pc:chgData name="Kyle Winter" userId="34daa314-b499-4a63-812e-be72b148aed2" providerId="ADAL" clId="{72A93093-FEB4-45AD-A52C-E51DD51289D7}" dt="2023-11-08T17:31:31.761" v="438" actId="26606"/>
        <pc:sldMkLst>
          <pc:docMk/>
          <pc:sldMk cId="2078948285" sldId="257"/>
        </pc:sldMkLst>
        <pc:spChg chg="add del mod ord">
          <ac:chgData name="Kyle Winter" userId="34daa314-b499-4a63-812e-be72b148aed2" providerId="ADAL" clId="{72A93093-FEB4-45AD-A52C-E51DD51289D7}" dt="2023-11-08T17:31:27.224" v="437" actId="26606"/>
          <ac:spMkLst>
            <pc:docMk/>
            <pc:sldMk cId="2078948285" sldId="257"/>
            <ac:spMk id="2" creationId="{8D8EFB81-A0DB-C55D-0D26-8D095678E537}"/>
          </ac:spMkLst>
        </pc:spChg>
        <pc:spChg chg="del mod">
          <ac:chgData name="Kyle Winter" userId="34daa314-b499-4a63-812e-be72b148aed2" providerId="ADAL" clId="{72A93093-FEB4-45AD-A52C-E51DD51289D7}" dt="2023-11-08T17:29:00.157" v="190" actId="478"/>
          <ac:spMkLst>
            <pc:docMk/>
            <pc:sldMk cId="2078948285" sldId="257"/>
            <ac:spMk id="3" creationId="{6B4DFFDA-DDA5-B1A4-B1B6-FC2BA9D54E65}"/>
          </ac:spMkLst>
        </pc:spChg>
        <pc:spChg chg="add del mod">
          <ac:chgData name="Kyle Winter" userId="34daa314-b499-4a63-812e-be72b148aed2" providerId="ADAL" clId="{72A93093-FEB4-45AD-A52C-E51DD51289D7}" dt="2023-11-08T17:30:59.543" v="430" actId="478"/>
          <ac:spMkLst>
            <pc:docMk/>
            <pc:sldMk cId="2078948285" sldId="257"/>
            <ac:spMk id="6" creationId="{CD88DC07-FC48-0272-D9E9-7DCD0A7344D2}"/>
          </ac:spMkLst>
        </pc:spChg>
        <pc:spChg chg="add del mod">
          <ac:chgData name="Kyle Winter" userId="34daa314-b499-4a63-812e-be72b148aed2" providerId="ADAL" clId="{72A93093-FEB4-45AD-A52C-E51DD51289D7}" dt="2023-11-08T17:29:22.165" v="203" actId="478"/>
          <ac:spMkLst>
            <pc:docMk/>
            <pc:sldMk cId="2078948285" sldId="257"/>
            <ac:spMk id="8" creationId="{427BEAB9-F2BF-9559-0D49-75C1D792A2C6}"/>
          </ac:spMkLst>
        </pc:spChg>
        <pc:spChg chg="add del">
          <ac:chgData name="Kyle Winter" userId="34daa314-b499-4a63-812e-be72b148aed2" providerId="ADAL" clId="{72A93093-FEB4-45AD-A52C-E51DD51289D7}" dt="2023-11-08T17:31:05.251" v="431" actId="26606"/>
          <ac:spMkLst>
            <pc:docMk/>
            <pc:sldMk cId="2078948285" sldId="257"/>
            <ac:spMk id="2055" creationId="{352BEC0E-22F8-46D0-9632-375DB541B06C}"/>
          </ac:spMkLst>
        </pc:spChg>
        <pc:spChg chg="add del">
          <ac:chgData name="Kyle Winter" userId="34daa314-b499-4a63-812e-be72b148aed2" providerId="ADAL" clId="{72A93093-FEB4-45AD-A52C-E51DD51289D7}" dt="2023-11-08T17:31:05.251" v="431" actId="26606"/>
          <ac:spMkLst>
            <pc:docMk/>
            <pc:sldMk cId="2078948285" sldId="257"/>
            <ac:spMk id="2057" creationId="{3FCFB1DE-0B7E-48CC-BA90-B2AB0889F9D6}"/>
          </ac:spMkLst>
        </pc:spChg>
        <pc:spChg chg="add del">
          <ac:chgData name="Kyle Winter" userId="34daa314-b499-4a63-812e-be72b148aed2" providerId="ADAL" clId="{72A93093-FEB4-45AD-A52C-E51DD51289D7}" dt="2023-11-08T17:31:27.224" v="437" actId="26606"/>
          <ac:spMkLst>
            <pc:docMk/>
            <pc:sldMk cId="2078948285" sldId="257"/>
            <ac:spMk id="2062" creationId="{71B2258F-86CA-4D4D-8270-BC05FCDEBFB3}"/>
          </ac:spMkLst>
        </pc:spChg>
        <pc:spChg chg="add del">
          <ac:chgData name="Kyle Winter" userId="34daa314-b499-4a63-812e-be72b148aed2" providerId="ADAL" clId="{72A93093-FEB4-45AD-A52C-E51DD51289D7}" dt="2023-11-08T17:31:27.220" v="436" actId="26606"/>
          <ac:spMkLst>
            <pc:docMk/>
            <pc:sldMk cId="2078948285" sldId="257"/>
            <ac:spMk id="2067" creationId="{E91DC736-0EF8-4F87-9146-EBF1D2EE4D3D}"/>
          </ac:spMkLst>
        </pc:spChg>
        <pc:spChg chg="add del">
          <ac:chgData name="Kyle Winter" userId="34daa314-b499-4a63-812e-be72b148aed2" providerId="ADAL" clId="{72A93093-FEB4-45AD-A52C-E51DD51289D7}" dt="2023-11-08T17:31:27.220" v="436" actId="26606"/>
          <ac:spMkLst>
            <pc:docMk/>
            <pc:sldMk cId="2078948285" sldId="257"/>
            <ac:spMk id="2069" creationId="{097CD68E-23E3-4007-8847-CD0944C4F7BE}"/>
          </ac:spMkLst>
        </pc:spChg>
        <pc:spChg chg="add del">
          <ac:chgData name="Kyle Winter" userId="34daa314-b499-4a63-812e-be72b148aed2" providerId="ADAL" clId="{72A93093-FEB4-45AD-A52C-E51DD51289D7}" dt="2023-11-08T17:31:27.220" v="436" actId="26606"/>
          <ac:spMkLst>
            <pc:docMk/>
            <pc:sldMk cId="2078948285" sldId="257"/>
            <ac:spMk id="2071" creationId="{AF2F604E-43BE-4DC3-B983-E071523364F8}"/>
          </ac:spMkLst>
        </pc:spChg>
        <pc:spChg chg="add del">
          <ac:chgData name="Kyle Winter" userId="34daa314-b499-4a63-812e-be72b148aed2" providerId="ADAL" clId="{72A93093-FEB4-45AD-A52C-E51DD51289D7}" dt="2023-11-08T17:31:27.220" v="436" actId="26606"/>
          <ac:spMkLst>
            <pc:docMk/>
            <pc:sldMk cId="2078948285" sldId="257"/>
            <ac:spMk id="2073" creationId="{08C9B587-E65E-4B52-B37C-ABEBB6E87928}"/>
          </ac:spMkLst>
        </pc:spChg>
        <pc:spChg chg="add del">
          <ac:chgData name="Kyle Winter" userId="34daa314-b499-4a63-812e-be72b148aed2" providerId="ADAL" clId="{72A93093-FEB4-45AD-A52C-E51DD51289D7}" dt="2023-11-08T17:31:31.761" v="438" actId="26606"/>
          <ac:spMkLst>
            <pc:docMk/>
            <pc:sldMk cId="2078948285" sldId="257"/>
            <ac:spMk id="2075" creationId="{71B2258F-86CA-4D4D-8270-BC05FCDEBFB3}"/>
          </ac:spMkLst>
        </pc:spChg>
        <pc:spChg chg="add">
          <ac:chgData name="Kyle Winter" userId="34daa314-b499-4a63-812e-be72b148aed2" providerId="ADAL" clId="{72A93093-FEB4-45AD-A52C-E51DD51289D7}" dt="2023-11-08T17:31:31.761" v="438" actId="26606"/>
          <ac:spMkLst>
            <pc:docMk/>
            <pc:sldMk cId="2078948285" sldId="257"/>
            <ac:spMk id="2080" creationId="{71B2258F-86CA-4D4D-8270-BC05FCDEBFB3}"/>
          </ac:spMkLst>
        </pc:spChg>
        <pc:picChg chg="del mod">
          <ac:chgData name="Kyle Winter" userId="34daa314-b499-4a63-812e-be72b148aed2" providerId="ADAL" clId="{72A93093-FEB4-45AD-A52C-E51DD51289D7}" dt="2023-11-08T17:29:01.047" v="191" actId="478"/>
          <ac:picMkLst>
            <pc:docMk/>
            <pc:sldMk cId="2078948285" sldId="257"/>
            <ac:picMk id="4" creationId="{AADC296A-C7D9-2990-F757-489B627BD498}"/>
          </ac:picMkLst>
        </pc:picChg>
        <pc:picChg chg="add mod">
          <ac:chgData name="Kyle Winter" userId="34daa314-b499-4a63-812e-be72b148aed2" providerId="ADAL" clId="{72A93093-FEB4-45AD-A52C-E51DD51289D7}" dt="2023-11-08T17:31:27.220" v="436" actId="26606"/>
          <ac:picMkLst>
            <pc:docMk/>
            <pc:sldMk cId="2078948285" sldId="257"/>
            <ac:picMk id="1026" creationId="{164ADB1F-C4A7-655B-AB59-893687C9770F}"/>
          </ac:picMkLst>
        </pc:picChg>
        <pc:picChg chg="del mod">
          <ac:chgData name="Kyle Winter" userId="34daa314-b499-4a63-812e-be72b148aed2" providerId="ADAL" clId="{72A93093-FEB4-45AD-A52C-E51DD51289D7}" dt="2023-11-08T17:29:02.199" v="192" actId="478"/>
          <ac:picMkLst>
            <pc:docMk/>
            <pc:sldMk cId="2078948285" sldId="257"/>
            <ac:picMk id="2050" creationId="{5460ABA4-BFC0-067C-5D36-1906D9ED9591}"/>
          </ac:picMkLst>
        </pc:picChg>
      </pc:sldChg>
      <pc:sldChg chg="addSp modSp mod setBg">
        <pc:chgData name="Kyle Winter" userId="34daa314-b499-4a63-812e-be72b148aed2" providerId="ADAL" clId="{72A93093-FEB4-45AD-A52C-E51DD51289D7}" dt="2023-11-08T13:24:51.317" v="150"/>
        <pc:sldMkLst>
          <pc:docMk/>
          <pc:sldMk cId="3108277528" sldId="258"/>
        </pc:sldMkLst>
        <pc:spChg chg="mod">
          <ac:chgData name="Kyle Winter" userId="34daa314-b499-4a63-812e-be72b148aed2" providerId="ADAL" clId="{72A93093-FEB4-45AD-A52C-E51DD51289D7}" dt="2023-11-08T13:24:30.522" v="149" actId="26606"/>
          <ac:spMkLst>
            <pc:docMk/>
            <pc:sldMk cId="3108277528" sldId="258"/>
            <ac:spMk id="2" creationId="{861FE9E4-CCA0-B2EE-8897-4FD247FE036F}"/>
          </ac:spMkLst>
        </pc:spChg>
        <pc:spChg chg="mod">
          <ac:chgData name="Kyle Winter" userId="34daa314-b499-4a63-812e-be72b148aed2" providerId="ADAL" clId="{72A93093-FEB4-45AD-A52C-E51DD51289D7}" dt="2023-11-08T13:24:30.522" v="149" actId="26606"/>
          <ac:spMkLst>
            <pc:docMk/>
            <pc:sldMk cId="3108277528" sldId="258"/>
            <ac:spMk id="3" creationId="{1844B510-852D-24F5-99D8-A0E2BA926EA2}"/>
          </ac:spMkLst>
        </pc:spChg>
        <pc:spChg chg="add">
          <ac:chgData name="Kyle Winter" userId="34daa314-b499-4a63-812e-be72b148aed2" providerId="ADAL" clId="{72A93093-FEB4-45AD-A52C-E51DD51289D7}" dt="2023-11-08T13:24:30.522" v="149" actId="26606"/>
          <ac:spMkLst>
            <pc:docMk/>
            <pc:sldMk cId="3108277528" sldId="258"/>
            <ac:spMk id="1031" creationId="{352BEC0E-22F8-46D0-9632-375DB541B06C}"/>
          </ac:spMkLst>
        </pc:spChg>
        <pc:spChg chg="add">
          <ac:chgData name="Kyle Winter" userId="34daa314-b499-4a63-812e-be72b148aed2" providerId="ADAL" clId="{72A93093-FEB4-45AD-A52C-E51DD51289D7}" dt="2023-11-08T13:24:30.522" v="149" actId="26606"/>
          <ac:spMkLst>
            <pc:docMk/>
            <pc:sldMk cId="3108277528" sldId="258"/>
            <ac:spMk id="1033" creationId="{3FCFB1DE-0B7E-48CC-BA90-B2AB0889F9D6}"/>
          </ac:spMkLst>
        </pc:spChg>
        <pc:picChg chg="mod">
          <ac:chgData name="Kyle Winter" userId="34daa314-b499-4a63-812e-be72b148aed2" providerId="ADAL" clId="{72A93093-FEB4-45AD-A52C-E51DD51289D7}" dt="2023-11-08T13:24:30.522" v="149" actId="26606"/>
          <ac:picMkLst>
            <pc:docMk/>
            <pc:sldMk cId="3108277528" sldId="258"/>
            <ac:picMk id="6" creationId="{C61BD49D-F81A-C2E5-5EB8-E89699F00CC6}"/>
          </ac:picMkLst>
        </pc:picChg>
        <pc:picChg chg="mod">
          <ac:chgData name="Kyle Winter" userId="34daa314-b499-4a63-812e-be72b148aed2" providerId="ADAL" clId="{72A93093-FEB4-45AD-A52C-E51DD51289D7}" dt="2023-11-08T13:24:30.522" v="149" actId="26606"/>
          <ac:picMkLst>
            <pc:docMk/>
            <pc:sldMk cId="3108277528" sldId="258"/>
            <ac:picMk id="1026" creationId="{4A776432-F32E-A694-267A-B938C7E4F2DE}"/>
          </ac:picMkLst>
        </pc:picChg>
      </pc:sldChg>
      <pc:sldChg chg="ord">
        <pc:chgData name="Kyle Winter" userId="34daa314-b499-4a63-812e-be72b148aed2" providerId="ADAL" clId="{72A93093-FEB4-45AD-A52C-E51DD51289D7}" dt="2023-11-08T17:42:12.310" v="440"/>
        <pc:sldMkLst>
          <pc:docMk/>
          <pc:sldMk cId="1564092623" sldId="263"/>
        </pc:sldMkLst>
      </pc:sldChg>
      <pc:sldChg chg="addSp delSp modSp add mod modAnim">
        <pc:chgData name="Kyle Winter" userId="34daa314-b499-4a63-812e-be72b148aed2" providerId="ADAL" clId="{72A93093-FEB4-45AD-A52C-E51DD51289D7}" dt="2023-11-08T13:23:56.060" v="147" actId="27636"/>
        <pc:sldMkLst>
          <pc:docMk/>
          <pc:sldMk cId="2844518812" sldId="266"/>
        </pc:sldMkLst>
        <pc:spChg chg="mod">
          <ac:chgData name="Kyle Winter" userId="34daa314-b499-4a63-812e-be72b148aed2" providerId="ADAL" clId="{72A93093-FEB4-45AD-A52C-E51DD51289D7}" dt="2023-11-08T13:23:56.060" v="147" actId="27636"/>
          <ac:spMkLst>
            <pc:docMk/>
            <pc:sldMk cId="2844518812" sldId="266"/>
            <ac:spMk id="3" creationId="{1844B510-852D-24F5-99D8-A0E2BA926EA2}"/>
          </ac:spMkLst>
        </pc:spChg>
        <pc:picChg chg="add mod">
          <ac:chgData name="Kyle Winter" userId="34daa314-b499-4a63-812e-be72b148aed2" providerId="ADAL" clId="{72A93093-FEB4-45AD-A52C-E51DD51289D7}" dt="2023-11-08T13:22:35.083" v="137" actId="1076"/>
          <ac:picMkLst>
            <pc:docMk/>
            <pc:sldMk cId="2844518812" sldId="266"/>
            <ac:picMk id="2" creationId="{223E34F0-4CFE-A21F-2FEE-BBCBBE247191}"/>
          </ac:picMkLst>
        </pc:picChg>
        <pc:picChg chg="del">
          <ac:chgData name="Kyle Winter" userId="34daa314-b499-4a63-812e-be72b148aed2" providerId="ADAL" clId="{72A93093-FEB4-45AD-A52C-E51DD51289D7}" dt="2023-11-08T13:20:27.395" v="1" actId="478"/>
          <ac:picMkLst>
            <pc:docMk/>
            <pc:sldMk cId="2844518812" sldId="266"/>
            <ac:picMk id="4" creationId="{147777DE-E696-C1E2-7067-2F0E9C083124}"/>
          </ac:picMkLst>
        </pc:picChg>
      </pc:sldChg>
      <pc:sldChg chg="add">
        <pc:chgData name="Kyle Winter" userId="34daa314-b499-4a63-812e-be72b148aed2" providerId="ADAL" clId="{72A93093-FEB4-45AD-A52C-E51DD51289D7}" dt="2023-11-08T17:28:53.712" v="189" actId="2890"/>
        <pc:sldMkLst>
          <pc:docMk/>
          <pc:sldMk cId="2707469551" sldId="267"/>
        </pc:sldMkLst>
      </pc:sldChg>
      <pc:sldChg chg="addSp delSp modSp add mod">
        <pc:chgData name="Kyle Winter" userId="34daa314-b499-4a63-812e-be72b148aed2" providerId="ADAL" clId="{72A93093-FEB4-45AD-A52C-E51DD51289D7}" dt="2023-11-09T14:28:41.075" v="466" actId="1076"/>
        <pc:sldMkLst>
          <pc:docMk/>
          <pc:sldMk cId="1220322385" sldId="268"/>
        </pc:sldMkLst>
        <pc:spChg chg="add mod">
          <ac:chgData name="Kyle Winter" userId="34daa314-b499-4a63-812e-be72b148aed2" providerId="ADAL" clId="{72A93093-FEB4-45AD-A52C-E51DD51289D7}" dt="2023-11-09T14:28:41.075" v="466" actId="1076"/>
          <ac:spMkLst>
            <pc:docMk/>
            <pc:sldMk cId="1220322385" sldId="268"/>
            <ac:spMk id="3" creationId="{10BCA36D-3E23-CCB3-A868-4AC2ACE4DEE4}"/>
          </ac:spMkLst>
        </pc:spChg>
        <pc:picChg chg="add mod">
          <ac:chgData name="Kyle Winter" userId="34daa314-b499-4a63-812e-be72b148aed2" providerId="ADAL" clId="{72A93093-FEB4-45AD-A52C-E51DD51289D7}" dt="2023-11-09T14:28:16.436" v="459" actId="14100"/>
          <ac:picMkLst>
            <pc:docMk/>
            <pc:sldMk cId="1220322385" sldId="268"/>
            <ac:picMk id="2" creationId="{FCA7B4B9-3DFF-9982-7F3F-12822D523653}"/>
          </ac:picMkLst>
        </pc:picChg>
        <pc:picChg chg="add del">
          <ac:chgData name="Kyle Winter" userId="34daa314-b499-4a63-812e-be72b148aed2" providerId="ADAL" clId="{72A93093-FEB4-45AD-A52C-E51DD51289D7}" dt="2023-11-09T14:27:51.516" v="449" actId="478"/>
          <ac:picMkLst>
            <pc:docMk/>
            <pc:sldMk cId="1220322385" sldId="268"/>
            <ac:picMk id="5" creationId="{D1B43794-0A68-DE44-F3BD-75FDF62CEDD6}"/>
          </ac:picMkLst>
        </pc:picChg>
        <pc:picChg chg="add del mod">
          <ac:chgData name="Kyle Winter" userId="34daa314-b499-4a63-812e-be72b148aed2" providerId="ADAL" clId="{72A93093-FEB4-45AD-A52C-E51DD51289D7}" dt="2023-11-09T14:27:57.523" v="452" actId="14100"/>
          <ac:picMkLst>
            <pc:docMk/>
            <pc:sldMk cId="1220322385" sldId="268"/>
            <ac:picMk id="7" creationId="{132047B8-EF97-FC89-54F1-453AC96F09CA}"/>
          </ac:picMkLst>
        </pc:picChg>
        <pc:picChg chg="del">
          <ac:chgData name="Kyle Winter" userId="34daa314-b499-4a63-812e-be72b148aed2" providerId="ADAL" clId="{72A93093-FEB4-45AD-A52C-E51DD51289D7}" dt="2023-11-09T14:27:41.966" v="442" actId="478"/>
          <ac:picMkLst>
            <pc:docMk/>
            <pc:sldMk cId="1220322385" sldId="268"/>
            <ac:picMk id="9" creationId="{99D4C4BF-DE89-D654-3854-6AEFB2AA7457}"/>
          </ac:picMkLst>
        </pc:picChg>
        <pc:picChg chg="del">
          <ac:chgData name="Kyle Winter" userId="34daa314-b499-4a63-812e-be72b148aed2" providerId="ADAL" clId="{72A93093-FEB4-45AD-A52C-E51DD51289D7}" dt="2023-11-09T14:27:45.972" v="445" actId="478"/>
          <ac:picMkLst>
            <pc:docMk/>
            <pc:sldMk cId="1220322385" sldId="268"/>
            <ac:picMk id="14" creationId="{23BCED61-F3A3-CF99-10C4-999EE509FF57}"/>
          </ac:picMkLst>
        </pc:picChg>
        <pc:cxnChg chg="del mod">
          <ac:chgData name="Kyle Winter" userId="34daa314-b499-4a63-812e-be72b148aed2" providerId="ADAL" clId="{72A93093-FEB4-45AD-A52C-E51DD51289D7}" dt="2023-11-09T14:27:46.707" v="446" actId="478"/>
          <ac:cxnSpMkLst>
            <pc:docMk/>
            <pc:sldMk cId="1220322385" sldId="268"/>
            <ac:cxnSpMk id="11" creationId="{B42ACF42-6D44-8BE8-FC43-C3F98A012613}"/>
          </ac:cxnSpMkLst>
        </pc:cxnChg>
      </pc:sldChg>
    </pc:docChg>
  </pc:docChgLst>
  <pc:docChgLst>
    <pc:chgData name="Kyle Winter" userId="34daa314-b499-4a63-812e-be72b148aed2" providerId="ADAL" clId="{6363BBD6-CBD8-43F8-9B68-A6C748641E67}"/>
    <pc:docChg chg="undo custSel addSld modSld">
      <pc:chgData name="Kyle Winter" userId="34daa314-b499-4a63-812e-be72b148aed2" providerId="ADAL" clId="{6363BBD6-CBD8-43F8-9B68-A6C748641E67}" dt="2022-11-10T13:09:09.164" v="127" actId="1076"/>
      <pc:docMkLst>
        <pc:docMk/>
      </pc:docMkLst>
      <pc:sldChg chg="modSp mod">
        <pc:chgData name="Kyle Winter" userId="34daa314-b499-4a63-812e-be72b148aed2" providerId="ADAL" clId="{6363BBD6-CBD8-43F8-9B68-A6C748641E67}" dt="2022-11-09T16:54:05.449" v="11" actId="20577"/>
        <pc:sldMkLst>
          <pc:docMk/>
          <pc:sldMk cId="2078948285" sldId="257"/>
        </pc:sldMkLst>
        <pc:spChg chg="mod">
          <ac:chgData name="Kyle Winter" userId="34daa314-b499-4a63-812e-be72b148aed2" providerId="ADAL" clId="{6363BBD6-CBD8-43F8-9B68-A6C748641E67}" dt="2022-11-09T16:54:05.449" v="11" actId="20577"/>
          <ac:spMkLst>
            <pc:docMk/>
            <pc:sldMk cId="2078948285" sldId="257"/>
            <ac:spMk id="2" creationId="{8D8EFB81-A0DB-C55D-0D26-8D095678E537}"/>
          </ac:spMkLst>
        </pc:spChg>
        <pc:spChg chg="mod">
          <ac:chgData name="Kyle Winter" userId="34daa314-b499-4a63-812e-be72b148aed2" providerId="ADAL" clId="{6363BBD6-CBD8-43F8-9B68-A6C748641E67}" dt="2022-11-09T13:27:03.527" v="3" actId="114"/>
          <ac:spMkLst>
            <pc:docMk/>
            <pc:sldMk cId="2078948285" sldId="257"/>
            <ac:spMk id="3" creationId="{6B4DFFDA-DDA5-B1A4-B1B6-FC2BA9D54E65}"/>
          </ac:spMkLst>
        </pc:spChg>
      </pc:sldChg>
      <pc:sldChg chg="addSp delSp modSp add mod">
        <pc:chgData name="Kyle Winter" userId="34daa314-b499-4a63-812e-be72b148aed2" providerId="ADAL" clId="{6363BBD6-CBD8-43F8-9B68-A6C748641E67}" dt="2022-11-10T13:09:09.164" v="127" actId="1076"/>
        <pc:sldMkLst>
          <pc:docMk/>
          <pc:sldMk cId="2344292517" sldId="265"/>
        </pc:sldMkLst>
        <pc:spChg chg="del">
          <ac:chgData name="Kyle Winter" userId="34daa314-b499-4a63-812e-be72b148aed2" providerId="ADAL" clId="{6363BBD6-CBD8-43F8-9B68-A6C748641E67}" dt="2022-11-10T12:57:40.420" v="109" actId="478"/>
          <ac:spMkLst>
            <pc:docMk/>
            <pc:sldMk cId="2344292517" sldId="265"/>
            <ac:spMk id="2" creationId="{861FE9E4-CCA0-B2EE-8897-4FD247FE036F}"/>
          </ac:spMkLst>
        </pc:spChg>
        <pc:spChg chg="mod">
          <ac:chgData name="Kyle Winter" userId="34daa314-b499-4a63-812e-be72b148aed2" providerId="ADAL" clId="{6363BBD6-CBD8-43F8-9B68-A6C748641E67}" dt="2022-11-10T13:09:00.485" v="123" actId="1076"/>
          <ac:spMkLst>
            <pc:docMk/>
            <pc:sldMk cId="2344292517" sldId="265"/>
            <ac:spMk id="3" creationId="{1844B510-852D-24F5-99D8-A0E2BA926EA2}"/>
          </ac:spMkLst>
        </pc:spChg>
        <pc:spChg chg="add del mod">
          <ac:chgData name="Kyle Winter" userId="34daa314-b499-4a63-812e-be72b148aed2" providerId="ADAL" clId="{6363BBD6-CBD8-43F8-9B68-A6C748641E67}" dt="2022-11-10T12:57:42.063" v="110" actId="478"/>
          <ac:spMkLst>
            <pc:docMk/>
            <pc:sldMk cId="2344292517" sldId="265"/>
            <ac:spMk id="7" creationId="{8B272E04-BB96-70F8-A87E-F3461F6F5F67}"/>
          </ac:spMkLst>
        </pc:spChg>
        <pc:picChg chg="add mod">
          <ac:chgData name="Kyle Winter" userId="34daa314-b499-4a63-812e-be72b148aed2" providerId="ADAL" clId="{6363BBD6-CBD8-43F8-9B68-A6C748641E67}" dt="2022-11-10T13:09:09.164" v="127" actId="1076"/>
          <ac:picMkLst>
            <pc:docMk/>
            <pc:sldMk cId="2344292517" sldId="265"/>
            <ac:picMk id="4" creationId="{147777DE-E696-C1E2-7067-2F0E9C083124}"/>
          </ac:picMkLst>
        </pc:picChg>
        <pc:picChg chg="del">
          <ac:chgData name="Kyle Winter" userId="34daa314-b499-4a63-812e-be72b148aed2" providerId="ADAL" clId="{6363BBD6-CBD8-43F8-9B68-A6C748641E67}" dt="2022-11-10T12:56:59.967" v="106" actId="478"/>
          <ac:picMkLst>
            <pc:docMk/>
            <pc:sldMk cId="2344292517" sldId="265"/>
            <ac:picMk id="6" creationId="{C61BD49D-F81A-C2E5-5EB8-E89699F00CC6}"/>
          </ac:picMkLst>
        </pc:picChg>
        <pc:picChg chg="del">
          <ac:chgData name="Kyle Winter" userId="34daa314-b499-4a63-812e-be72b148aed2" providerId="ADAL" clId="{6363BBD6-CBD8-43F8-9B68-A6C748641E67}" dt="2022-11-10T12:56:59.528" v="105" actId="478"/>
          <ac:picMkLst>
            <pc:docMk/>
            <pc:sldMk cId="2344292517" sldId="265"/>
            <ac:picMk id="1026" creationId="{4A776432-F32E-A694-267A-B938C7E4F2DE}"/>
          </ac:picMkLst>
        </pc:picChg>
      </pc:sldChg>
    </pc:docChg>
  </pc:docChgLst>
  <pc:docChgLst>
    <pc:chgData name="Kyle Winter" userId="34daa314-b499-4a63-812e-be72b148aed2" providerId="ADAL" clId="{83C5587F-13C7-42DD-AA92-49D5198BEF73}"/>
    <pc:docChg chg="undo custSel addSld delSld modSld sldOrd modMainMaster">
      <pc:chgData name="Kyle Winter" userId="34daa314-b499-4a63-812e-be72b148aed2" providerId="ADAL" clId="{83C5587F-13C7-42DD-AA92-49D5198BEF73}" dt="2022-11-08T01:07:00.300" v="946" actId="1076"/>
      <pc:docMkLst>
        <pc:docMk/>
      </pc:docMkLst>
      <pc:sldChg chg="new del">
        <pc:chgData name="Kyle Winter" userId="34daa314-b499-4a63-812e-be72b148aed2" providerId="ADAL" clId="{83C5587F-13C7-42DD-AA92-49D5198BEF73}" dt="2022-11-08T00:38:00.556" v="712" actId="47"/>
        <pc:sldMkLst>
          <pc:docMk/>
          <pc:sldMk cId="2196171211" sldId="256"/>
        </pc:sldMkLst>
      </pc:sldChg>
      <pc:sldChg chg="addSp modSp new mod setBg">
        <pc:chgData name="Kyle Winter" userId="34daa314-b499-4a63-812e-be72b148aed2" providerId="ADAL" clId="{83C5587F-13C7-42DD-AA92-49D5198BEF73}" dt="2022-11-08T01:01:17.064" v="921" actId="1076"/>
        <pc:sldMkLst>
          <pc:docMk/>
          <pc:sldMk cId="2078948285" sldId="257"/>
        </pc:sldMkLst>
        <pc:spChg chg="mod">
          <ac:chgData name="Kyle Winter" userId="34daa314-b499-4a63-812e-be72b148aed2" providerId="ADAL" clId="{83C5587F-13C7-42DD-AA92-49D5198BEF73}" dt="2022-11-08T00:40:44.779" v="732" actId="1076"/>
          <ac:spMkLst>
            <pc:docMk/>
            <pc:sldMk cId="2078948285" sldId="257"/>
            <ac:spMk id="2" creationId="{8D8EFB81-A0DB-C55D-0D26-8D095678E537}"/>
          </ac:spMkLst>
        </pc:spChg>
        <pc:spChg chg="mod">
          <ac:chgData name="Kyle Winter" userId="34daa314-b499-4a63-812e-be72b148aed2" providerId="ADAL" clId="{83C5587F-13C7-42DD-AA92-49D5198BEF73}" dt="2022-11-08T00:40:33.772" v="727" actId="1076"/>
          <ac:spMkLst>
            <pc:docMk/>
            <pc:sldMk cId="2078948285" sldId="257"/>
            <ac:spMk id="3" creationId="{6B4DFFDA-DDA5-B1A4-B1B6-FC2BA9D54E65}"/>
          </ac:spMkLst>
        </pc:spChg>
        <pc:picChg chg="add mod">
          <ac:chgData name="Kyle Winter" userId="34daa314-b499-4a63-812e-be72b148aed2" providerId="ADAL" clId="{83C5587F-13C7-42DD-AA92-49D5198BEF73}" dt="2022-11-08T00:40:41.627" v="731" actId="14100"/>
          <ac:picMkLst>
            <pc:docMk/>
            <pc:sldMk cId="2078948285" sldId="257"/>
            <ac:picMk id="4" creationId="{AADC296A-C7D9-2990-F757-489B627BD498}"/>
          </ac:picMkLst>
        </pc:picChg>
        <pc:picChg chg="add mod">
          <ac:chgData name="Kyle Winter" userId="34daa314-b499-4a63-812e-be72b148aed2" providerId="ADAL" clId="{83C5587F-13C7-42DD-AA92-49D5198BEF73}" dt="2022-11-08T01:01:17.064" v="921" actId="1076"/>
          <ac:picMkLst>
            <pc:docMk/>
            <pc:sldMk cId="2078948285" sldId="257"/>
            <ac:picMk id="2050" creationId="{5460ABA4-BFC0-067C-5D36-1906D9ED9591}"/>
          </ac:picMkLst>
        </pc:picChg>
      </pc:sldChg>
      <pc:sldChg chg="addSp delSp modSp new mod setBg">
        <pc:chgData name="Kyle Winter" userId="34daa314-b499-4a63-812e-be72b148aed2" providerId="ADAL" clId="{83C5587F-13C7-42DD-AA92-49D5198BEF73}" dt="2022-11-08T00:54:56.225" v="880" actId="1076"/>
        <pc:sldMkLst>
          <pc:docMk/>
          <pc:sldMk cId="3108277528" sldId="258"/>
        </pc:sldMkLst>
        <pc:spChg chg="mod">
          <ac:chgData name="Kyle Winter" userId="34daa314-b499-4a63-812e-be72b148aed2" providerId="ADAL" clId="{83C5587F-13C7-42DD-AA92-49D5198BEF73}" dt="2022-11-08T00:50:44.632" v="849" actId="1076"/>
          <ac:spMkLst>
            <pc:docMk/>
            <pc:sldMk cId="3108277528" sldId="258"/>
            <ac:spMk id="2" creationId="{861FE9E4-CCA0-B2EE-8897-4FD247FE036F}"/>
          </ac:spMkLst>
        </pc:spChg>
        <pc:spChg chg="mod">
          <ac:chgData name="Kyle Winter" userId="34daa314-b499-4a63-812e-be72b148aed2" providerId="ADAL" clId="{83C5587F-13C7-42DD-AA92-49D5198BEF73}" dt="2022-11-08T00:54:45.573" v="877" actId="14100"/>
          <ac:spMkLst>
            <pc:docMk/>
            <pc:sldMk cId="3108277528" sldId="258"/>
            <ac:spMk id="3" creationId="{1844B510-852D-24F5-99D8-A0E2BA926EA2}"/>
          </ac:spMkLst>
        </pc:spChg>
        <pc:picChg chg="add del">
          <ac:chgData name="Kyle Winter" userId="34daa314-b499-4a63-812e-be72b148aed2" providerId="ADAL" clId="{83C5587F-13C7-42DD-AA92-49D5198BEF73}" dt="2022-11-08T00:47:08.607" v="828" actId="22"/>
          <ac:picMkLst>
            <pc:docMk/>
            <pc:sldMk cId="3108277528" sldId="258"/>
            <ac:picMk id="5" creationId="{FB7BE7C8-1F98-157C-21A9-47769A5757C8}"/>
          </ac:picMkLst>
        </pc:picChg>
        <pc:picChg chg="add mod">
          <ac:chgData name="Kyle Winter" userId="34daa314-b499-4a63-812e-be72b148aed2" providerId="ADAL" clId="{83C5587F-13C7-42DD-AA92-49D5198BEF73}" dt="2022-11-08T00:54:52.478" v="878" actId="1076"/>
          <ac:picMkLst>
            <pc:docMk/>
            <pc:sldMk cId="3108277528" sldId="258"/>
            <ac:picMk id="6" creationId="{C61BD49D-F81A-C2E5-5EB8-E89699F00CC6}"/>
          </ac:picMkLst>
        </pc:picChg>
        <pc:picChg chg="add mod">
          <ac:chgData name="Kyle Winter" userId="34daa314-b499-4a63-812e-be72b148aed2" providerId="ADAL" clId="{83C5587F-13C7-42DD-AA92-49D5198BEF73}" dt="2022-11-08T00:54:56.225" v="880" actId="1076"/>
          <ac:picMkLst>
            <pc:docMk/>
            <pc:sldMk cId="3108277528" sldId="258"/>
            <ac:picMk id="1026" creationId="{4A776432-F32E-A694-267A-B938C7E4F2DE}"/>
          </ac:picMkLst>
        </pc:picChg>
        <pc:picChg chg="add del mod">
          <ac:chgData name="Kyle Winter" userId="34daa314-b499-4a63-812e-be72b148aed2" providerId="ADAL" clId="{83C5587F-13C7-42DD-AA92-49D5198BEF73}" dt="2022-11-08T00:53:47.537" v="862" actId="478"/>
          <ac:picMkLst>
            <pc:docMk/>
            <pc:sldMk cId="3108277528" sldId="258"/>
            <ac:picMk id="1028" creationId="{A3E061DE-6DDB-81A4-E18E-711587ACBEC6}"/>
          </ac:picMkLst>
        </pc:picChg>
      </pc:sldChg>
      <pc:sldChg chg="addSp delSp modSp new mod setBg">
        <pc:chgData name="Kyle Winter" userId="34daa314-b499-4a63-812e-be72b148aed2" providerId="ADAL" clId="{83C5587F-13C7-42DD-AA92-49D5198BEF73}" dt="2022-11-08T00:48:20.561" v="844"/>
        <pc:sldMkLst>
          <pc:docMk/>
          <pc:sldMk cId="1676606732" sldId="259"/>
        </pc:sldMkLst>
        <pc:spChg chg="del">
          <ac:chgData name="Kyle Winter" userId="34daa314-b499-4a63-812e-be72b148aed2" providerId="ADAL" clId="{83C5587F-13C7-42DD-AA92-49D5198BEF73}" dt="2022-11-08T00:41:56.799" v="761" actId="478"/>
          <ac:spMkLst>
            <pc:docMk/>
            <pc:sldMk cId="1676606732" sldId="259"/>
            <ac:spMk id="2" creationId="{9C69992F-9CF0-4DBD-EDFD-A72F4D12CD62}"/>
          </ac:spMkLst>
        </pc:spChg>
        <pc:spChg chg="del">
          <ac:chgData name="Kyle Winter" userId="34daa314-b499-4a63-812e-be72b148aed2" providerId="ADAL" clId="{83C5587F-13C7-42DD-AA92-49D5198BEF73}" dt="2022-11-08T00:41:58.030" v="762" actId="478"/>
          <ac:spMkLst>
            <pc:docMk/>
            <pc:sldMk cId="1676606732" sldId="259"/>
            <ac:spMk id="3" creationId="{2B26E42B-8685-25F8-26C2-69CB25BEC9A3}"/>
          </ac:spMkLst>
        </pc:spChg>
        <pc:picChg chg="add mod">
          <ac:chgData name="Kyle Winter" userId="34daa314-b499-4a63-812e-be72b148aed2" providerId="ADAL" clId="{83C5587F-13C7-42DD-AA92-49D5198BEF73}" dt="2022-11-08T00:32:33.424" v="676" actId="14100"/>
          <ac:picMkLst>
            <pc:docMk/>
            <pc:sldMk cId="1676606732" sldId="259"/>
            <ac:picMk id="5" creationId="{C00E787D-DE51-10EB-D1A3-2A857339D68B}"/>
          </ac:picMkLst>
        </pc:picChg>
      </pc:sldChg>
      <pc:sldChg chg="addSp delSp modSp new mod setBg">
        <pc:chgData name="Kyle Winter" userId="34daa314-b499-4a63-812e-be72b148aed2" providerId="ADAL" clId="{83C5587F-13C7-42DD-AA92-49D5198BEF73}" dt="2022-11-08T01:04:44.011" v="932" actId="478"/>
        <pc:sldMkLst>
          <pc:docMk/>
          <pc:sldMk cId="2587924477" sldId="260"/>
        </pc:sldMkLst>
        <pc:spChg chg="del">
          <ac:chgData name="Kyle Winter" userId="34daa314-b499-4a63-812e-be72b148aed2" providerId="ADAL" clId="{83C5587F-13C7-42DD-AA92-49D5198BEF73}" dt="2022-11-08T00:33:29.800" v="681" actId="478"/>
          <ac:spMkLst>
            <pc:docMk/>
            <pc:sldMk cId="2587924477" sldId="260"/>
            <ac:spMk id="2" creationId="{3B1C162D-0272-BEF6-C495-7EED7AE26B24}"/>
          </ac:spMkLst>
        </pc:spChg>
        <pc:spChg chg="del">
          <ac:chgData name="Kyle Winter" userId="34daa314-b499-4a63-812e-be72b148aed2" providerId="ADAL" clId="{83C5587F-13C7-42DD-AA92-49D5198BEF73}" dt="2022-11-08T00:33:27.710" v="680" actId="478"/>
          <ac:spMkLst>
            <pc:docMk/>
            <pc:sldMk cId="2587924477" sldId="260"/>
            <ac:spMk id="3" creationId="{FB97F4C2-0347-600B-97C3-F0DB52020E52}"/>
          </ac:spMkLst>
        </pc:spChg>
        <pc:picChg chg="add mod">
          <ac:chgData name="Kyle Winter" userId="34daa314-b499-4a63-812e-be72b148aed2" providerId="ADAL" clId="{83C5587F-13C7-42DD-AA92-49D5198BEF73}" dt="2022-11-08T00:33:40.036" v="685" actId="14100"/>
          <ac:picMkLst>
            <pc:docMk/>
            <pc:sldMk cId="2587924477" sldId="260"/>
            <ac:picMk id="5" creationId="{664A7B1F-82F7-B6F5-DA36-692DD8942B2F}"/>
          </ac:picMkLst>
        </pc:picChg>
        <pc:picChg chg="add mod">
          <ac:chgData name="Kyle Winter" userId="34daa314-b499-4a63-812e-be72b148aed2" providerId="ADAL" clId="{83C5587F-13C7-42DD-AA92-49D5198BEF73}" dt="2022-11-08T00:33:42.823" v="686" actId="14100"/>
          <ac:picMkLst>
            <pc:docMk/>
            <pc:sldMk cId="2587924477" sldId="260"/>
            <ac:picMk id="7" creationId="{D2969322-FCEC-4B60-26C0-54B6C180D037}"/>
          </ac:picMkLst>
        </pc:picChg>
        <pc:picChg chg="add mod">
          <ac:chgData name="Kyle Winter" userId="34daa314-b499-4a63-812e-be72b148aed2" providerId="ADAL" clId="{83C5587F-13C7-42DD-AA92-49D5198BEF73}" dt="2022-11-08T00:42:36.723" v="765" actId="1076"/>
          <ac:picMkLst>
            <pc:docMk/>
            <pc:sldMk cId="2587924477" sldId="260"/>
            <ac:picMk id="9" creationId="{710C9078-93F0-EF02-B206-43BF917AA268}"/>
          </ac:picMkLst>
        </pc:picChg>
        <pc:picChg chg="add mod">
          <ac:chgData name="Kyle Winter" userId="34daa314-b499-4a63-812e-be72b148aed2" providerId="ADAL" clId="{83C5587F-13C7-42DD-AA92-49D5198BEF73}" dt="2022-11-08T00:43:08.442" v="771" actId="14100"/>
          <ac:picMkLst>
            <pc:docMk/>
            <pc:sldMk cId="2587924477" sldId="260"/>
            <ac:picMk id="11" creationId="{2CDC0FA2-F862-0EAE-B7CF-EE418020A787}"/>
          </ac:picMkLst>
        </pc:picChg>
        <pc:picChg chg="add mod">
          <ac:chgData name="Kyle Winter" userId="34daa314-b499-4a63-812e-be72b148aed2" providerId="ADAL" clId="{83C5587F-13C7-42DD-AA92-49D5198BEF73}" dt="2022-11-08T00:43:30.818" v="775" actId="14100"/>
          <ac:picMkLst>
            <pc:docMk/>
            <pc:sldMk cId="2587924477" sldId="260"/>
            <ac:picMk id="13" creationId="{98314323-62DA-2D29-FD88-E715AEB2C79B}"/>
          </ac:picMkLst>
        </pc:picChg>
        <pc:picChg chg="add mod">
          <ac:chgData name="Kyle Winter" userId="34daa314-b499-4a63-812e-be72b148aed2" providerId="ADAL" clId="{83C5587F-13C7-42DD-AA92-49D5198BEF73}" dt="2022-11-08T00:44:02.735" v="780" actId="1076"/>
          <ac:picMkLst>
            <pc:docMk/>
            <pc:sldMk cId="2587924477" sldId="260"/>
            <ac:picMk id="15" creationId="{98DB55B5-D14F-5719-D75E-F8B9B871FA02}"/>
          </ac:picMkLst>
        </pc:picChg>
        <pc:picChg chg="add del mod">
          <ac:chgData name="Kyle Winter" userId="34daa314-b499-4a63-812e-be72b148aed2" providerId="ADAL" clId="{83C5587F-13C7-42DD-AA92-49D5198BEF73}" dt="2022-11-08T01:04:44.011" v="932" actId="478"/>
          <ac:picMkLst>
            <pc:docMk/>
            <pc:sldMk cId="2587924477" sldId="260"/>
            <ac:picMk id="16" creationId="{59034C4F-58B5-3D32-85B8-B55B19EAF84A}"/>
          </ac:picMkLst>
        </pc:picChg>
      </pc:sldChg>
      <pc:sldChg chg="addSp delSp modSp new mod setBg">
        <pc:chgData name="Kyle Winter" userId="34daa314-b499-4a63-812e-be72b148aed2" providerId="ADAL" clId="{83C5587F-13C7-42DD-AA92-49D5198BEF73}" dt="2022-11-08T01:03:19.303" v="925" actId="14100"/>
        <pc:sldMkLst>
          <pc:docMk/>
          <pc:sldMk cId="1043684773" sldId="261"/>
        </pc:sldMkLst>
        <pc:spChg chg="del">
          <ac:chgData name="Kyle Winter" userId="34daa314-b499-4a63-812e-be72b148aed2" providerId="ADAL" clId="{83C5587F-13C7-42DD-AA92-49D5198BEF73}" dt="2022-11-08T00:33:49.392" v="688" actId="478"/>
          <ac:spMkLst>
            <pc:docMk/>
            <pc:sldMk cId="1043684773" sldId="261"/>
            <ac:spMk id="2" creationId="{FBCC1186-EB14-7AAE-C2D9-247535AE13C5}"/>
          </ac:spMkLst>
        </pc:spChg>
        <pc:spChg chg="del">
          <ac:chgData name="Kyle Winter" userId="34daa314-b499-4a63-812e-be72b148aed2" providerId="ADAL" clId="{83C5587F-13C7-42DD-AA92-49D5198BEF73}" dt="2022-11-08T00:33:51.802" v="689" actId="478"/>
          <ac:spMkLst>
            <pc:docMk/>
            <pc:sldMk cId="1043684773" sldId="261"/>
            <ac:spMk id="3" creationId="{34A62529-B743-2321-F81A-532EA663B763}"/>
          </ac:spMkLst>
        </pc:spChg>
        <pc:picChg chg="add mod modCrop">
          <ac:chgData name="Kyle Winter" userId="34daa314-b499-4a63-812e-be72b148aed2" providerId="ADAL" clId="{83C5587F-13C7-42DD-AA92-49D5198BEF73}" dt="2022-11-08T00:57:00.328" v="897" actId="1076"/>
          <ac:picMkLst>
            <pc:docMk/>
            <pc:sldMk cId="1043684773" sldId="261"/>
            <ac:picMk id="5" creationId="{D1B43794-0A68-DE44-F3BD-75FDF62CEDD6}"/>
          </ac:picMkLst>
        </pc:picChg>
        <pc:picChg chg="add mod">
          <ac:chgData name="Kyle Winter" userId="34daa314-b499-4a63-812e-be72b148aed2" providerId="ADAL" clId="{83C5587F-13C7-42DD-AA92-49D5198BEF73}" dt="2022-11-08T00:57:07.940" v="898" actId="14100"/>
          <ac:picMkLst>
            <pc:docMk/>
            <pc:sldMk cId="1043684773" sldId="261"/>
            <ac:picMk id="7" creationId="{132047B8-EF97-FC89-54F1-453AC96F09CA}"/>
          </ac:picMkLst>
        </pc:picChg>
        <pc:picChg chg="add mod">
          <ac:chgData name="Kyle Winter" userId="34daa314-b499-4a63-812e-be72b148aed2" providerId="ADAL" clId="{83C5587F-13C7-42DD-AA92-49D5198BEF73}" dt="2022-11-08T00:55:51.441" v="887" actId="1076"/>
          <ac:picMkLst>
            <pc:docMk/>
            <pc:sldMk cId="1043684773" sldId="261"/>
            <ac:picMk id="9" creationId="{99D4C4BF-DE89-D654-3854-6AEFB2AA7457}"/>
          </ac:picMkLst>
        </pc:picChg>
        <pc:picChg chg="add mod">
          <ac:chgData name="Kyle Winter" userId="34daa314-b499-4a63-812e-be72b148aed2" providerId="ADAL" clId="{83C5587F-13C7-42DD-AA92-49D5198BEF73}" dt="2022-11-08T01:03:19.303" v="925" actId="14100"/>
          <ac:picMkLst>
            <pc:docMk/>
            <pc:sldMk cId="1043684773" sldId="261"/>
            <ac:picMk id="14" creationId="{23BCED61-F3A3-CF99-10C4-999EE509FF57}"/>
          </ac:picMkLst>
        </pc:picChg>
        <pc:cxnChg chg="add mod">
          <ac:chgData name="Kyle Winter" userId="34daa314-b499-4a63-812e-be72b148aed2" providerId="ADAL" clId="{83C5587F-13C7-42DD-AA92-49D5198BEF73}" dt="2022-11-08T00:56:42.364" v="892" actId="14100"/>
          <ac:cxnSpMkLst>
            <pc:docMk/>
            <pc:sldMk cId="1043684773" sldId="261"/>
            <ac:cxnSpMk id="11" creationId="{B42ACF42-6D44-8BE8-FC43-C3F98A012613}"/>
          </ac:cxnSpMkLst>
        </pc:cxnChg>
      </pc:sldChg>
      <pc:sldChg chg="addSp delSp modSp new mod setBg">
        <pc:chgData name="Kyle Winter" userId="34daa314-b499-4a63-812e-be72b148aed2" providerId="ADAL" clId="{83C5587F-13C7-42DD-AA92-49D5198BEF73}" dt="2022-11-08T01:05:04.032" v="936" actId="1076"/>
        <pc:sldMkLst>
          <pc:docMk/>
          <pc:sldMk cId="1072975402" sldId="262"/>
        </pc:sldMkLst>
        <pc:spChg chg="del">
          <ac:chgData name="Kyle Winter" userId="34daa314-b499-4a63-812e-be72b148aed2" providerId="ADAL" clId="{83C5587F-13C7-42DD-AA92-49D5198BEF73}" dt="2022-11-08T00:34:56.541" v="696" actId="478"/>
          <ac:spMkLst>
            <pc:docMk/>
            <pc:sldMk cId="1072975402" sldId="262"/>
            <ac:spMk id="2" creationId="{83CA8B6D-8867-C312-D854-E7F5CCE44A6D}"/>
          </ac:spMkLst>
        </pc:spChg>
        <pc:spChg chg="del">
          <ac:chgData name="Kyle Winter" userId="34daa314-b499-4a63-812e-be72b148aed2" providerId="ADAL" clId="{83C5587F-13C7-42DD-AA92-49D5198BEF73}" dt="2022-11-08T00:34:58.153" v="697" actId="478"/>
          <ac:spMkLst>
            <pc:docMk/>
            <pc:sldMk cId="1072975402" sldId="262"/>
            <ac:spMk id="3" creationId="{8567417F-1DE0-6658-7451-04A262E6C008}"/>
          </ac:spMkLst>
        </pc:spChg>
        <pc:picChg chg="add mod">
          <ac:chgData name="Kyle Winter" userId="34daa314-b499-4a63-812e-be72b148aed2" providerId="ADAL" clId="{83C5587F-13C7-42DD-AA92-49D5198BEF73}" dt="2022-11-08T00:35:18.551" v="701" actId="1076"/>
          <ac:picMkLst>
            <pc:docMk/>
            <pc:sldMk cId="1072975402" sldId="262"/>
            <ac:picMk id="5" creationId="{6F107045-AE36-D908-F43E-C79CAC688CE7}"/>
          </ac:picMkLst>
        </pc:picChg>
        <pc:picChg chg="add del mod">
          <ac:chgData name="Kyle Winter" userId="34daa314-b499-4a63-812e-be72b148aed2" providerId="ADAL" clId="{83C5587F-13C7-42DD-AA92-49D5198BEF73}" dt="2022-11-08T00:36:57.207" v="705" actId="478"/>
          <ac:picMkLst>
            <pc:docMk/>
            <pc:sldMk cId="1072975402" sldId="262"/>
            <ac:picMk id="7" creationId="{892AB92B-A27F-F154-3063-E0242C5A9165}"/>
          </ac:picMkLst>
        </pc:picChg>
        <pc:picChg chg="add mod">
          <ac:chgData name="Kyle Winter" userId="34daa314-b499-4a63-812e-be72b148aed2" providerId="ADAL" clId="{83C5587F-13C7-42DD-AA92-49D5198BEF73}" dt="2022-11-08T01:04:57.424" v="935" actId="1076"/>
          <ac:picMkLst>
            <pc:docMk/>
            <pc:sldMk cId="1072975402" sldId="262"/>
            <ac:picMk id="9" creationId="{09723DBE-1F4B-0926-E9F4-210FCE860400}"/>
          </ac:picMkLst>
        </pc:picChg>
        <pc:picChg chg="add mod">
          <ac:chgData name="Kyle Winter" userId="34daa314-b499-4a63-812e-be72b148aed2" providerId="ADAL" clId="{83C5587F-13C7-42DD-AA92-49D5198BEF73}" dt="2022-11-08T01:05:04.032" v="936" actId="1076"/>
          <ac:picMkLst>
            <pc:docMk/>
            <pc:sldMk cId="1072975402" sldId="262"/>
            <ac:picMk id="10" creationId="{0E697D5C-4DF9-AEDD-242A-EF117C19E892}"/>
          </ac:picMkLst>
        </pc:picChg>
      </pc:sldChg>
      <pc:sldChg chg="addSp delSp modSp new mod ord setBg">
        <pc:chgData name="Kyle Winter" userId="34daa314-b499-4a63-812e-be72b148aed2" providerId="ADAL" clId="{83C5587F-13C7-42DD-AA92-49D5198BEF73}" dt="2022-11-08T01:07:00.300" v="946" actId="1076"/>
        <pc:sldMkLst>
          <pc:docMk/>
          <pc:sldMk cId="1564092623" sldId="263"/>
        </pc:sldMkLst>
        <pc:spChg chg="mod">
          <ac:chgData name="Kyle Winter" userId="34daa314-b499-4a63-812e-be72b148aed2" providerId="ADAL" clId="{83C5587F-13C7-42DD-AA92-49D5198BEF73}" dt="2022-11-08T00:46:19.975" v="823" actId="113"/>
          <ac:spMkLst>
            <pc:docMk/>
            <pc:sldMk cId="1564092623" sldId="263"/>
            <ac:spMk id="2" creationId="{3F5AAAF8-FB02-43FD-7AF1-C9320442D90A}"/>
          </ac:spMkLst>
        </pc:spChg>
        <pc:spChg chg="del">
          <ac:chgData name="Kyle Winter" userId="34daa314-b499-4a63-812e-be72b148aed2" providerId="ADAL" clId="{83C5587F-13C7-42DD-AA92-49D5198BEF73}" dt="2022-11-08T00:45:07.573" v="797" actId="478"/>
          <ac:spMkLst>
            <pc:docMk/>
            <pc:sldMk cId="1564092623" sldId="263"/>
            <ac:spMk id="3" creationId="{3B03CF28-0A14-DEA9-B179-523D64456212}"/>
          </ac:spMkLst>
        </pc:spChg>
        <pc:picChg chg="add mod">
          <ac:chgData name="Kyle Winter" userId="34daa314-b499-4a63-812e-be72b148aed2" providerId="ADAL" clId="{83C5587F-13C7-42DD-AA92-49D5198BEF73}" dt="2022-11-08T01:07:00.300" v="946" actId="1076"/>
          <ac:picMkLst>
            <pc:docMk/>
            <pc:sldMk cId="1564092623" sldId="263"/>
            <ac:picMk id="4" creationId="{700861CF-2CCB-93BE-E7A2-38AA05E290A7}"/>
          </ac:picMkLst>
        </pc:picChg>
        <pc:picChg chg="add del mod">
          <ac:chgData name="Kyle Winter" userId="34daa314-b499-4a63-812e-be72b148aed2" providerId="ADAL" clId="{83C5587F-13C7-42DD-AA92-49D5198BEF73}" dt="2022-11-08T01:06:23.262" v="937" actId="478"/>
          <ac:picMkLst>
            <pc:docMk/>
            <pc:sldMk cId="1564092623" sldId="263"/>
            <ac:picMk id="5" creationId="{8F4C44B7-D88F-C8AF-68CA-2A48CFC5599C}"/>
          </ac:picMkLst>
        </pc:picChg>
        <pc:picChg chg="add mod">
          <ac:chgData name="Kyle Winter" userId="34daa314-b499-4a63-812e-be72b148aed2" providerId="ADAL" clId="{83C5587F-13C7-42DD-AA92-49D5198BEF73}" dt="2022-11-08T01:07:00.300" v="946" actId="1076"/>
          <ac:picMkLst>
            <pc:docMk/>
            <pc:sldMk cId="1564092623" sldId="263"/>
            <ac:picMk id="7" creationId="{D52F62C3-8DDD-D326-995F-3054C111BCBF}"/>
          </ac:picMkLst>
        </pc:picChg>
      </pc:sldChg>
      <pc:sldChg chg="addSp delSp modSp add mod">
        <pc:chgData name="Kyle Winter" userId="34daa314-b499-4a63-812e-be72b148aed2" providerId="ADAL" clId="{83C5587F-13C7-42DD-AA92-49D5198BEF73}" dt="2022-11-08T01:00:06.328" v="918" actId="14100"/>
        <pc:sldMkLst>
          <pc:docMk/>
          <pc:sldMk cId="1402370731" sldId="264"/>
        </pc:sldMkLst>
        <pc:spChg chg="add mod">
          <ac:chgData name="Kyle Winter" userId="34daa314-b499-4a63-812e-be72b148aed2" providerId="ADAL" clId="{83C5587F-13C7-42DD-AA92-49D5198BEF73}" dt="2022-11-08T00:59:32.124" v="914" actId="208"/>
          <ac:spMkLst>
            <pc:docMk/>
            <pc:sldMk cId="1402370731" sldId="264"/>
            <ac:spMk id="4" creationId="{31701D37-8278-EDFB-9896-2035CBF6C291}"/>
          </ac:spMkLst>
        </pc:spChg>
        <pc:spChg chg="add mod">
          <ac:chgData name="Kyle Winter" userId="34daa314-b499-4a63-812e-be72b148aed2" providerId="ADAL" clId="{83C5587F-13C7-42DD-AA92-49D5198BEF73}" dt="2022-11-08T01:00:06.328" v="918" actId="14100"/>
          <ac:spMkLst>
            <pc:docMk/>
            <pc:sldMk cId="1402370731" sldId="264"/>
            <ac:spMk id="6" creationId="{59068EEA-E97B-A143-C2F9-5B8A669ECD57}"/>
          </ac:spMkLst>
        </pc:spChg>
        <pc:picChg chg="add mod">
          <ac:chgData name="Kyle Winter" userId="34daa314-b499-4a63-812e-be72b148aed2" providerId="ADAL" clId="{83C5587F-13C7-42DD-AA92-49D5198BEF73}" dt="2022-11-08T00:58:47.720" v="907" actId="1076"/>
          <ac:picMkLst>
            <pc:docMk/>
            <pc:sldMk cId="1402370731" sldId="264"/>
            <ac:picMk id="3" creationId="{ECFE455E-EE18-2C2B-DFA4-47C7D7065600}"/>
          </ac:picMkLst>
        </pc:picChg>
        <pc:picChg chg="del">
          <ac:chgData name="Kyle Winter" userId="34daa314-b499-4a63-812e-be72b148aed2" providerId="ADAL" clId="{83C5587F-13C7-42DD-AA92-49D5198BEF73}" dt="2022-11-08T00:58:29.350" v="902" actId="478"/>
          <ac:picMkLst>
            <pc:docMk/>
            <pc:sldMk cId="1402370731" sldId="264"/>
            <ac:picMk id="5" creationId="{6F107045-AE36-D908-F43E-C79CAC688CE7}"/>
          </ac:picMkLst>
        </pc:picChg>
        <pc:picChg chg="mod">
          <ac:chgData name="Kyle Winter" userId="34daa314-b499-4a63-812e-be72b148aed2" providerId="ADAL" clId="{83C5587F-13C7-42DD-AA92-49D5198BEF73}" dt="2022-11-08T00:59:01.573" v="910" actId="1076"/>
          <ac:picMkLst>
            <pc:docMk/>
            <pc:sldMk cId="1402370731" sldId="264"/>
            <ac:picMk id="9" creationId="{09723DBE-1F4B-0926-E9F4-210FCE860400}"/>
          </ac:picMkLst>
        </pc:picChg>
      </pc:sldChg>
      <pc:sldMasterChg chg="setBg modSldLayout">
        <pc:chgData name="Kyle Winter" userId="34daa314-b499-4a63-812e-be72b148aed2" providerId="ADAL" clId="{83C5587F-13C7-42DD-AA92-49D5198BEF73}" dt="2022-11-08T00:48:20.561" v="844"/>
        <pc:sldMasterMkLst>
          <pc:docMk/>
          <pc:sldMasterMk cId="1450403371" sldId="2147483648"/>
        </pc:sldMasterMkLst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519542743" sldId="2147483649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1334826283" sldId="2147483650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1226576418" sldId="2147483651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2376330422" sldId="2147483652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4212022213" sldId="2147483653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96700857" sldId="2147483654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3868121192" sldId="2147483655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3439161180" sldId="2147483656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3399976084" sldId="2147483657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1240978480" sldId="2147483658"/>
          </pc:sldLayoutMkLst>
        </pc:sldLayoutChg>
        <pc:sldLayoutChg chg="setBg">
          <pc:chgData name="Kyle Winter" userId="34daa314-b499-4a63-812e-be72b148aed2" providerId="ADAL" clId="{83C5587F-13C7-42DD-AA92-49D5198BEF73}" dt="2022-11-08T00:48:20.561" v="844"/>
          <pc:sldLayoutMkLst>
            <pc:docMk/>
            <pc:sldMasterMk cId="1450403371" sldId="2147483648"/>
            <pc:sldLayoutMk cId="410499084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0810-DA82-881D-B1C4-28EA48B83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C38CF-52AE-C1B7-A776-59950292F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A2941-721C-5308-AC13-762714AB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0A540-304B-1EE5-0E62-2A0A1FC8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EBEA-41A9-A86C-AA81-BEAEA304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4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5011-36C7-CFDF-3938-1E52EFE3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C812-DF2B-539A-5DDF-539A7905D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94151-F254-5B8F-D65A-6ED3D364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A9BE5-3B3E-8F3B-E894-5FB2FA53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546D1-FED8-B358-73AA-651D96CA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2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77A4-507E-55F1-7AA1-FDF0200F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E78AA-79D1-172F-2DDA-16CAC794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230DF-A5FD-FEC5-FAF9-ABA1A798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7E94-E7B5-C057-18E5-64A21FFB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711FD-702A-529E-1736-B677FFD6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76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89E2-6DFD-3C3F-B6AD-BE4BB318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FB18-E54B-E797-5C44-7E1F4DDE9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07761-9563-767F-4E2B-9155BC043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84967-2F5F-9928-9E4C-2D8427CD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5A852-451E-4639-6E17-74B4781D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246F7-1419-C322-E0C4-C01870BB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3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EDA7-4E0B-2B13-3121-6FFA55CA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048C-6CD5-9944-C7FF-433BE88F2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5D293-72AA-738D-8760-FAFD97C42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3BF3C-5E2C-039E-0AE0-4796650A1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4FA04-7A96-5C2A-7E88-49B11AEE0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A255D-FBEB-0BD2-9487-B585121C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C84EC-58D3-8EB0-9ADA-429A869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8D2E4-0BB2-5631-50BC-E71111A8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2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0EF2-8A2E-D143-1246-7C1D1646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BA053-5ECE-2F03-19D1-BA6A6641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81C3B-5352-6293-8220-6460BB4E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1EB56-AE64-B82B-FA55-B0A8E7FA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7A5F73-B8C6-152B-F932-53F5F773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EB88F-4D75-ECBB-6180-86B66EC3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CA721-A5D4-F1C3-9B24-3A27ACB1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21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0C8D-BA02-4046-3748-7333E840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C4BA9-3F81-FA78-F67C-E400DFE92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7B6ED-BB8A-375B-0056-5CE74661C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DE0AC-FAEC-E1D1-C4C1-9F9634AA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4B76-BB7B-06C5-798A-56DF046F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E9087-50A0-8A41-DDBF-0A8D681F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6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33A6-9053-01FD-DB77-5F5B7AE1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59DEE2-F0AF-68AA-F222-F07585A32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3579D-DEEB-DBC0-5525-C22A2C44E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C9DEB-4F6A-1D69-8165-1DEC7BD3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3391B-B267-BDEB-1514-10031FEF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8565C-11D2-6E44-E1EF-2B2A6B39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7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1405-306C-CC49-1D7F-7F3FBFF88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68648-5D7D-2F61-3AF0-97E9C90C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CB1F9-BDDF-26D9-22C8-CA5A6C24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7C62E-086D-7DA3-DBDA-0665D476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3EEE7-F0E6-6E31-152D-0AD73F99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7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E7F83-4FBA-8DA0-9BFA-07467B966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B5F31-FF05-A172-5376-9FB2BC9F6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B51B-287C-945A-3F05-D0541791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15935-4A36-F1CF-A553-FB1C835C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3A52-FE06-EE77-BE55-1C2E399A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9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78921-3D77-A8AF-D077-6363480DD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84C41-9A7B-18FF-31BF-96D756C27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793A2-8C21-80B3-7EDE-25D9ECAA2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9D5EC-BEC7-460B-96D1-E7E9DA51F040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A5F43-6636-4E4E-A5A0-6CECF6E8A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75A2-C676-7535-5CA3-53480CA17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A8E7B-9A6C-42C6-8F93-6DC847819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DKiNwTwaNw?feature=oembe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Rectangle 207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abeled World Practice Map - Etsy">
            <a:extLst>
              <a:ext uri="{FF2B5EF4-FFF2-40B4-BE49-F238E27FC236}">
                <a16:creationId xmlns:a16="http://schemas.microsoft.com/office/drawing/2014/main" id="{164ADB1F-C4A7-655B-AB59-893687C977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1" r="3229" b="1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EFB81-A0DB-C55D-0D26-8D095678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b="1" u="sng" dirty="0">
                <a:solidFill>
                  <a:srgbClr val="FFFFFF"/>
                </a:solidFill>
              </a:rPr>
              <a:t>The Earth formed 4.6 billion years ago.</a:t>
            </a:r>
            <a:br>
              <a:rPr lang="en-US" sz="4200" b="1" u="sng" dirty="0">
                <a:solidFill>
                  <a:srgbClr val="FFFFFF"/>
                </a:solidFill>
              </a:rPr>
            </a:br>
            <a:br>
              <a:rPr lang="en-US" sz="4200" b="1" u="sng" dirty="0">
                <a:solidFill>
                  <a:srgbClr val="FFFFFF"/>
                </a:solidFill>
              </a:rPr>
            </a:br>
            <a:r>
              <a:rPr lang="en-US" sz="4200" b="1" u="sng" dirty="0">
                <a:solidFill>
                  <a:srgbClr val="FFFFFF"/>
                </a:solidFill>
              </a:rPr>
              <a:t>Right after Earth’s formation, do you think the continents looked like this?</a:t>
            </a:r>
            <a:endParaRPr lang="en-US" sz="4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48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EFB81-A0DB-C55D-0D26-8D095678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 fontScale="90000"/>
          </a:bodyPr>
          <a:lstStyle/>
          <a:p>
            <a:r>
              <a:rPr lang="en-US" sz="6100" b="1" u="sng" dirty="0"/>
              <a:t>Lab: Continental Drift</a:t>
            </a:r>
            <a:br>
              <a:rPr lang="en-US" sz="5400" b="1" u="sng" dirty="0"/>
            </a:br>
            <a:br>
              <a:rPr lang="en-US" sz="5400" b="1" u="sng" dirty="0"/>
            </a:br>
            <a:r>
              <a:rPr lang="en-US" sz="4500" b="1" dirty="0"/>
              <a:t>Do Now: 5 minutes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DFFDA-DDA5-B1A4-B1B6-FC2BA9D5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i="1"/>
              <a:t>With your lab partner</a:t>
            </a:r>
            <a:r>
              <a:rPr lang="en-US" sz="2200"/>
              <a:t>, complete the following:</a:t>
            </a:r>
          </a:p>
          <a:p>
            <a:pPr marL="0" indent="0">
              <a:buNone/>
            </a:pPr>
            <a:endParaRPr lang="en-US" sz="2200"/>
          </a:p>
          <a:p>
            <a:pPr marL="514350" indent="-514350">
              <a:buAutoNum type="arabicPeriod"/>
            </a:pPr>
            <a:r>
              <a:rPr lang="en-US" sz="2200"/>
              <a:t>Cut out each of the landforms.</a:t>
            </a:r>
          </a:p>
          <a:p>
            <a:pPr marL="514350" indent="-514350">
              <a:buAutoNum type="arabicPeriod"/>
            </a:pPr>
            <a:r>
              <a:rPr lang="en-US" sz="2200"/>
              <a:t>Flip each landform over on your desk, so that the side facing up doesn’t have any writing on it.</a:t>
            </a:r>
          </a:p>
          <a:p>
            <a:pPr marL="514350" indent="-514350">
              <a:buAutoNum type="arabicPeriod"/>
            </a:pPr>
            <a:r>
              <a:rPr lang="en-US" sz="2200"/>
              <a:t>Move the landforms together so that they fit together like puzzle pieces.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C296A-C7D9-2990-F757-489B627BD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587" y="329183"/>
            <a:ext cx="3172721" cy="3429969"/>
          </a:xfrm>
          <a:prstGeom prst="rect">
            <a:avLst/>
          </a:prstGeom>
        </p:spPr>
      </p:pic>
      <p:pic>
        <p:nvPicPr>
          <p:cNvPr id="2050" name="Picture 2" descr="Amazon.com: Fiskars 6 Inch Big Kids Scissors, 6-Inch, Pink">
            <a:extLst>
              <a:ext uri="{FF2B5EF4-FFF2-40B4-BE49-F238E27FC236}">
                <a16:creationId xmlns:a16="http://schemas.microsoft.com/office/drawing/2014/main" id="{5460ABA4-BFC0-067C-5D36-1906D9ED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4283230"/>
            <a:ext cx="3995928" cy="176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46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FE9E4-CCA0-B2EE-8897-4FD247FE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 u="sng"/>
              <a:t>Discuss: 30 seconds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4B510-852D-24F5-99D8-A0E2BA92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What would have made putting the landforms together easier?</a:t>
            </a:r>
          </a:p>
        </p:txBody>
      </p:sp>
      <p:pic>
        <p:nvPicPr>
          <p:cNvPr id="1026" name="Picture 2" descr="1,154 Black Child Thinking Illustrations &amp; Clip Art - iStock">
            <a:extLst>
              <a:ext uri="{FF2B5EF4-FFF2-40B4-BE49-F238E27FC236}">
                <a16:creationId xmlns:a16="http://schemas.microsoft.com/office/drawing/2014/main" id="{4A776432-F32E-A694-267A-B938C7E4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0312" y="329183"/>
            <a:ext cx="3121271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BD49D-F81A-C2E5-5EB8-E89699F00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278" y="4079193"/>
            <a:ext cx="2013051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7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4B510-852D-24F5-99D8-A0E2BA92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5" y="697520"/>
            <a:ext cx="1194707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We need more evidence!</a:t>
            </a:r>
          </a:p>
        </p:txBody>
      </p:sp>
      <p:pic>
        <p:nvPicPr>
          <p:cNvPr id="4" name="Picture 2" descr="Continental Drift | The Emergence and Evolution of Plate Tectonics -  University of Illinois at Urbana-Champaign">
            <a:extLst>
              <a:ext uri="{FF2B5EF4-FFF2-40B4-BE49-F238E27FC236}">
                <a16:creationId xmlns:a16="http://schemas.microsoft.com/office/drawing/2014/main" id="{147777DE-E696-C1E2-7067-2F0E9C08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231" y="1250305"/>
            <a:ext cx="5113538" cy="543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29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4B510-852D-24F5-99D8-A0E2BA92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5" y="102716"/>
            <a:ext cx="11947070" cy="79302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4000" b="1" dirty="0"/>
              <a:t>This is where the theory of continental drift started </a:t>
            </a:r>
          </a:p>
          <a:p>
            <a:pPr marL="0" indent="0" algn="ctr">
              <a:buNone/>
            </a:pPr>
            <a:r>
              <a:rPr lang="en-US" sz="4000" b="1" dirty="0"/>
              <a:t>– Alfred Wegener, 1911</a:t>
            </a:r>
          </a:p>
        </p:txBody>
      </p:sp>
      <p:pic>
        <p:nvPicPr>
          <p:cNvPr id="2" name="Online Media 2" title="Continental Drift | 100 Greatest Discoveries">
            <a:hlinkClick r:id="" action="ppaction://media"/>
            <a:extLst>
              <a:ext uri="{FF2B5EF4-FFF2-40B4-BE49-F238E27FC236}">
                <a16:creationId xmlns:a16="http://schemas.microsoft.com/office/drawing/2014/main" id="{223E34F0-4CFE-A21F-2FEE-BBCBBE24719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71164" y="895739"/>
            <a:ext cx="10249671" cy="579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1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E787D-DE51-10EB-D1A3-2A857339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024" y="110361"/>
            <a:ext cx="6296962" cy="67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0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A7B1F-82F7-B6F5-DA36-692DD8942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7" y="365125"/>
            <a:ext cx="5110489" cy="593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69322-FCEC-4B60-26C0-54B6C180D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297" y="555652"/>
            <a:ext cx="5052034" cy="5744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0C9078-93F0-EF02-B206-43BF917AA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049" y="1103301"/>
            <a:ext cx="606753" cy="480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DC0FA2-F862-0EAE-B7CF-EE418020A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057" y="3393045"/>
            <a:ext cx="471894" cy="548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314323-62DA-2D29-FD88-E715AEB2C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7835" y="365126"/>
            <a:ext cx="595772" cy="7381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DB55B5-D14F-5719-D75E-F8B9B871F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835" y="3292010"/>
            <a:ext cx="595772" cy="59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2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43794-0A68-DE44-F3BD-75FDF62CE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215"/>
          <a:stretch/>
        </p:blipFill>
        <p:spPr>
          <a:xfrm>
            <a:off x="1338810" y="33479"/>
            <a:ext cx="9514379" cy="3626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047B8-EF97-FC89-54F1-453AC96F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29" y="3730829"/>
            <a:ext cx="2561685" cy="2948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D4C4BF-DE89-D654-3854-6AEFB2AA7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60" y="4100655"/>
            <a:ext cx="2276348" cy="246124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2ACF42-6D44-8BE8-FC43-C3F98A01261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119608" y="5331279"/>
            <a:ext cx="2725422" cy="1551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3BCED61-F3A3-CF99-10C4-999EE509F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841" y="4366517"/>
            <a:ext cx="288158" cy="10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8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2047B8-EF97-FC89-54F1-453AC96F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568" y="-4701"/>
            <a:ext cx="5921406" cy="6816504"/>
          </a:xfrm>
          <a:prstGeom prst="rect">
            <a:avLst/>
          </a:prstGeom>
        </p:spPr>
      </p:pic>
      <p:pic>
        <p:nvPicPr>
          <p:cNvPr id="2" name="Picture 1" descr="A map of the world&#10;&#10;Description automatically generated">
            <a:extLst>
              <a:ext uri="{FF2B5EF4-FFF2-40B4-BE49-F238E27FC236}">
                <a16:creationId xmlns:a16="http://schemas.microsoft.com/office/drawing/2014/main" id="{FCA7B4B9-3DFF-9982-7F3F-12822D52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920" y="2112885"/>
            <a:ext cx="5661888" cy="44278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CA36D-3E23-CCB3-A868-4AC2ACE4D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333473" cy="9714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122032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107045-AE36-D908-F43E-C79CAC68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11" y="465052"/>
            <a:ext cx="5620136" cy="5249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723DBE-1F4B-0926-E9F4-210FCE860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555" y="465052"/>
            <a:ext cx="4916137" cy="5249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697D5C-4DF9-AEDD-242A-EF117C19E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147" y="4476963"/>
            <a:ext cx="788300" cy="123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75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723DBE-1F4B-0926-E9F4-210FCE860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9" y="146036"/>
            <a:ext cx="6148443" cy="65659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FE455E-EE18-2C2B-DFA4-47C7D706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248" y="0"/>
            <a:ext cx="537019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701D37-8278-EDFB-9896-2035CBF6C291}"/>
              </a:ext>
            </a:extLst>
          </p:cNvPr>
          <p:cNvSpPr/>
          <p:nvPr/>
        </p:nvSpPr>
        <p:spPr>
          <a:xfrm>
            <a:off x="8753582" y="71919"/>
            <a:ext cx="3020602" cy="566106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8EEA-E97B-A143-C2F9-5B8A669ECD57}"/>
              </a:ext>
            </a:extLst>
          </p:cNvPr>
          <p:cNvSpPr/>
          <p:nvPr/>
        </p:nvSpPr>
        <p:spPr>
          <a:xfrm>
            <a:off x="563365" y="146036"/>
            <a:ext cx="3577119" cy="3060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70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AAF8-FB02-43FD-7AF1-C9320442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u="sng" dirty="0"/>
              <a:t>Complete the Exit Ticket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F62C3-8DDD-D326-995F-3054C111B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3" y="2339369"/>
            <a:ext cx="950314" cy="1492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0861CF-2CCB-93BE-E7A2-38AA05E29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807" y="1211528"/>
            <a:ext cx="8070386" cy="52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9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138816-EB9B-4A7B-A7A9-18639968D8C2}"/>
</file>

<file path=customXml/itemProps2.xml><?xml version="1.0" encoding="utf-8"?>
<ds:datastoreItem xmlns:ds="http://schemas.openxmlformats.org/officeDocument/2006/customXml" ds:itemID="{A6CC0CF0-6584-49EA-8981-A1FE0AD9B7D6}"/>
</file>

<file path=customXml/itemProps3.xml><?xml version="1.0" encoding="utf-8"?>
<ds:datastoreItem xmlns:ds="http://schemas.openxmlformats.org/officeDocument/2006/customXml" ds:itemID="{122C3E00-F64A-4B5C-BD84-0B029A2A2450}"/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123</Words>
  <Application>Microsoft Office PowerPoint</Application>
  <PresentationFormat>Widescreen</PresentationFormat>
  <Paragraphs>14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The Earth formed 4.6 billion years ago.  Right after Earth’s formation, do you think the continents looked like this?</vt:lpstr>
      <vt:lpstr>Lab: Continental Drift  Do Now: 5 minutes</vt:lpstr>
      <vt:lpstr>Discuss: 30 seconds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the 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Now: 5 minutes</dc:title>
  <dc:creator>Kyle Winter</dc:creator>
  <cp:lastModifiedBy>Kyle Winter</cp:lastModifiedBy>
  <cp:revision>1</cp:revision>
  <dcterms:created xsi:type="dcterms:W3CDTF">2022-11-08T00:24:28Z</dcterms:created>
  <dcterms:modified xsi:type="dcterms:W3CDTF">2023-11-09T14:28:50Z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