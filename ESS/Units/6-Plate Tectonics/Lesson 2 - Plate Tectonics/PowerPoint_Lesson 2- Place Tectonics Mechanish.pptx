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362" r:id="rId4"/>
    <p:sldId id="258" r:id="rId5"/>
    <p:sldId id="367" r:id="rId6"/>
    <p:sldId id="267" r:id="rId7"/>
    <p:sldId id="368" r:id="rId8"/>
    <p:sldId id="269" r:id="rId9"/>
    <p:sldId id="263" r:id="rId10"/>
    <p:sldId id="259" r:id="rId11"/>
    <p:sldId id="290" r:id="rId12"/>
    <p:sldId id="369" r:id="rId13"/>
    <p:sldId id="291" r:id="rId14"/>
    <p:sldId id="371" r:id="rId15"/>
    <p:sldId id="260" r:id="rId16"/>
    <p:sldId id="370" r:id="rId17"/>
    <p:sldId id="3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0F9009-F69B-4AAB-8D57-1628AACF6075}" v="3" dt="2024-06-20T17:28:50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Winter" userId="34daa314-b499-4a63-812e-be72b148aed2" providerId="ADAL" clId="{14C3142F-91C4-4428-A9CF-72B51EEA91FD}"/>
    <pc:docChg chg="undo custSel modSld">
      <pc:chgData name="Kyle Winter" userId="34daa314-b499-4a63-812e-be72b148aed2" providerId="ADAL" clId="{14C3142F-91C4-4428-A9CF-72B51EEA91FD}" dt="2024-04-17T18:27:01.081" v="27" actId="20577"/>
      <pc:docMkLst>
        <pc:docMk/>
      </pc:docMkLst>
      <pc:sldChg chg="modSp mod">
        <pc:chgData name="Kyle Winter" userId="34daa314-b499-4a63-812e-be72b148aed2" providerId="ADAL" clId="{14C3142F-91C4-4428-A9CF-72B51EEA91FD}" dt="2024-04-17T18:26:44.202" v="17" actId="20577"/>
        <pc:sldMkLst>
          <pc:docMk/>
          <pc:sldMk cId="0" sldId="282"/>
        </pc:sldMkLst>
        <pc:spChg chg="mod">
          <ac:chgData name="Kyle Winter" userId="34daa314-b499-4a63-812e-be72b148aed2" providerId="ADAL" clId="{14C3142F-91C4-4428-A9CF-72B51EEA91FD}" dt="2024-04-17T18:26:44.202" v="17" actId="20577"/>
          <ac:spMkLst>
            <pc:docMk/>
            <pc:sldMk cId="0" sldId="282"/>
            <ac:spMk id="308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46.609" v="19" actId="20577"/>
        <pc:sldMkLst>
          <pc:docMk/>
          <pc:sldMk cId="0" sldId="283"/>
        </pc:sldMkLst>
        <pc:spChg chg="mod">
          <ac:chgData name="Kyle Winter" userId="34daa314-b499-4a63-812e-be72b148aed2" providerId="ADAL" clId="{14C3142F-91C4-4428-A9CF-72B51EEA91FD}" dt="2024-04-17T18:26:46.609" v="19" actId="20577"/>
          <ac:spMkLst>
            <pc:docMk/>
            <pc:sldMk cId="0" sldId="283"/>
            <ac:spMk id="315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49.801" v="21" actId="20577"/>
        <pc:sldMkLst>
          <pc:docMk/>
          <pc:sldMk cId="0" sldId="284"/>
        </pc:sldMkLst>
        <pc:spChg chg="mod">
          <ac:chgData name="Kyle Winter" userId="34daa314-b499-4a63-812e-be72b148aed2" providerId="ADAL" clId="{14C3142F-91C4-4428-A9CF-72B51EEA91FD}" dt="2024-04-17T18:26:49.801" v="21" actId="20577"/>
          <ac:spMkLst>
            <pc:docMk/>
            <pc:sldMk cId="0" sldId="284"/>
            <ac:spMk id="322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54.569" v="23" actId="20577"/>
        <pc:sldMkLst>
          <pc:docMk/>
          <pc:sldMk cId="0" sldId="286"/>
        </pc:sldMkLst>
        <pc:spChg chg="mod">
          <ac:chgData name="Kyle Winter" userId="34daa314-b499-4a63-812e-be72b148aed2" providerId="ADAL" clId="{14C3142F-91C4-4428-A9CF-72B51EEA91FD}" dt="2024-04-17T18:26:54.569" v="23" actId="20577"/>
          <ac:spMkLst>
            <pc:docMk/>
            <pc:sldMk cId="0" sldId="286"/>
            <ac:spMk id="336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58.025" v="25" actId="20577"/>
        <pc:sldMkLst>
          <pc:docMk/>
          <pc:sldMk cId="0" sldId="288"/>
        </pc:sldMkLst>
        <pc:spChg chg="mod">
          <ac:chgData name="Kyle Winter" userId="34daa314-b499-4a63-812e-be72b148aed2" providerId="ADAL" clId="{14C3142F-91C4-4428-A9CF-72B51EEA91FD}" dt="2024-04-17T18:26:58.025" v="25" actId="20577"/>
          <ac:spMkLst>
            <pc:docMk/>
            <pc:sldMk cId="0" sldId="288"/>
            <ac:spMk id="349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7:01.081" v="27" actId="20577"/>
        <pc:sldMkLst>
          <pc:docMk/>
          <pc:sldMk cId="0" sldId="289"/>
        </pc:sldMkLst>
        <pc:spChg chg="mod">
          <ac:chgData name="Kyle Winter" userId="34daa314-b499-4a63-812e-be72b148aed2" providerId="ADAL" clId="{14C3142F-91C4-4428-A9CF-72B51EEA91FD}" dt="2024-04-17T18:27:01.081" v="27" actId="20577"/>
          <ac:spMkLst>
            <pc:docMk/>
            <pc:sldMk cId="0" sldId="289"/>
            <ac:spMk id="359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05.312" v="3" actId="14100"/>
        <pc:sldMkLst>
          <pc:docMk/>
          <pc:sldMk cId="810604963" sldId="345"/>
        </pc:sldMkLst>
        <pc:spChg chg="mod">
          <ac:chgData name="Kyle Winter" userId="34daa314-b499-4a63-812e-be72b148aed2" providerId="ADAL" clId="{14C3142F-91C4-4428-A9CF-72B51EEA91FD}" dt="2024-04-17T18:26:05.312" v="3" actId="14100"/>
          <ac:spMkLst>
            <pc:docMk/>
            <pc:sldMk cId="810604963" sldId="345"/>
            <ac:spMk id="207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12.201" v="5" actId="20577"/>
        <pc:sldMkLst>
          <pc:docMk/>
          <pc:sldMk cId="387664466" sldId="346"/>
        </pc:sldMkLst>
        <pc:spChg chg="mod">
          <ac:chgData name="Kyle Winter" userId="34daa314-b499-4a63-812e-be72b148aed2" providerId="ADAL" clId="{14C3142F-91C4-4428-A9CF-72B51EEA91FD}" dt="2024-04-17T18:26:12.201" v="5" actId="20577"/>
          <ac:spMkLst>
            <pc:docMk/>
            <pc:sldMk cId="387664466" sldId="346"/>
            <ac:spMk id="207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14.811" v="7" actId="20577"/>
        <pc:sldMkLst>
          <pc:docMk/>
          <pc:sldMk cId="0" sldId="347"/>
        </pc:sldMkLst>
        <pc:spChg chg="mod">
          <ac:chgData name="Kyle Winter" userId="34daa314-b499-4a63-812e-be72b148aed2" providerId="ADAL" clId="{14C3142F-91C4-4428-A9CF-72B51EEA91FD}" dt="2024-04-17T18:26:14.811" v="7" actId="20577"/>
          <ac:spMkLst>
            <pc:docMk/>
            <pc:sldMk cId="0" sldId="347"/>
            <ac:spMk id="207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25.114" v="9" actId="20577"/>
        <pc:sldMkLst>
          <pc:docMk/>
          <pc:sldMk cId="0" sldId="348"/>
        </pc:sldMkLst>
        <pc:spChg chg="mod">
          <ac:chgData name="Kyle Winter" userId="34daa314-b499-4a63-812e-be72b148aed2" providerId="ADAL" clId="{14C3142F-91C4-4428-A9CF-72B51EEA91FD}" dt="2024-04-17T18:26:25.114" v="9" actId="20577"/>
          <ac:spMkLst>
            <pc:docMk/>
            <pc:sldMk cId="0" sldId="348"/>
            <ac:spMk id="220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29.353" v="11" actId="20577"/>
        <pc:sldMkLst>
          <pc:docMk/>
          <pc:sldMk cId="0" sldId="350"/>
        </pc:sldMkLst>
        <pc:spChg chg="mod">
          <ac:chgData name="Kyle Winter" userId="34daa314-b499-4a63-812e-be72b148aed2" providerId="ADAL" clId="{14C3142F-91C4-4428-A9CF-72B51EEA91FD}" dt="2024-04-17T18:26:29.353" v="11" actId="20577"/>
          <ac:spMkLst>
            <pc:docMk/>
            <pc:sldMk cId="0" sldId="350"/>
            <ac:spMk id="235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34.706" v="13" actId="20577"/>
        <pc:sldMkLst>
          <pc:docMk/>
          <pc:sldMk cId="0" sldId="353"/>
        </pc:sldMkLst>
        <pc:spChg chg="mod">
          <ac:chgData name="Kyle Winter" userId="34daa314-b499-4a63-812e-be72b148aed2" providerId="ADAL" clId="{14C3142F-91C4-4428-A9CF-72B51EEA91FD}" dt="2024-04-17T18:26:34.706" v="13" actId="20577"/>
          <ac:spMkLst>
            <pc:docMk/>
            <pc:sldMk cId="0" sldId="353"/>
            <ac:spMk id="255" creationId="{00000000-0000-0000-0000-000000000000}"/>
          </ac:spMkLst>
        </pc:spChg>
      </pc:sldChg>
      <pc:sldChg chg="modSp mod">
        <pc:chgData name="Kyle Winter" userId="34daa314-b499-4a63-812e-be72b148aed2" providerId="ADAL" clId="{14C3142F-91C4-4428-A9CF-72B51EEA91FD}" dt="2024-04-17T18:26:39.371" v="15" actId="20577"/>
        <pc:sldMkLst>
          <pc:docMk/>
          <pc:sldMk cId="0" sldId="356"/>
        </pc:sldMkLst>
        <pc:spChg chg="mod">
          <ac:chgData name="Kyle Winter" userId="34daa314-b499-4a63-812e-be72b148aed2" providerId="ADAL" clId="{14C3142F-91C4-4428-A9CF-72B51EEA91FD}" dt="2024-04-17T18:26:39.371" v="15" actId="20577"/>
          <ac:spMkLst>
            <pc:docMk/>
            <pc:sldMk cId="0" sldId="356"/>
            <ac:spMk id="274" creationId="{00000000-0000-0000-0000-000000000000}"/>
          </ac:spMkLst>
        </pc:spChg>
      </pc:sldChg>
    </pc:docChg>
  </pc:docChgLst>
  <pc:docChgLst>
    <pc:chgData name="Kyle Winter" userId="34daa314-b499-4a63-812e-be72b148aed2" providerId="ADAL" clId="{FF828309-A499-4076-998D-45743FC88B67}"/>
    <pc:docChg chg="undo custSel addSld delSld modSld sldOrd">
      <pc:chgData name="Kyle Winter" userId="34daa314-b499-4a63-812e-be72b148aed2" providerId="ADAL" clId="{FF828309-A499-4076-998D-45743FC88B67}" dt="2024-04-17T23:30:40.764" v="1534" actId="47"/>
      <pc:docMkLst>
        <pc:docMk/>
      </pc:docMkLst>
      <pc:sldChg chg="addSp delSp modSp mod setBg addAnim delAnim setClrOvrMap">
        <pc:chgData name="Kyle Winter" userId="34daa314-b499-4a63-812e-be72b148aed2" providerId="ADAL" clId="{FF828309-A499-4076-998D-45743FC88B67}" dt="2024-04-01T18:28:12.406" v="1390" actId="26606"/>
        <pc:sldMkLst>
          <pc:docMk/>
          <pc:sldMk cId="3609167667" sldId="256"/>
        </pc:sldMkLst>
        <pc:spChg chg="del mod">
          <ac:chgData name="Kyle Winter" userId="34daa314-b499-4a63-812e-be72b148aed2" providerId="ADAL" clId="{FF828309-A499-4076-998D-45743FC88B67}" dt="2024-04-01T17:48:40.016" v="1342" actId="478"/>
          <ac:spMkLst>
            <pc:docMk/>
            <pc:sldMk cId="3609167667" sldId="256"/>
            <ac:spMk id="2" creationId="{D2720B30-0C45-D64E-6D20-AF5329C2F2FE}"/>
          </ac:spMkLst>
        </pc:spChg>
        <pc:spChg chg="del mod ord">
          <ac:chgData name="Kyle Winter" userId="34daa314-b499-4a63-812e-be72b148aed2" providerId="ADAL" clId="{FF828309-A499-4076-998D-45743FC88B67}" dt="2024-04-01T17:49:21.830" v="1367" actId="478"/>
          <ac:spMkLst>
            <pc:docMk/>
            <pc:sldMk cId="3609167667" sldId="256"/>
            <ac:spMk id="3" creationId="{8AA77F40-7DAD-C122-F267-57CB6E95488B}"/>
          </ac:spMkLst>
        </pc:spChg>
        <pc:spChg chg="add mod ord">
          <ac:chgData name="Kyle Winter" userId="34daa314-b499-4a63-812e-be72b148aed2" providerId="ADAL" clId="{FF828309-A499-4076-998D-45743FC88B67}" dt="2024-04-01T18:28:12.406" v="1390" actId="26606"/>
          <ac:spMkLst>
            <pc:docMk/>
            <pc:sldMk cId="3609167667" sldId="256"/>
            <ac:spMk id="7" creationId="{06975A78-649C-0000-1500-DFA88FE20972}"/>
          </ac:spMkLst>
        </pc:spChg>
        <pc:spChg chg="add del mod">
          <ac:chgData name="Kyle Winter" userId="34daa314-b499-4a63-812e-be72b148aed2" providerId="ADAL" clId="{FF828309-A499-4076-998D-45743FC88B67}" dt="2024-04-01T17:49:37.095" v="1380" actId="478"/>
          <ac:spMkLst>
            <pc:docMk/>
            <pc:sldMk cId="3609167667" sldId="256"/>
            <ac:spMk id="9" creationId="{B42B3A78-562F-57A1-E11B-CBE8F7A530F2}"/>
          </ac:spMkLst>
        </pc:spChg>
        <pc:spChg chg="add del">
          <ac:chgData name="Kyle Winter" userId="34daa314-b499-4a63-812e-be72b148aed2" providerId="ADAL" clId="{FF828309-A499-4076-998D-45743FC88B67}" dt="2024-04-01T18:28:12.406" v="1390" actId="26606"/>
          <ac:spMkLst>
            <pc:docMk/>
            <pc:sldMk cId="3609167667" sldId="256"/>
            <ac:spMk id="6151" creationId="{71B2258F-86CA-4D4D-8270-BC05FCDEBFB3}"/>
          </ac:spMkLst>
        </pc:spChg>
        <pc:spChg chg="add">
          <ac:chgData name="Kyle Winter" userId="34daa314-b499-4a63-812e-be72b148aed2" providerId="ADAL" clId="{FF828309-A499-4076-998D-45743FC88B67}" dt="2024-04-01T18:28:12.406" v="1390" actId="26606"/>
          <ac:spMkLst>
            <pc:docMk/>
            <pc:sldMk cId="3609167667" sldId="256"/>
            <ac:spMk id="6156" creationId="{9B7AD9F6-8CE7-4299-8FC6-328F4DCD3FF9}"/>
          </ac:spMkLst>
        </pc:spChg>
        <pc:spChg chg="add">
          <ac:chgData name="Kyle Winter" userId="34daa314-b499-4a63-812e-be72b148aed2" providerId="ADAL" clId="{FF828309-A499-4076-998D-45743FC88B67}" dt="2024-04-01T18:28:12.406" v="1390" actId="26606"/>
          <ac:spMkLst>
            <pc:docMk/>
            <pc:sldMk cId="3609167667" sldId="256"/>
            <ac:spMk id="6158" creationId="{F49775AF-8896-43EE-92C6-83497D6DC56F}"/>
          </ac:spMkLst>
        </pc:spChg>
        <pc:picChg chg="add del mod">
          <ac:chgData name="Kyle Winter" userId="34daa314-b499-4a63-812e-be72b148aed2" providerId="ADAL" clId="{FF828309-A499-4076-998D-45743FC88B67}" dt="2024-04-01T17:48:58.535" v="1343" actId="478"/>
          <ac:picMkLst>
            <pc:docMk/>
            <pc:sldMk cId="3609167667" sldId="256"/>
            <ac:picMk id="5" creationId="{F661174D-93B7-4DF1-40A4-9E5881D4AD50}"/>
          </ac:picMkLst>
        </pc:picChg>
        <pc:picChg chg="add mod">
          <ac:chgData name="Kyle Winter" userId="34daa314-b499-4a63-812e-be72b148aed2" providerId="ADAL" clId="{FF828309-A499-4076-998D-45743FC88B67}" dt="2024-04-01T18:28:12.406" v="1390" actId="26606"/>
          <ac:picMkLst>
            <pc:docMk/>
            <pc:sldMk cId="3609167667" sldId="256"/>
            <ac:picMk id="1026" creationId="{7849BA31-2DCC-C10A-5440-A6276EE6E892}"/>
          </ac:picMkLst>
        </pc:picChg>
        <pc:picChg chg="add del mod">
          <ac:chgData name="Kyle Winter" userId="34daa314-b499-4a63-812e-be72b148aed2" providerId="ADAL" clId="{FF828309-A499-4076-998D-45743FC88B67}" dt="2024-04-01T18:27:03.090" v="1388" actId="478"/>
          <ac:picMkLst>
            <pc:docMk/>
            <pc:sldMk cId="3609167667" sldId="256"/>
            <ac:picMk id="6146" creationId="{3BAEF6A8-D142-FFAF-2171-E9AB15B463C5}"/>
          </ac:picMkLst>
        </pc:picChg>
      </pc:sldChg>
      <pc:sldChg chg="addSp delSp modSp mod setBg">
        <pc:chgData name="Kyle Winter" userId="34daa314-b499-4a63-812e-be72b148aed2" providerId="ADAL" clId="{FF828309-A499-4076-998D-45743FC88B67}" dt="2024-04-01T17:36:10.368" v="993" actId="113"/>
        <pc:sldMkLst>
          <pc:docMk/>
          <pc:sldMk cId="892927894" sldId="257"/>
        </pc:sldMkLst>
        <pc:spChg chg="del">
          <ac:chgData name="Kyle Winter" userId="34daa314-b499-4a63-812e-be72b148aed2" providerId="ADAL" clId="{FF828309-A499-4076-998D-45743FC88B67}" dt="2024-04-01T17:35:59.665" v="982" actId="478"/>
          <ac:spMkLst>
            <pc:docMk/>
            <pc:sldMk cId="892927894" sldId="257"/>
            <ac:spMk id="2" creationId="{F0CEFCF4-280D-1FD2-FC1E-5F8F35696A21}"/>
          </ac:spMkLst>
        </pc:spChg>
        <pc:spChg chg="del">
          <ac:chgData name="Kyle Winter" userId="34daa314-b499-4a63-812e-be72b148aed2" providerId="ADAL" clId="{FF828309-A499-4076-998D-45743FC88B67}" dt="2024-04-01T17:35:54.038" v="980" actId="478"/>
          <ac:spMkLst>
            <pc:docMk/>
            <pc:sldMk cId="892927894" sldId="257"/>
            <ac:spMk id="3" creationId="{FECA1603-AE0A-6121-1F89-F4B7B985AF74}"/>
          </ac:spMkLst>
        </pc:spChg>
        <pc:spChg chg="add del mod">
          <ac:chgData name="Kyle Winter" userId="34daa314-b499-4a63-812e-be72b148aed2" providerId="ADAL" clId="{FF828309-A499-4076-998D-45743FC88B67}" dt="2024-04-01T17:35:59.665" v="982" actId="478"/>
          <ac:spMkLst>
            <pc:docMk/>
            <pc:sldMk cId="892927894" sldId="257"/>
            <ac:spMk id="7" creationId="{F7FCF36A-F22C-B064-EAF0-2971F1B1D900}"/>
          </ac:spMkLst>
        </pc:spChg>
        <pc:spChg chg="add mod">
          <ac:chgData name="Kyle Winter" userId="34daa314-b499-4a63-812e-be72b148aed2" providerId="ADAL" clId="{FF828309-A499-4076-998D-45743FC88B67}" dt="2024-04-01T17:36:10.368" v="993" actId="113"/>
          <ac:spMkLst>
            <pc:docMk/>
            <pc:sldMk cId="892927894" sldId="257"/>
            <ac:spMk id="8" creationId="{CDEE38E4-1EAB-A738-2A50-2BF290B659D4}"/>
          </ac:spMkLst>
        </pc:spChg>
        <pc:spChg chg="del">
          <ac:chgData name="Kyle Winter" userId="34daa314-b499-4a63-812e-be72b148aed2" providerId="ADAL" clId="{FF828309-A499-4076-998D-45743FC88B67}" dt="2024-04-01T17:35:59.665" v="982" actId="478"/>
          <ac:spMkLst>
            <pc:docMk/>
            <pc:sldMk cId="892927894" sldId="257"/>
            <ac:spMk id="10" creationId="{131BAD53-4E89-4F62-BBB7-26359763ED39}"/>
          </ac:spMkLst>
        </pc:spChg>
        <pc:spChg chg="del">
          <ac:chgData name="Kyle Winter" userId="34daa314-b499-4a63-812e-be72b148aed2" providerId="ADAL" clId="{FF828309-A499-4076-998D-45743FC88B67}" dt="2024-04-01T17:35:59.665" v="982" actId="478"/>
          <ac:spMkLst>
            <pc:docMk/>
            <pc:sldMk cId="892927894" sldId="257"/>
            <ac:spMk id="12" creationId="{62756DA2-40EB-4C6F-B962-5822FFB54FB6}"/>
          </ac:spMkLst>
        </pc:spChg>
        <pc:picChg chg="del">
          <ac:chgData name="Kyle Winter" userId="34daa314-b499-4a63-812e-be72b148aed2" providerId="ADAL" clId="{FF828309-A499-4076-998D-45743FC88B67}" dt="2024-04-01T17:35:55.396" v="981" actId="478"/>
          <ac:picMkLst>
            <pc:docMk/>
            <pc:sldMk cId="892927894" sldId="257"/>
            <ac:picMk id="5" creationId="{C98E6280-76F6-BB13-AF8B-4194E2D13A9B}"/>
          </ac:picMkLst>
        </pc:picChg>
      </pc:sldChg>
      <pc:sldChg chg="addSp delSp modSp mod setBg">
        <pc:chgData name="Kyle Winter" userId="34daa314-b499-4a63-812e-be72b148aed2" providerId="ADAL" clId="{FF828309-A499-4076-998D-45743FC88B67}" dt="2024-04-17T23:29:56.514" v="1532" actId="1076"/>
        <pc:sldMkLst>
          <pc:docMk/>
          <pc:sldMk cId="356156944" sldId="258"/>
        </pc:sldMkLst>
        <pc:spChg chg="mod">
          <ac:chgData name="Kyle Winter" userId="34daa314-b499-4a63-812e-be72b148aed2" providerId="ADAL" clId="{FF828309-A499-4076-998D-45743FC88B67}" dt="2024-04-01T18:29:03.601" v="1414" actId="14100"/>
          <ac:spMkLst>
            <pc:docMk/>
            <pc:sldMk cId="356156944" sldId="258"/>
            <ac:spMk id="6" creationId="{16FD5095-03A3-3CD6-4F38-C1F7B4FD6D59}"/>
          </ac:spMkLst>
        </pc:spChg>
        <pc:picChg chg="add mod">
          <ac:chgData name="Kyle Winter" userId="34daa314-b499-4a63-812e-be72b148aed2" providerId="ADAL" clId="{FF828309-A499-4076-998D-45743FC88B67}" dt="2024-04-17T23:29:56.514" v="1532" actId="1076"/>
          <ac:picMkLst>
            <pc:docMk/>
            <pc:sldMk cId="356156944" sldId="258"/>
            <ac:picMk id="3" creationId="{90525FCD-E5CE-AB5C-8355-4069264A8A2F}"/>
          </ac:picMkLst>
        </pc:picChg>
        <pc:picChg chg="del">
          <ac:chgData name="Kyle Winter" userId="34daa314-b499-4a63-812e-be72b148aed2" providerId="ADAL" clId="{FF828309-A499-4076-998D-45743FC88B67}" dt="2024-04-17T23:29:00.351" v="1505" actId="478"/>
          <ac:picMkLst>
            <pc:docMk/>
            <pc:sldMk cId="356156944" sldId="258"/>
            <ac:picMk id="5" creationId="{C9EB59AC-322E-2731-169B-A4A2F4596E00}"/>
          </ac:picMkLst>
        </pc:picChg>
      </pc:sldChg>
      <pc:sldChg chg="setBg">
        <pc:chgData name="Kyle Winter" userId="34daa314-b499-4a63-812e-be72b148aed2" providerId="ADAL" clId="{FF828309-A499-4076-998D-45743FC88B67}" dt="2024-04-01T17:40:58.293" v="1133"/>
        <pc:sldMkLst>
          <pc:docMk/>
          <pc:sldMk cId="533013277" sldId="260"/>
        </pc:sldMkLst>
      </pc:sldChg>
      <pc:sldChg chg="del">
        <pc:chgData name="Kyle Winter" userId="34daa314-b499-4a63-812e-be72b148aed2" providerId="ADAL" clId="{FF828309-A499-4076-998D-45743FC88B67}" dt="2024-04-01T17:49:57.071" v="1383" actId="2696"/>
        <pc:sldMkLst>
          <pc:docMk/>
          <pc:sldMk cId="1953434063" sldId="261"/>
        </pc:sldMkLst>
      </pc:sldChg>
      <pc:sldChg chg="add del setBg">
        <pc:chgData name="Kyle Winter" userId="34daa314-b499-4a63-812e-be72b148aed2" providerId="ADAL" clId="{FF828309-A499-4076-998D-45743FC88B67}" dt="2024-04-01T17:32:00.652" v="975"/>
        <pc:sldMkLst>
          <pc:docMk/>
          <pc:sldMk cId="1072975402" sldId="262"/>
        </pc:sldMkLst>
      </pc:sldChg>
      <pc:sldChg chg="modSp mod setBg">
        <pc:chgData name="Kyle Winter" userId="34daa314-b499-4a63-812e-be72b148aed2" providerId="ADAL" clId="{FF828309-A499-4076-998D-45743FC88B67}" dt="2024-04-01T17:32:00.652" v="975"/>
        <pc:sldMkLst>
          <pc:docMk/>
          <pc:sldMk cId="2596561" sldId="263"/>
        </pc:sldMkLst>
        <pc:spChg chg="mod">
          <ac:chgData name="Kyle Winter" userId="34daa314-b499-4a63-812e-be72b148aed2" providerId="ADAL" clId="{FF828309-A499-4076-998D-45743FC88B67}" dt="2024-04-01T17:28:40.864" v="965" actId="20577"/>
          <ac:spMkLst>
            <pc:docMk/>
            <pc:sldMk cId="2596561" sldId="263"/>
            <ac:spMk id="3" creationId="{615D49D5-0868-51D2-04FF-76CF99B759D4}"/>
          </ac:spMkLst>
        </pc:spChg>
      </pc:sldChg>
      <pc:sldChg chg="addSp delSp modSp mod setBg">
        <pc:chgData name="Kyle Winter" userId="34daa314-b499-4a63-812e-be72b148aed2" providerId="ADAL" clId="{FF828309-A499-4076-998D-45743FC88B67}" dt="2024-04-17T23:29:46.949" v="1526" actId="1076"/>
        <pc:sldMkLst>
          <pc:docMk/>
          <pc:sldMk cId="3743219360" sldId="264"/>
        </pc:sldMkLst>
        <pc:spChg chg="mod">
          <ac:chgData name="Kyle Winter" userId="34daa314-b499-4a63-812e-be72b148aed2" providerId="ADAL" clId="{FF828309-A499-4076-998D-45743FC88B67}" dt="2024-04-01T18:29:26.631" v="1418"/>
          <ac:spMkLst>
            <pc:docMk/>
            <pc:sldMk cId="3743219360" sldId="264"/>
            <ac:spMk id="6" creationId="{2AE4A5B0-B386-DEB9-1EBD-C05944FFC07B}"/>
          </ac:spMkLst>
        </pc:spChg>
        <pc:picChg chg="add mod">
          <ac:chgData name="Kyle Winter" userId="34daa314-b499-4a63-812e-be72b148aed2" providerId="ADAL" clId="{FF828309-A499-4076-998D-45743FC88B67}" dt="2024-04-17T23:29:46.949" v="1526" actId="1076"/>
          <ac:picMkLst>
            <pc:docMk/>
            <pc:sldMk cId="3743219360" sldId="264"/>
            <ac:picMk id="2" creationId="{4A5FF9E6-56E9-6B10-641E-837DBD227A06}"/>
          </ac:picMkLst>
        </pc:picChg>
        <pc:picChg chg="del">
          <ac:chgData name="Kyle Winter" userId="34daa314-b499-4a63-812e-be72b148aed2" providerId="ADAL" clId="{FF828309-A499-4076-998D-45743FC88B67}" dt="2024-04-17T23:29:44.379" v="1524" actId="478"/>
          <ac:picMkLst>
            <pc:docMk/>
            <pc:sldMk cId="3743219360" sldId="264"/>
            <ac:picMk id="5" creationId="{FF286089-D920-BCDF-DDDF-28685CF93929}"/>
          </ac:picMkLst>
        </pc:picChg>
      </pc:sldChg>
      <pc:sldChg chg="addSp delSp modSp mod setBg">
        <pc:chgData name="Kyle Winter" userId="34daa314-b499-4a63-812e-be72b148aed2" providerId="ADAL" clId="{FF828309-A499-4076-998D-45743FC88B67}" dt="2024-04-17T23:29:37.417" v="1523" actId="1076"/>
        <pc:sldMkLst>
          <pc:docMk/>
          <pc:sldMk cId="861987282" sldId="265"/>
        </pc:sldMkLst>
        <pc:spChg chg="mod">
          <ac:chgData name="Kyle Winter" userId="34daa314-b499-4a63-812e-be72b148aed2" providerId="ADAL" clId="{FF828309-A499-4076-998D-45743FC88B67}" dt="2024-04-01T18:29:35.898" v="1419"/>
          <ac:spMkLst>
            <pc:docMk/>
            <pc:sldMk cId="861987282" sldId="265"/>
            <ac:spMk id="6" creationId="{7AC08072-52BF-91E3-EF96-F7509172D9F4}"/>
          </ac:spMkLst>
        </pc:spChg>
        <pc:picChg chg="add mod">
          <ac:chgData name="Kyle Winter" userId="34daa314-b499-4a63-812e-be72b148aed2" providerId="ADAL" clId="{FF828309-A499-4076-998D-45743FC88B67}" dt="2024-04-17T23:29:37.417" v="1523" actId="1076"/>
          <ac:picMkLst>
            <pc:docMk/>
            <pc:sldMk cId="861987282" sldId="265"/>
            <ac:picMk id="3" creationId="{93A09352-016E-5535-8881-6264FB1F7947}"/>
          </ac:picMkLst>
        </pc:picChg>
        <pc:picChg chg="del">
          <ac:chgData name="Kyle Winter" userId="34daa314-b499-4a63-812e-be72b148aed2" providerId="ADAL" clId="{FF828309-A499-4076-998D-45743FC88B67}" dt="2024-04-17T23:29:31.632" v="1518" actId="478"/>
          <ac:picMkLst>
            <pc:docMk/>
            <pc:sldMk cId="861987282" sldId="265"/>
            <ac:picMk id="5" creationId="{D5C53BDE-0B21-E601-685F-80E318533FF8}"/>
          </ac:picMkLst>
        </pc:picChg>
      </pc:sldChg>
      <pc:sldChg chg="addSp delSp modSp mod ord setBg">
        <pc:chgData name="Kyle Winter" userId="34daa314-b499-4a63-812e-be72b148aed2" providerId="ADAL" clId="{FF828309-A499-4076-998D-45743FC88B67}" dt="2024-04-17T23:29:50.858" v="1529" actId="1076"/>
        <pc:sldMkLst>
          <pc:docMk/>
          <pc:sldMk cId="2977991270" sldId="266"/>
        </pc:sldMkLst>
        <pc:spChg chg="mod">
          <ac:chgData name="Kyle Winter" userId="34daa314-b499-4a63-812e-be72b148aed2" providerId="ADAL" clId="{FF828309-A499-4076-998D-45743FC88B67}" dt="2024-04-01T18:29:14.760" v="1416" actId="14100"/>
          <ac:spMkLst>
            <pc:docMk/>
            <pc:sldMk cId="2977991270" sldId="266"/>
            <ac:spMk id="6" creationId="{F076A263-47F0-32CF-7DC5-A4E3D3B0C712}"/>
          </ac:spMkLst>
        </pc:spChg>
        <pc:picChg chg="add mod">
          <ac:chgData name="Kyle Winter" userId="34daa314-b499-4a63-812e-be72b148aed2" providerId="ADAL" clId="{FF828309-A499-4076-998D-45743FC88B67}" dt="2024-04-17T23:29:50.858" v="1529" actId="1076"/>
          <ac:picMkLst>
            <pc:docMk/>
            <pc:sldMk cId="2977991270" sldId="266"/>
            <ac:picMk id="2" creationId="{FE11D775-57E4-6DA2-F6C9-F7BD4B5B77D4}"/>
          </ac:picMkLst>
        </pc:picChg>
        <pc:picChg chg="del">
          <ac:chgData name="Kyle Winter" userId="34daa314-b499-4a63-812e-be72b148aed2" providerId="ADAL" clId="{FF828309-A499-4076-998D-45743FC88B67}" dt="2024-04-17T23:29:49.439" v="1527" actId="478"/>
          <ac:picMkLst>
            <pc:docMk/>
            <pc:sldMk cId="2977991270" sldId="266"/>
            <ac:picMk id="5" creationId="{DEF491D4-7403-7894-1080-FF4391F233BC}"/>
          </ac:picMkLst>
        </pc:picChg>
      </pc:sldChg>
      <pc:sldChg chg="addSp delSp modSp add mod ord setBg">
        <pc:chgData name="Kyle Winter" userId="34daa314-b499-4a63-812e-be72b148aed2" providerId="ADAL" clId="{FF828309-A499-4076-998D-45743FC88B67}" dt="2024-04-17T23:29:10.438" v="1509" actId="1076"/>
        <pc:sldMkLst>
          <pc:docMk/>
          <pc:sldMk cId="2234594365" sldId="267"/>
        </pc:sldMkLst>
        <pc:spChg chg="mod">
          <ac:chgData name="Kyle Winter" userId="34daa314-b499-4a63-812e-be72b148aed2" providerId="ADAL" clId="{FF828309-A499-4076-998D-45743FC88B67}" dt="2024-04-01T17:13:30.048" v="219" actId="6549"/>
          <ac:spMkLst>
            <pc:docMk/>
            <pc:sldMk cId="2234594365" sldId="267"/>
            <ac:spMk id="3" creationId="{0E187165-A175-C432-C12C-654D6F26C140}"/>
          </ac:spMkLst>
        </pc:spChg>
        <pc:picChg chg="del">
          <ac:chgData name="Kyle Winter" userId="34daa314-b499-4a63-812e-be72b148aed2" providerId="ADAL" clId="{FF828309-A499-4076-998D-45743FC88B67}" dt="2024-04-17T23:29:05.871" v="1506" actId="478"/>
          <ac:picMkLst>
            <pc:docMk/>
            <pc:sldMk cId="2234594365" sldId="267"/>
            <ac:picMk id="5" creationId="{A35088E2-C214-9C63-42AC-7FA5592C05FA}"/>
          </ac:picMkLst>
        </pc:picChg>
        <pc:picChg chg="add mod">
          <ac:chgData name="Kyle Winter" userId="34daa314-b499-4a63-812e-be72b148aed2" providerId="ADAL" clId="{FF828309-A499-4076-998D-45743FC88B67}" dt="2024-04-17T23:29:10.438" v="1509" actId="1076"/>
          <ac:picMkLst>
            <pc:docMk/>
            <pc:sldMk cId="2234594365" sldId="267"/>
            <ac:picMk id="6" creationId="{0A543D14-A086-2BB5-7078-A19393F9630C}"/>
          </ac:picMkLst>
        </pc:picChg>
      </pc:sldChg>
      <pc:sldChg chg="addSp delSp modSp add mod setBg">
        <pc:chgData name="Kyle Winter" userId="34daa314-b499-4a63-812e-be72b148aed2" providerId="ADAL" clId="{FF828309-A499-4076-998D-45743FC88B67}" dt="2024-04-17T23:29:18.561" v="1513" actId="1076"/>
        <pc:sldMkLst>
          <pc:docMk/>
          <pc:sldMk cId="2734179381" sldId="268"/>
        </pc:sldMkLst>
        <pc:spChg chg="mod">
          <ac:chgData name="Kyle Winter" userId="34daa314-b499-4a63-812e-be72b148aed2" providerId="ADAL" clId="{FF828309-A499-4076-998D-45743FC88B67}" dt="2024-04-01T17:18:54.595" v="387" actId="14100"/>
          <ac:spMkLst>
            <pc:docMk/>
            <pc:sldMk cId="2734179381" sldId="268"/>
            <ac:spMk id="3" creationId="{C9321174-2820-5CBC-F5F1-C63267877F42}"/>
          </ac:spMkLst>
        </pc:spChg>
        <pc:picChg chg="del">
          <ac:chgData name="Kyle Winter" userId="34daa314-b499-4a63-812e-be72b148aed2" providerId="ADAL" clId="{FF828309-A499-4076-998D-45743FC88B67}" dt="2024-04-17T23:29:14.290" v="1510" actId="478"/>
          <ac:picMkLst>
            <pc:docMk/>
            <pc:sldMk cId="2734179381" sldId="268"/>
            <ac:picMk id="5" creationId="{C2968CD9-CC6A-847F-CBBC-93BC8CDB6C8C}"/>
          </ac:picMkLst>
        </pc:picChg>
        <pc:picChg chg="add mod">
          <ac:chgData name="Kyle Winter" userId="34daa314-b499-4a63-812e-be72b148aed2" providerId="ADAL" clId="{FF828309-A499-4076-998D-45743FC88B67}" dt="2024-04-17T23:29:18.561" v="1513" actId="1076"/>
          <ac:picMkLst>
            <pc:docMk/>
            <pc:sldMk cId="2734179381" sldId="268"/>
            <ac:picMk id="6" creationId="{95726785-7ADC-C7E1-CC2E-92A0F6D4044D}"/>
          </ac:picMkLst>
        </pc:picChg>
      </pc:sldChg>
      <pc:sldChg chg="addSp delSp modSp add mod setBg">
        <pc:chgData name="Kyle Winter" userId="34daa314-b499-4a63-812e-be72b148aed2" providerId="ADAL" clId="{FF828309-A499-4076-998D-45743FC88B67}" dt="2024-04-17T23:30:12.070" v="1533" actId="20577"/>
        <pc:sldMkLst>
          <pc:docMk/>
          <pc:sldMk cId="616238880" sldId="269"/>
        </pc:sldMkLst>
        <pc:spChg chg="del">
          <ac:chgData name="Kyle Winter" userId="34daa314-b499-4a63-812e-be72b148aed2" providerId="ADAL" clId="{FF828309-A499-4076-998D-45743FC88B67}" dt="2024-04-01T17:19:20.752" v="390" actId="478"/>
          <ac:spMkLst>
            <pc:docMk/>
            <pc:sldMk cId="616238880" sldId="269"/>
            <ac:spMk id="2" creationId="{E689F65C-E140-B54E-B71D-1D8BD08CB37E}"/>
          </ac:spMkLst>
        </pc:spChg>
        <pc:spChg chg="del">
          <ac:chgData name="Kyle Winter" userId="34daa314-b499-4a63-812e-be72b148aed2" providerId="ADAL" clId="{FF828309-A499-4076-998D-45743FC88B67}" dt="2024-04-01T17:19:20.752" v="390" actId="478"/>
          <ac:spMkLst>
            <pc:docMk/>
            <pc:sldMk cId="616238880" sldId="269"/>
            <ac:spMk id="3" creationId="{FCD42B18-68B4-4FC7-46C4-B6DA3141627B}"/>
          </ac:spMkLst>
        </pc:spChg>
        <pc:spChg chg="add mod">
          <ac:chgData name="Kyle Winter" userId="34daa314-b499-4a63-812e-be72b148aed2" providerId="ADAL" clId="{FF828309-A499-4076-998D-45743FC88B67}" dt="2024-04-17T23:30:12.070" v="1533" actId="20577"/>
          <ac:spMkLst>
            <pc:docMk/>
            <pc:sldMk cId="616238880" sldId="269"/>
            <ac:spMk id="4" creationId="{9FF40DF8-5F01-44C5-173F-207460293862}"/>
          </ac:spMkLst>
        </pc:spChg>
        <pc:spChg chg="add del mod">
          <ac:chgData name="Kyle Winter" userId="34daa314-b499-4a63-812e-be72b148aed2" providerId="ADAL" clId="{FF828309-A499-4076-998D-45743FC88B67}" dt="2024-04-01T17:23:51.750" v="600" actId="478"/>
          <ac:spMkLst>
            <pc:docMk/>
            <pc:sldMk cId="616238880" sldId="269"/>
            <ac:spMk id="6" creationId="{6EA35966-4D38-1717-D109-281F4526692C}"/>
          </ac:spMkLst>
        </pc:spChg>
        <pc:spChg chg="del">
          <ac:chgData name="Kyle Winter" userId="34daa314-b499-4a63-812e-be72b148aed2" providerId="ADAL" clId="{FF828309-A499-4076-998D-45743FC88B67}" dt="2024-04-01T17:19:20.752" v="390" actId="478"/>
          <ac:spMkLst>
            <pc:docMk/>
            <pc:sldMk cId="616238880" sldId="269"/>
            <ac:spMk id="10" creationId="{32B9C10E-5929-785D-0E4D-BF2E398FEACC}"/>
          </ac:spMkLst>
        </pc:spChg>
        <pc:spChg chg="del">
          <ac:chgData name="Kyle Winter" userId="34daa314-b499-4a63-812e-be72b148aed2" providerId="ADAL" clId="{FF828309-A499-4076-998D-45743FC88B67}" dt="2024-04-01T17:19:20.752" v="390" actId="478"/>
          <ac:spMkLst>
            <pc:docMk/>
            <pc:sldMk cId="616238880" sldId="269"/>
            <ac:spMk id="12" creationId="{0D224EB3-5A8B-475D-C3BF-A8A970E1D15E}"/>
          </ac:spMkLst>
        </pc:spChg>
        <pc:spChg chg="add">
          <ac:chgData name="Kyle Winter" userId="34daa314-b499-4a63-812e-be72b148aed2" providerId="ADAL" clId="{FF828309-A499-4076-998D-45743FC88B67}" dt="2024-04-01T17:23:58.581" v="602" actId="26606"/>
          <ac:spMkLst>
            <pc:docMk/>
            <pc:sldMk cId="616238880" sldId="269"/>
            <ac:spMk id="4103" creationId="{3C54F4CE-85F0-46ED-80DA-9518C9251AD1}"/>
          </ac:spMkLst>
        </pc:spChg>
        <pc:spChg chg="add">
          <ac:chgData name="Kyle Winter" userId="34daa314-b499-4a63-812e-be72b148aed2" providerId="ADAL" clId="{FF828309-A499-4076-998D-45743FC88B67}" dt="2024-04-01T17:23:58.581" v="602" actId="26606"/>
          <ac:spMkLst>
            <pc:docMk/>
            <pc:sldMk cId="616238880" sldId="269"/>
            <ac:spMk id="4105" creationId="{DADD1FCA-8ACB-4958-81DD-4CDD6D3E1921}"/>
          </ac:spMkLst>
        </pc:spChg>
        <pc:picChg chg="del">
          <ac:chgData name="Kyle Winter" userId="34daa314-b499-4a63-812e-be72b148aed2" providerId="ADAL" clId="{FF828309-A499-4076-998D-45743FC88B67}" dt="2024-04-01T17:19:17.847" v="389" actId="478"/>
          <ac:picMkLst>
            <pc:docMk/>
            <pc:sldMk cId="616238880" sldId="269"/>
            <ac:picMk id="5" creationId="{79FB86A9-0E12-9BC3-035D-26449DF61F60}"/>
          </ac:picMkLst>
        </pc:picChg>
        <pc:picChg chg="add mod">
          <ac:chgData name="Kyle Winter" userId="34daa314-b499-4a63-812e-be72b148aed2" providerId="ADAL" clId="{FF828309-A499-4076-998D-45743FC88B67}" dt="2024-04-01T17:23:58.581" v="602" actId="26606"/>
          <ac:picMkLst>
            <pc:docMk/>
            <pc:sldMk cId="616238880" sldId="269"/>
            <ac:picMk id="4098" creationId="{A51DC16E-3A6A-B166-35CD-CCD781DDF5D8}"/>
          </ac:picMkLst>
        </pc:picChg>
      </pc:sldChg>
      <pc:sldChg chg="addSp delSp modSp add mod setBg addAnim">
        <pc:chgData name="Kyle Winter" userId="34daa314-b499-4a63-812e-be72b148aed2" providerId="ADAL" clId="{FF828309-A499-4076-998D-45743FC88B67}" dt="2024-04-01T17:31:49.848" v="974"/>
        <pc:sldMkLst>
          <pc:docMk/>
          <pc:sldMk cId="3394178021" sldId="270"/>
        </pc:sldMkLst>
        <pc:spChg chg="mod ord">
          <ac:chgData name="Kyle Winter" userId="34daa314-b499-4a63-812e-be72b148aed2" providerId="ADAL" clId="{FF828309-A499-4076-998D-45743FC88B67}" dt="2024-04-01T17:28:26.017" v="929" actId="6549"/>
          <ac:spMkLst>
            <pc:docMk/>
            <pc:sldMk cId="3394178021" sldId="270"/>
            <ac:spMk id="4" creationId="{D0FAA31C-D141-85B2-8BF0-221B41417C94}"/>
          </ac:spMkLst>
        </pc:spChg>
        <pc:spChg chg="add del">
          <ac:chgData name="Kyle Winter" userId="34daa314-b499-4a63-812e-be72b148aed2" providerId="ADAL" clId="{FF828309-A499-4076-998D-45743FC88B67}" dt="2024-04-01T17:25:39.572" v="670" actId="26606"/>
          <ac:spMkLst>
            <pc:docMk/>
            <pc:sldMk cId="3394178021" sldId="270"/>
            <ac:spMk id="4103" creationId="{1C206DCD-B9FF-6E00-EE4A-76CB305C579A}"/>
          </ac:spMkLst>
        </pc:spChg>
        <pc:spChg chg="add del">
          <ac:chgData name="Kyle Winter" userId="34daa314-b499-4a63-812e-be72b148aed2" providerId="ADAL" clId="{FF828309-A499-4076-998D-45743FC88B67}" dt="2024-04-01T17:25:39.572" v="670" actId="26606"/>
          <ac:spMkLst>
            <pc:docMk/>
            <pc:sldMk cId="3394178021" sldId="270"/>
            <ac:spMk id="4105" creationId="{CAE0A312-E681-6E9C-61E2-1515BD558424}"/>
          </ac:spMkLst>
        </pc:spChg>
        <pc:spChg chg="add">
          <ac:chgData name="Kyle Winter" userId="34daa314-b499-4a63-812e-be72b148aed2" providerId="ADAL" clId="{FF828309-A499-4076-998D-45743FC88B67}" dt="2024-04-01T17:25:39.572" v="670" actId="26606"/>
          <ac:spMkLst>
            <pc:docMk/>
            <pc:sldMk cId="3394178021" sldId="270"/>
            <ac:spMk id="5124" creationId="{7DA3C418-758E-4180-A5D0-8655D6804587}"/>
          </ac:spMkLst>
        </pc:spChg>
        <pc:spChg chg="add">
          <ac:chgData name="Kyle Winter" userId="34daa314-b499-4a63-812e-be72b148aed2" providerId="ADAL" clId="{FF828309-A499-4076-998D-45743FC88B67}" dt="2024-04-01T17:25:39.572" v="670" actId="26606"/>
          <ac:spMkLst>
            <pc:docMk/>
            <pc:sldMk cId="3394178021" sldId="270"/>
            <ac:spMk id="5125" creationId="{28C8EF06-5EC3-4883-AFAF-D74FF46550FB}"/>
          </ac:spMkLst>
        </pc:spChg>
        <pc:spChg chg="add del">
          <ac:chgData name="Kyle Winter" userId="34daa314-b499-4a63-812e-be72b148aed2" providerId="ADAL" clId="{FF828309-A499-4076-998D-45743FC88B67}" dt="2024-04-01T17:25:22.256" v="667" actId="26606"/>
          <ac:spMkLst>
            <pc:docMk/>
            <pc:sldMk cId="3394178021" sldId="270"/>
            <ac:spMk id="5127" creationId="{6753252F-4873-4F63-801D-CC719279A7D5}"/>
          </ac:spMkLst>
        </pc:spChg>
        <pc:spChg chg="add del">
          <ac:chgData name="Kyle Winter" userId="34daa314-b499-4a63-812e-be72b148aed2" providerId="ADAL" clId="{FF828309-A499-4076-998D-45743FC88B67}" dt="2024-04-01T17:25:22.256" v="667" actId="26606"/>
          <ac:spMkLst>
            <pc:docMk/>
            <pc:sldMk cId="3394178021" sldId="270"/>
            <ac:spMk id="5129" creationId="{047C8CCB-F95D-4249-92DD-651249D3535A}"/>
          </ac:spMkLst>
        </pc:spChg>
        <pc:spChg chg="add del">
          <ac:chgData name="Kyle Winter" userId="34daa314-b499-4a63-812e-be72b148aed2" providerId="ADAL" clId="{FF828309-A499-4076-998D-45743FC88B67}" dt="2024-04-01T17:25:27.462" v="669" actId="26606"/>
          <ac:spMkLst>
            <pc:docMk/>
            <pc:sldMk cId="3394178021" sldId="270"/>
            <ac:spMk id="5131" creationId="{D4771268-CB57-404A-9271-370EB28F6090}"/>
          </ac:spMkLst>
        </pc:spChg>
        <pc:picChg chg="del">
          <ac:chgData name="Kyle Winter" userId="34daa314-b499-4a63-812e-be72b148aed2" providerId="ADAL" clId="{FF828309-A499-4076-998D-45743FC88B67}" dt="2024-04-01T17:24:28.527" v="664" actId="478"/>
          <ac:picMkLst>
            <pc:docMk/>
            <pc:sldMk cId="3394178021" sldId="270"/>
            <ac:picMk id="4098" creationId="{E4FE1B04-84F5-C132-8C33-7387C23BF2A5}"/>
          </ac:picMkLst>
        </pc:picChg>
        <pc:picChg chg="add mod">
          <ac:chgData name="Kyle Winter" userId="34daa314-b499-4a63-812e-be72b148aed2" providerId="ADAL" clId="{FF828309-A499-4076-998D-45743FC88B67}" dt="2024-04-01T17:27:02.869" v="796" actId="1076"/>
          <ac:picMkLst>
            <pc:docMk/>
            <pc:sldMk cId="3394178021" sldId="270"/>
            <ac:picMk id="5122" creationId="{DCB57048-A3DC-DE9F-3E22-BB48D649CEAE}"/>
          </ac:picMkLst>
        </pc:picChg>
      </pc:sldChg>
      <pc:sldChg chg="addSp delSp add del setBg delDesignElem">
        <pc:chgData name="Kyle Winter" userId="34daa314-b499-4a63-812e-be72b148aed2" providerId="ADAL" clId="{FF828309-A499-4076-998D-45743FC88B67}" dt="2024-04-01T17:32:00.652" v="975"/>
        <pc:sldMkLst>
          <pc:docMk/>
          <pc:sldMk cId="2707469551" sldId="271"/>
        </pc:sldMkLst>
        <pc:spChg chg="add del">
          <ac:chgData name="Kyle Winter" userId="34daa314-b499-4a63-812e-be72b148aed2" providerId="ADAL" clId="{FF828309-A499-4076-998D-45743FC88B67}" dt="2024-04-01T17:29:51.121" v="972"/>
          <ac:spMkLst>
            <pc:docMk/>
            <pc:sldMk cId="2707469551" sldId="271"/>
            <ac:spMk id="2055" creationId="{352BEC0E-22F8-46D0-9632-375DB541B06C}"/>
          </ac:spMkLst>
        </pc:spChg>
        <pc:spChg chg="add del">
          <ac:chgData name="Kyle Winter" userId="34daa314-b499-4a63-812e-be72b148aed2" providerId="ADAL" clId="{FF828309-A499-4076-998D-45743FC88B67}" dt="2024-04-01T17:29:51.121" v="972"/>
          <ac:spMkLst>
            <pc:docMk/>
            <pc:sldMk cId="2707469551" sldId="271"/>
            <ac:spMk id="2057" creationId="{3FCFB1DE-0B7E-48CC-BA90-B2AB0889F9D6}"/>
          </ac:spMkLst>
        </pc:spChg>
      </pc:sldChg>
      <pc:sldChg chg="addSp delSp add del setBg delDesignElem">
        <pc:chgData name="Kyle Winter" userId="34daa314-b499-4a63-812e-be72b148aed2" providerId="ADAL" clId="{FF828309-A499-4076-998D-45743FC88B67}" dt="2024-04-01T17:32:00.652" v="975"/>
        <pc:sldMkLst>
          <pc:docMk/>
          <pc:sldMk cId="3108277528" sldId="272"/>
        </pc:sldMkLst>
        <pc:spChg chg="add del">
          <ac:chgData name="Kyle Winter" userId="34daa314-b499-4a63-812e-be72b148aed2" providerId="ADAL" clId="{FF828309-A499-4076-998D-45743FC88B67}" dt="2024-04-01T17:29:51.121" v="972"/>
          <ac:spMkLst>
            <pc:docMk/>
            <pc:sldMk cId="3108277528" sldId="272"/>
            <ac:spMk id="1031" creationId="{352BEC0E-22F8-46D0-9632-375DB541B06C}"/>
          </ac:spMkLst>
        </pc:spChg>
        <pc:spChg chg="add del">
          <ac:chgData name="Kyle Winter" userId="34daa314-b499-4a63-812e-be72b148aed2" providerId="ADAL" clId="{FF828309-A499-4076-998D-45743FC88B67}" dt="2024-04-01T17:29:51.121" v="972"/>
          <ac:spMkLst>
            <pc:docMk/>
            <pc:sldMk cId="3108277528" sldId="272"/>
            <ac:spMk id="1033" creationId="{3FCFB1DE-0B7E-48CC-BA90-B2AB0889F9D6}"/>
          </ac:spMkLst>
        </pc:spChg>
      </pc:sldChg>
      <pc:sldChg chg="add del setBg">
        <pc:chgData name="Kyle Winter" userId="34daa314-b499-4a63-812e-be72b148aed2" providerId="ADAL" clId="{FF828309-A499-4076-998D-45743FC88B67}" dt="2024-04-01T17:32:00.652" v="975"/>
        <pc:sldMkLst>
          <pc:docMk/>
          <pc:sldMk cId="2344292517" sldId="273"/>
        </pc:sldMkLst>
      </pc:sldChg>
      <pc:sldChg chg="add del setBg">
        <pc:chgData name="Kyle Winter" userId="34daa314-b499-4a63-812e-be72b148aed2" providerId="ADAL" clId="{FF828309-A499-4076-998D-45743FC88B67}" dt="2024-04-01T17:32:00.652" v="975"/>
        <pc:sldMkLst>
          <pc:docMk/>
          <pc:sldMk cId="2844518812" sldId="274"/>
        </pc:sldMkLst>
      </pc:sldChg>
      <pc:sldChg chg="add del setBg">
        <pc:chgData name="Kyle Winter" userId="34daa314-b499-4a63-812e-be72b148aed2" providerId="ADAL" clId="{FF828309-A499-4076-998D-45743FC88B67}" dt="2024-04-01T17:32:00.652" v="975"/>
        <pc:sldMkLst>
          <pc:docMk/>
          <pc:sldMk cId="1676606732" sldId="275"/>
        </pc:sldMkLst>
      </pc:sldChg>
      <pc:sldChg chg="add del setBg">
        <pc:chgData name="Kyle Winter" userId="34daa314-b499-4a63-812e-be72b148aed2" providerId="ADAL" clId="{FF828309-A499-4076-998D-45743FC88B67}" dt="2024-04-01T17:32:00.652" v="975"/>
        <pc:sldMkLst>
          <pc:docMk/>
          <pc:sldMk cId="2587924477" sldId="276"/>
        </pc:sldMkLst>
      </pc:sldChg>
      <pc:sldChg chg="add del setBg">
        <pc:chgData name="Kyle Winter" userId="34daa314-b499-4a63-812e-be72b148aed2" providerId="ADAL" clId="{FF828309-A499-4076-998D-45743FC88B67}" dt="2024-04-01T17:32:00.652" v="975"/>
        <pc:sldMkLst>
          <pc:docMk/>
          <pc:sldMk cId="1043684773" sldId="277"/>
        </pc:sldMkLst>
      </pc:sldChg>
      <pc:sldChg chg="add del setBg">
        <pc:chgData name="Kyle Winter" userId="34daa314-b499-4a63-812e-be72b148aed2" providerId="ADAL" clId="{FF828309-A499-4076-998D-45743FC88B67}" dt="2024-04-01T17:32:00.652" v="975"/>
        <pc:sldMkLst>
          <pc:docMk/>
          <pc:sldMk cId="1220322385" sldId="278"/>
        </pc:sldMkLst>
      </pc:sldChg>
      <pc:sldChg chg="add del setBg">
        <pc:chgData name="Kyle Winter" userId="34daa314-b499-4a63-812e-be72b148aed2" providerId="ADAL" clId="{FF828309-A499-4076-998D-45743FC88B67}" dt="2024-04-01T17:32:00.652" v="975"/>
        <pc:sldMkLst>
          <pc:docMk/>
          <pc:sldMk cId="1402370731" sldId="279"/>
        </pc:sldMkLst>
      </pc:sldChg>
      <pc:sldChg chg="add del setBg">
        <pc:chgData name="Kyle Winter" userId="34daa314-b499-4a63-812e-be72b148aed2" providerId="ADAL" clId="{FF828309-A499-4076-998D-45743FC88B67}" dt="2024-04-17T23:30:40.764" v="1534" actId="47"/>
        <pc:sldMkLst>
          <pc:docMk/>
          <pc:sldMk cId="1564092623" sldId="280"/>
        </pc:sldMkLst>
      </pc:sldChg>
      <pc:sldChg chg="add del">
        <pc:chgData name="Kyle Winter" userId="34daa314-b499-4a63-812e-be72b148aed2" providerId="ADAL" clId="{FF828309-A499-4076-998D-45743FC88B67}" dt="2024-04-01T17:35:14.643" v="978" actId="47"/>
        <pc:sldMkLst>
          <pc:docMk/>
          <pc:sldMk cId="1388092480" sldId="281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282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283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284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285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286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287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288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289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810604963" sldId="345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387664466" sldId="346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47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48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49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0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1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2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3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4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5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6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7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8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59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60"/>
        </pc:sldMkLst>
      </pc:sldChg>
      <pc:sldChg chg="add setBg modNotes">
        <pc:chgData name="Kyle Winter" userId="34daa314-b499-4a63-812e-be72b148aed2" providerId="ADAL" clId="{FF828309-A499-4076-998D-45743FC88B67}" dt="2024-04-01T17:34:07.905" v="977"/>
        <pc:sldMkLst>
          <pc:docMk/>
          <pc:sldMk cId="0" sldId="361"/>
        </pc:sldMkLst>
      </pc:sldChg>
      <pc:sldChg chg="addSp delSp modSp add mod">
        <pc:chgData name="Kyle Winter" userId="34daa314-b499-4a63-812e-be72b148aed2" providerId="ADAL" clId="{FF828309-A499-4076-998D-45743FC88B67}" dt="2024-04-17T23:28:40.534" v="1504" actId="1076"/>
        <pc:sldMkLst>
          <pc:docMk/>
          <pc:sldMk cId="1518029970" sldId="362"/>
        </pc:sldMkLst>
        <pc:spChg chg="mod">
          <ac:chgData name="Kyle Winter" userId="34daa314-b499-4a63-812e-be72b148aed2" providerId="ADAL" clId="{FF828309-A499-4076-998D-45743FC88B67}" dt="2024-04-17T23:28:23.659" v="1501" actId="20577"/>
          <ac:spMkLst>
            <pc:docMk/>
            <pc:sldMk cId="1518029970" sldId="362"/>
            <ac:spMk id="3" creationId="{F9DE7A63-3D59-CF04-4C5E-DB36EDA15642}"/>
          </ac:spMkLst>
        </pc:spChg>
        <pc:picChg chg="del">
          <ac:chgData name="Kyle Winter" userId="34daa314-b499-4a63-812e-be72b148aed2" providerId="ADAL" clId="{FF828309-A499-4076-998D-45743FC88B67}" dt="2024-04-17T23:28:26.204" v="1502" actId="478"/>
          <ac:picMkLst>
            <pc:docMk/>
            <pc:sldMk cId="1518029970" sldId="362"/>
            <ac:picMk id="5" creationId="{063E5342-53D7-B43B-A10B-F8053A30098F}"/>
          </ac:picMkLst>
        </pc:picChg>
        <pc:picChg chg="add mod">
          <ac:chgData name="Kyle Winter" userId="34daa314-b499-4a63-812e-be72b148aed2" providerId="ADAL" clId="{FF828309-A499-4076-998D-45743FC88B67}" dt="2024-04-17T23:28:40.534" v="1504" actId="1076"/>
          <ac:picMkLst>
            <pc:docMk/>
            <pc:sldMk cId="1518029970" sldId="362"/>
            <ac:picMk id="6" creationId="{2A079896-DE22-DB0C-227C-49E686503B3E}"/>
          </ac:picMkLst>
        </pc:picChg>
      </pc:sldChg>
      <pc:sldChg chg="addSp delSp modSp add mod setBg">
        <pc:chgData name="Kyle Winter" userId="34daa314-b499-4a63-812e-be72b148aed2" providerId="ADAL" clId="{FF828309-A499-4076-998D-45743FC88B67}" dt="2024-04-01T17:40:58.293" v="1133"/>
        <pc:sldMkLst>
          <pc:docMk/>
          <pc:sldMk cId="18762662" sldId="363"/>
        </pc:sldMkLst>
        <pc:spChg chg="del">
          <ac:chgData name="Kyle Winter" userId="34daa314-b499-4a63-812e-be72b148aed2" providerId="ADAL" clId="{FF828309-A499-4076-998D-45743FC88B67}" dt="2024-04-01T17:39:36.314" v="995" actId="478"/>
          <ac:spMkLst>
            <pc:docMk/>
            <pc:sldMk cId="18762662" sldId="363"/>
            <ac:spMk id="2" creationId="{7B9AC082-4507-20B0-757A-BED90C82AE93}"/>
          </ac:spMkLst>
        </pc:spChg>
        <pc:spChg chg="add mod">
          <ac:chgData name="Kyle Winter" userId="34daa314-b499-4a63-812e-be72b148aed2" providerId="ADAL" clId="{FF828309-A499-4076-998D-45743FC88B67}" dt="2024-04-01T17:39:36.314" v="995" actId="478"/>
          <ac:spMkLst>
            <pc:docMk/>
            <pc:sldMk cId="18762662" sldId="363"/>
            <ac:spMk id="5" creationId="{F1013442-1739-9BE1-75FD-F69EC3C6A913}"/>
          </ac:spMkLst>
        </pc:spChg>
        <pc:picChg chg="add">
          <ac:chgData name="Kyle Winter" userId="34daa314-b499-4a63-812e-be72b148aed2" providerId="ADAL" clId="{FF828309-A499-4076-998D-45743FC88B67}" dt="2024-04-01T17:39:40.422" v="996" actId="22"/>
          <ac:picMkLst>
            <pc:docMk/>
            <pc:sldMk cId="18762662" sldId="363"/>
            <ac:picMk id="7" creationId="{34716E9A-80D2-C676-3D32-E814BCBC15E4}"/>
          </ac:picMkLst>
        </pc:picChg>
      </pc:sldChg>
      <pc:sldChg chg="delSp modSp add mod setBg">
        <pc:chgData name="Kyle Winter" userId="34daa314-b499-4a63-812e-be72b148aed2" providerId="ADAL" clId="{FF828309-A499-4076-998D-45743FC88B67}" dt="2024-04-01T17:40:58.293" v="1133"/>
        <pc:sldMkLst>
          <pc:docMk/>
          <pc:sldMk cId="880119703" sldId="364"/>
        </pc:sldMkLst>
        <pc:spChg chg="mod">
          <ac:chgData name="Kyle Winter" userId="34daa314-b499-4a63-812e-be72b148aed2" providerId="ADAL" clId="{FF828309-A499-4076-998D-45743FC88B67}" dt="2024-04-01T17:40:36.332" v="1132" actId="1038"/>
          <ac:spMkLst>
            <pc:docMk/>
            <pc:sldMk cId="880119703" sldId="364"/>
            <ac:spMk id="3" creationId="{1A209149-2B32-E4F1-077C-B4B4196C95D4}"/>
          </ac:spMkLst>
        </pc:spChg>
        <pc:spChg chg="del">
          <ac:chgData name="Kyle Winter" userId="34daa314-b499-4a63-812e-be72b148aed2" providerId="ADAL" clId="{FF828309-A499-4076-998D-45743FC88B67}" dt="2024-04-01T17:40:08.961" v="1000" actId="478"/>
          <ac:spMkLst>
            <pc:docMk/>
            <pc:sldMk cId="880119703" sldId="364"/>
            <ac:spMk id="5" creationId="{54948773-50CA-9AF5-F279-00AAB453DB01}"/>
          </ac:spMkLst>
        </pc:spChg>
        <pc:picChg chg="ord">
          <ac:chgData name="Kyle Winter" userId="34daa314-b499-4a63-812e-be72b148aed2" providerId="ADAL" clId="{FF828309-A499-4076-998D-45743FC88B67}" dt="2024-04-01T17:40:06.750" v="999" actId="167"/>
          <ac:picMkLst>
            <pc:docMk/>
            <pc:sldMk cId="880119703" sldId="364"/>
            <ac:picMk id="7" creationId="{564A30A4-57AD-1B7D-AC0E-5747D4999C5C}"/>
          </ac:picMkLst>
        </pc:picChg>
      </pc:sldChg>
      <pc:sldChg chg="modSp add mod setBg">
        <pc:chgData name="Kyle Winter" userId="34daa314-b499-4a63-812e-be72b148aed2" providerId="ADAL" clId="{FF828309-A499-4076-998D-45743FC88B67}" dt="2024-04-01T17:50:30.005" v="1387"/>
        <pc:sldMkLst>
          <pc:docMk/>
          <pc:sldMk cId="830652500" sldId="365"/>
        </pc:sldMkLst>
        <pc:spChg chg="mod">
          <ac:chgData name="Kyle Winter" userId="34daa314-b499-4a63-812e-be72b148aed2" providerId="ADAL" clId="{FF828309-A499-4076-998D-45743FC88B67}" dt="2024-04-01T17:44:27.448" v="1193" actId="20577"/>
          <ac:spMkLst>
            <pc:docMk/>
            <pc:sldMk cId="830652500" sldId="365"/>
            <ac:spMk id="3" creationId="{92F4D1B6-4038-4DA6-D5C1-802F782CB2B4}"/>
          </ac:spMkLst>
        </pc:spChg>
      </pc:sldChg>
      <pc:sldChg chg="addSp delSp modSp add mod">
        <pc:chgData name="Kyle Winter" userId="34daa314-b499-4a63-812e-be72b148aed2" providerId="ADAL" clId="{FF828309-A499-4076-998D-45743FC88B67}" dt="2024-04-17T23:29:27.460" v="1517" actId="1076"/>
        <pc:sldMkLst>
          <pc:docMk/>
          <pc:sldMk cId="3634538084" sldId="366"/>
        </pc:sldMkLst>
        <pc:spChg chg="mod">
          <ac:chgData name="Kyle Winter" userId="34daa314-b499-4a63-812e-be72b148aed2" providerId="ADAL" clId="{FF828309-A499-4076-998D-45743FC88B67}" dt="2024-04-01T18:29:41.764" v="1420"/>
          <ac:spMkLst>
            <pc:docMk/>
            <pc:sldMk cId="3634538084" sldId="366"/>
            <ac:spMk id="6" creationId="{3A745145-0F94-BFF7-15C4-CF353C60FA38}"/>
          </ac:spMkLst>
        </pc:spChg>
        <pc:picChg chg="add mod">
          <ac:chgData name="Kyle Winter" userId="34daa314-b499-4a63-812e-be72b148aed2" providerId="ADAL" clId="{FF828309-A499-4076-998D-45743FC88B67}" dt="2024-04-01T17:47:45.453" v="1316" actId="1076"/>
          <ac:picMkLst>
            <pc:docMk/>
            <pc:sldMk cId="3634538084" sldId="366"/>
            <ac:picMk id="3" creationId="{D7FC1333-E85F-049B-0410-4E4BEF7F9B28}"/>
          </ac:picMkLst>
        </pc:picChg>
        <pc:picChg chg="add mod">
          <ac:chgData name="Kyle Winter" userId="34daa314-b499-4a63-812e-be72b148aed2" providerId="ADAL" clId="{FF828309-A499-4076-998D-45743FC88B67}" dt="2024-04-17T23:29:27.460" v="1517" actId="1076"/>
          <ac:picMkLst>
            <pc:docMk/>
            <pc:sldMk cId="3634538084" sldId="366"/>
            <ac:picMk id="4" creationId="{39A97F9A-BDC3-B3CA-4AF5-67FD14468DE1}"/>
          </ac:picMkLst>
        </pc:picChg>
        <pc:picChg chg="del">
          <ac:chgData name="Kyle Winter" userId="34daa314-b499-4a63-812e-be72b148aed2" providerId="ADAL" clId="{FF828309-A499-4076-998D-45743FC88B67}" dt="2024-04-17T23:29:22.440" v="1514" actId="478"/>
          <ac:picMkLst>
            <pc:docMk/>
            <pc:sldMk cId="3634538084" sldId="366"/>
            <ac:picMk id="5" creationId="{C9C522E2-547A-F82E-5FC6-E42936402BFB}"/>
          </ac:picMkLst>
        </pc:picChg>
        <pc:picChg chg="del">
          <ac:chgData name="Kyle Winter" userId="34daa314-b499-4a63-812e-be72b148aed2" providerId="ADAL" clId="{FF828309-A499-4076-998D-45743FC88B67}" dt="2024-04-01T17:47:04.585" v="1256" actId="478"/>
          <ac:picMkLst>
            <pc:docMk/>
            <pc:sldMk cId="3634538084" sldId="366"/>
            <ac:picMk id="2050" creationId="{C7763D1F-1CEA-91D0-1720-4AAD9AC2E0C2}"/>
          </ac:picMkLst>
        </pc:picChg>
      </pc:sldChg>
    </pc:docChg>
  </pc:docChgLst>
  <pc:docChgLst>
    <pc:chgData name="Kyle Winter" userId="34daa314-b499-4a63-812e-be72b148aed2" providerId="ADAL" clId="{F40F9009-F69B-4AAB-8D57-1628AACF6075}"/>
    <pc:docChg chg="custSel addSld modSld">
      <pc:chgData name="Kyle Winter" userId="34daa314-b499-4a63-812e-be72b148aed2" providerId="ADAL" clId="{F40F9009-F69B-4AAB-8D57-1628AACF6075}" dt="2024-06-20T17:28:50.743" v="23" actId="20577"/>
      <pc:docMkLst>
        <pc:docMk/>
      </pc:docMkLst>
      <pc:sldChg chg="modSp">
        <pc:chgData name="Kyle Winter" userId="34daa314-b499-4a63-812e-be72b148aed2" providerId="ADAL" clId="{F40F9009-F69B-4AAB-8D57-1628AACF6075}" dt="2024-06-20T17:28:50.743" v="23" actId="20577"/>
        <pc:sldMkLst>
          <pc:docMk/>
          <pc:sldMk cId="3609167667" sldId="256"/>
        </pc:sldMkLst>
        <pc:spChg chg="mod">
          <ac:chgData name="Kyle Winter" userId="34daa314-b499-4a63-812e-be72b148aed2" providerId="ADAL" clId="{F40F9009-F69B-4AAB-8D57-1628AACF6075}" dt="2024-06-20T17:28:50.743" v="23" actId="20577"/>
          <ac:spMkLst>
            <pc:docMk/>
            <pc:sldMk cId="3609167667" sldId="256"/>
            <ac:spMk id="7" creationId="{06975A78-649C-0000-1500-DFA88FE20972}"/>
          </ac:spMkLst>
        </pc:spChg>
      </pc:sldChg>
      <pc:sldChg chg="modSp mod">
        <pc:chgData name="Kyle Winter" userId="34daa314-b499-4a63-812e-be72b148aed2" providerId="ADAL" clId="{F40F9009-F69B-4AAB-8D57-1628AACF6075}" dt="2024-06-18T19:08:59.228" v="21" actId="20577"/>
        <pc:sldMkLst>
          <pc:docMk/>
          <pc:sldMk cId="3198015683" sldId="369"/>
        </pc:sldMkLst>
        <pc:spChg chg="mod">
          <ac:chgData name="Kyle Winter" userId="34daa314-b499-4a63-812e-be72b148aed2" providerId="ADAL" clId="{F40F9009-F69B-4AAB-8D57-1628AACF6075}" dt="2024-06-18T19:08:59.228" v="21" actId="20577"/>
          <ac:spMkLst>
            <pc:docMk/>
            <pc:sldMk cId="3198015683" sldId="369"/>
            <ac:spMk id="367" creationId="{00000000-0000-0000-0000-000000000000}"/>
          </ac:spMkLst>
        </pc:spChg>
      </pc:sldChg>
      <pc:sldChg chg="addSp delSp modSp add mod delAnim">
        <pc:chgData name="Kyle Winter" userId="34daa314-b499-4a63-812e-be72b148aed2" providerId="ADAL" clId="{F40F9009-F69B-4AAB-8D57-1628AACF6075}" dt="2024-06-18T19:06:45.089" v="17" actId="20577"/>
        <pc:sldMkLst>
          <pc:docMk/>
          <pc:sldMk cId="3662862897" sldId="371"/>
        </pc:sldMkLst>
        <pc:spChg chg="mod">
          <ac:chgData name="Kyle Winter" userId="34daa314-b499-4a63-812e-be72b148aed2" providerId="ADAL" clId="{F40F9009-F69B-4AAB-8D57-1628AACF6075}" dt="2024-06-18T19:06:45.089" v="17" actId="20577"/>
          <ac:spMkLst>
            <pc:docMk/>
            <pc:sldMk cId="3662862897" sldId="371"/>
            <ac:spMk id="374" creationId="{00000000-0000-0000-0000-000000000000}"/>
          </ac:spMkLst>
        </pc:spChg>
        <pc:picChg chg="del">
          <ac:chgData name="Kyle Winter" userId="34daa314-b499-4a63-812e-be72b148aed2" providerId="ADAL" clId="{F40F9009-F69B-4AAB-8D57-1628AACF6075}" dt="2024-06-18T19:06:13.384" v="1" actId="478"/>
          <ac:picMkLst>
            <pc:docMk/>
            <pc:sldMk cId="3662862897" sldId="371"/>
            <ac:picMk id="2" creationId="{88CC3F8A-C141-5A92-CCAB-F53089E5B456}"/>
          </ac:picMkLst>
        </pc:picChg>
        <pc:picChg chg="add mod">
          <ac:chgData name="Kyle Winter" userId="34daa314-b499-4a63-812e-be72b148aed2" providerId="ADAL" clId="{F40F9009-F69B-4AAB-8D57-1628AACF6075}" dt="2024-06-18T19:06:39.855" v="5" actId="1076"/>
          <ac:picMkLst>
            <pc:docMk/>
            <pc:sldMk cId="3662862897" sldId="371"/>
            <ac:picMk id="4" creationId="{35B940B3-B9EB-2536-DE7F-8094000FABC1}"/>
          </ac:picMkLst>
        </pc:picChg>
      </pc:sldChg>
    </pc:docChg>
  </pc:docChgLst>
  <pc:docChgLst>
    <pc:chgData name="Kyle Winter" userId="34daa314-b499-4a63-812e-be72b148aed2" providerId="ADAL" clId="{3DC921C0-1B01-44F1-81F7-8C834224FC97}"/>
    <pc:docChg chg="undo custSel addSld delSld modSld">
      <pc:chgData name="Kyle Winter" userId="34daa314-b499-4a63-812e-be72b148aed2" providerId="ADAL" clId="{3DC921C0-1B01-44F1-81F7-8C834224FC97}" dt="2024-06-18T13:35:48.904" v="341" actId="6549"/>
      <pc:docMkLst>
        <pc:docMk/>
      </pc:docMkLst>
      <pc:sldChg chg="addSp delSp modSp mod addAnim">
        <pc:chgData name="Kyle Winter" userId="34daa314-b499-4a63-812e-be72b148aed2" providerId="ADAL" clId="{3DC921C0-1B01-44F1-81F7-8C834224FC97}" dt="2024-06-14T16:53:24.277" v="126"/>
        <pc:sldMkLst>
          <pc:docMk/>
          <pc:sldMk cId="3609167667" sldId="256"/>
        </pc:sldMkLst>
        <pc:spChg chg="add">
          <ac:chgData name="Kyle Winter" userId="34daa314-b499-4a63-812e-be72b148aed2" providerId="ADAL" clId="{3DC921C0-1B01-44F1-81F7-8C834224FC97}" dt="2024-06-14T16:53:06.414" v="123"/>
          <ac:spMkLst>
            <pc:docMk/>
            <pc:sldMk cId="3609167667" sldId="256"/>
            <ac:spMk id="2" creationId="{8FD1D3AE-98AF-5E14-D2DC-341AD73BAAA6}"/>
          </ac:spMkLst>
        </pc:spChg>
        <pc:spChg chg="mod ord">
          <ac:chgData name="Kyle Winter" userId="34daa314-b499-4a63-812e-be72b148aed2" providerId="ADAL" clId="{3DC921C0-1B01-44F1-81F7-8C834224FC97}" dt="2024-06-14T16:53:24.274" v="125" actId="26606"/>
          <ac:spMkLst>
            <pc:docMk/>
            <pc:sldMk cId="3609167667" sldId="256"/>
            <ac:spMk id="7" creationId="{06975A78-649C-0000-1500-DFA88FE20972}"/>
          </ac:spMkLst>
        </pc:spChg>
        <pc:spChg chg="del">
          <ac:chgData name="Kyle Winter" userId="34daa314-b499-4a63-812e-be72b148aed2" providerId="ADAL" clId="{3DC921C0-1B01-44F1-81F7-8C834224FC97}" dt="2024-06-14T16:53:24.274" v="125" actId="26606"/>
          <ac:spMkLst>
            <pc:docMk/>
            <pc:sldMk cId="3609167667" sldId="256"/>
            <ac:spMk id="6156" creationId="{9B7AD9F6-8CE7-4299-8FC6-328F4DCD3FF9}"/>
          </ac:spMkLst>
        </pc:spChg>
        <pc:spChg chg="del">
          <ac:chgData name="Kyle Winter" userId="34daa314-b499-4a63-812e-be72b148aed2" providerId="ADAL" clId="{3DC921C0-1B01-44F1-81F7-8C834224FC97}" dt="2024-06-14T16:53:24.274" v="125" actId="26606"/>
          <ac:spMkLst>
            <pc:docMk/>
            <pc:sldMk cId="3609167667" sldId="256"/>
            <ac:spMk id="6158" creationId="{F49775AF-8896-43EE-92C6-83497D6DC56F}"/>
          </ac:spMkLst>
        </pc:spChg>
        <pc:spChg chg="add">
          <ac:chgData name="Kyle Winter" userId="34daa314-b499-4a63-812e-be72b148aed2" providerId="ADAL" clId="{3DC921C0-1B01-44F1-81F7-8C834224FC97}" dt="2024-06-14T16:53:24.274" v="125" actId="26606"/>
          <ac:spMkLst>
            <pc:docMk/>
            <pc:sldMk cId="3609167667" sldId="256"/>
            <ac:spMk id="6163" creationId="{0671A8AE-40A1-4631-A6B8-581AFF065482}"/>
          </ac:spMkLst>
        </pc:spChg>
        <pc:spChg chg="add">
          <ac:chgData name="Kyle Winter" userId="34daa314-b499-4a63-812e-be72b148aed2" providerId="ADAL" clId="{3DC921C0-1B01-44F1-81F7-8C834224FC97}" dt="2024-06-14T16:53:24.274" v="125" actId="26606"/>
          <ac:spMkLst>
            <pc:docMk/>
            <pc:sldMk cId="3609167667" sldId="256"/>
            <ac:spMk id="6165" creationId="{AB58EF07-17C2-48CF-ABB0-EEF1F17CB8F0}"/>
          </ac:spMkLst>
        </pc:spChg>
        <pc:spChg chg="add">
          <ac:chgData name="Kyle Winter" userId="34daa314-b499-4a63-812e-be72b148aed2" providerId="ADAL" clId="{3DC921C0-1B01-44F1-81F7-8C834224FC97}" dt="2024-06-14T16:53:24.274" v="125" actId="26606"/>
          <ac:spMkLst>
            <pc:docMk/>
            <pc:sldMk cId="3609167667" sldId="256"/>
            <ac:spMk id="6167" creationId="{AF2F604E-43BE-4DC3-B983-E071523364F8}"/>
          </ac:spMkLst>
        </pc:spChg>
        <pc:spChg chg="add">
          <ac:chgData name="Kyle Winter" userId="34daa314-b499-4a63-812e-be72b148aed2" providerId="ADAL" clId="{3DC921C0-1B01-44F1-81F7-8C834224FC97}" dt="2024-06-14T16:53:24.274" v="125" actId="26606"/>
          <ac:spMkLst>
            <pc:docMk/>
            <pc:sldMk cId="3609167667" sldId="256"/>
            <ac:spMk id="6169" creationId="{08C9B587-E65E-4B52-B37C-ABEBB6E87928}"/>
          </ac:spMkLst>
        </pc:spChg>
        <pc:picChg chg="del">
          <ac:chgData name="Kyle Winter" userId="34daa314-b499-4a63-812e-be72b148aed2" providerId="ADAL" clId="{3DC921C0-1B01-44F1-81F7-8C834224FC97}" dt="2024-06-14T16:53:04.784" v="122" actId="478"/>
          <ac:picMkLst>
            <pc:docMk/>
            <pc:sldMk cId="3609167667" sldId="256"/>
            <ac:picMk id="1026" creationId="{7849BA31-2DCC-C10A-5440-A6276EE6E892}"/>
          </ac:picMkLst>
        </pc:picChg>
        <pc:picChg chg="add mod">
          <ac:chgData name="Kyle Winter" userId="34daa314-b499-4a63-812e-be72b148aed2" providerId="ADAL" clId="{3DC921C0-1B01-44F1-81F7-8C834224FC97}" dt="2024-06-14T16:53:24.274" v="125" actId="26606"/>
          <ac:picMkLst>
            <pc:docMk/>
            <pc:sldMk cId="3609167667" sldId="256"/>
            <ac:picMk id="1028" creationId="{441D6048-0A4B-EA05-638C-2C6A36F073E9}"/>
          </ac:picMkLst>
        </pc:picChg>
      </pc:sldChg>
      <pc:sldChg chg="addSp delSp modSp add del mod">
        <pc:chgData name="Kyle Winter" userId="34daa314-b499-4a63-812e-be72b148aed2" providerId="ADAL" clId="{3DC921C0-1B01-44F1-81F7-8C834224FC97}" dt="2024-06-14T16:53:52.134" v="132" actId="2696"/>
        <pc:sldMkLst>
          <pc:docMk/>
          <pc:sldMk cId="356156944" sldId="258"/>
        </pc:sldMkLst>
        <pc:spChg chg="mod">
          <ac:chgData name="Kyle Winter" userId="34daa314-b499-4a63-812e-be72b148aed2" providerId="ADAL" clId="{3DC921C0-1B01-44F1-81F7-8C834224FC97}" dt="2024-06-14T16:51:24.927" v="102" actId="20577"/>
          <ac:spMkLst>
            <pc:docMk/>
            <pc:sldMk cId="356156944" sldId="258"/>
            <ac:spMk id="6" creationId="{16FD5095-03A3-3CD6-4F38-C1F7B4FD6D59}"/>
          </ac:spMkLst>
        </pc:spChg>
        <pc:picChg chg="del">
          <ac:chgData name="Kyle Winter" userId="34daa314-b499-4a63-812e-be72b148aed2" providerId="ADAL" clId="{3DC921C0-1B01-44F1-81F7-8C834224FC97}" dt="2024-06-14T16:51:26.593" v="103" actId="478"/>
          <ac:picMkLst>
            <pc:docMk/>
            <pc:sldMk cId="356156944" sldId="258"/>
            <ac:picMk id="3" creationId="{90525FCD-E5CE-AB5C-8355-4069264A8A2F}"/>
          </ac:picMkLst>
        </pc:picChg>
        <pc:picChg chg="del">
          <ac:chgData name="Kyle Winter" userId="34daa314-b499-4a63-812e-be72b148aed2" providerId="ADAL" clId="{3DC921C0-1B01-44F1-81F7-8C834224FC97}" dt="2024-06-14T16:51:57.701" v="108" actId="478"/>
          <ac:picMkLst>
            <pc:docMk/>
            <pc:sldMk cId="356156944" sldId="258"/>
            <ac:picMk id="4" creationId="{18C03181-1510-9315-1695-87B455A2C404}"/>
          </ac:picMkLst>
        </pc:picChg>
        <pc:picChg chg="add mod">
          <ac:chgData name="Kyle Winter" userId="34daa314-b499-4a63-812e-be72b148aed2" providerId="ADAL" clId="{3DC921C0-1B01-44F1-81F7-8C834224FC97}" dt="2024-06-14T16:51:36.995" v="107" actId="14100"/>
          <ac:picMkLst>
            <pc:docMk/>
            <pc:sldMk cId="356156944" sldId="258"/>
            <ac:picMk id="7" creationId="{F3AAC5AA-A1A9-79CA-323E-1A205B936432}"/>
          </ac:picMkLst>
        </pc:picChg>
        <pc:picChg chg="add mod">
          <ac:chgData name="Kyle Winter" userId="34daa314-b499-4a63-812e-be72b148aed2" providerId="ADAL" clId="{3DC921C0-1B01-44F1-81F7-8C834224FC97}" dt="2024-06-14T16:53:39.729" v="129" actId="1076"/>
          <ac:picMkLst>
            <pc:docMk/>
            <pc:sldMk cId="356156944" sldId="258"/>
            <ac:picMk id="2050" creationId="{5041D624-A839-74A4-3537-0EBCDD6AD9BB}"/>
          </ac:picMkLst>
        </pc:picChg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1072975402" sldId="262"/>
        </pc:sldMkLst>
      </pc:sldChg>
      <pc:sldChg chg="modSp mod">
        <pc:chgData name="Kyle Winter" userId="34daa314-b499-4a63-812e-be72b148aed2" providerId="ADAL" clId="{3DC921C0-1B01-44F1-81F7-8C834224FC97}" dt="2024-06-18T13:35:48.904" v="341" actId="6549"/>
        <pc:sldMkLst>
          <pc:docMk/>
          <pc:sldMk cId="2596561" sldId="263"/>
        </pc:sldMkLst>
        <pc:spChg chg="mod">
          <ac:chgData name="Kyle Winter" userId="34daa314-b499-4a63-812e-be72b148aed2" providerId="ADAL" clId="{3DC921C0-1B01-44F1-81F7-8C834224FC97}" dt="2024-06-18T13:35:48.904" v="341" actId="6549"/>
          <ac:spMkLst>
            <pc:docMk/>
            <pc:sldMk cId="2596561" sldId="263"/>
            <ac:spMk id="3" creationId="{615D49D5-0868-51D2-04FF-76CF99B759D4}"/>
          </ac:spMkLst>
        </pc:spChg>
      </pc:sldChg>
      <pc:sldChg chg="delSp del">
        <pc:chgData name="Kyle Winter" userId="34daa314-b499-4a63-812e-be72b148aed2" providerId="ADAL" clId="{3DC921C0-1B01-44F1-81F7-8C834224FC97}" dt="2024-06-14T16:52:13.232" v="117" actId="47"/>
        <pc:sldMkLst>
          <pc:docMk/>
          <pc:sldMk cId="3743219360" sldId="264"/>
        </pc:sldMkLst>
        <pc:picChg chg="del">
          <ac:chgData name="Kyle Winter" userId="34daa314-b499-4a63-812e-be72b148aed2" providerId="ADAL" clId="{3DC921C0-1B01-44F1-81F7-8C834224FC97}" dt="2024-06-14T16:52:03.411" v="113" actId="478"/>
          <ac:picMkLst>
            <pc:docMk/>
            <pc:sldMk cId="3743219360" sldId="264"/>
            <ac:picMk id="1026" creationId="{15A5E3B3-E822-6D50-D902-30C0B5E9AA58}"/>
          </ac:picMkLst>
        </pc:picChg>
        <pc:picChg chg="del">
          <ac:chgData name="Kyle Winter" userId="34daa314-b499-4a63-812e-be72b148aed2" providerId="ADAL" clId="{3DC921C0-1B01-44F1-81F7-8C834224FC97}" dt="2024-06-14T16:52:03.061" v="112" actId="478"/>
          <ac:picMkLst>
            <pc:docMk/>
            <pc:sldMk cId="3743219360" sldId="264"/>
            <ac:picMk id="1027" creationId="{1A998CA6-1C37-5C8F-7008-2EE6DD50C786}"/>
          </ac:picMkLst>
        </pc:picChg>
        <pc:picChg chg="del">
          <ac:chgData name="Kyle Winter" userId="34daa314-b499-4a63-812e-be72b148aed2" providerId="ADAL" clId="{3DC921C0-1B01-44F1-81F7-8C834224FC97}" dt="2024-06-14T16:52:04.332" v="115" actId="478"/>
          <ac:picMkLst>
            <pc:docMk/>
            <pc:sldMk cId="3743219360" sldId="264"/>
            <ac:picMk id="1028" creationId="{FD2EF255-E0EE-4BAB-30D3-5E510B39AF72}"/>
          </ac:picMkLst>
        </pc:picChg>
        <pc:picChg chg="del">
          <ac:chgData name="Kyle Winter" userId="34daa314-b499-4a63-812e-be72b148aed2" providerId="ADAL" clId="{3DC921C0-1B01-44F1-81F7-8C834224FC97}" dt="2024-06-14T16:52:02.649" v="111" actId="478"/>
          <ac:picMkLst>
            <pc:docMk/>
            <pc:sldMk cId="3743219360" sldId="264"/>
            <ac:picMk id="1029" creationId="{CCB36BDD-9287-D78E-9746-932DDAE3E689}"/>
          </ac:picMkLst>
        </pc:picChg>
        <pc:picChg chg="del">
          <ac:chgData name="Kyle Winter" userId="34daa314-b499-4a63-812e-be72b148aed2" providerId="ADAL" clId="{3DC921C0-1B01-44F1-81F7-8C834224FC97}" dt="2024-06-14T16:52:03.900" v="114" actId="478"/>
          <ac:picMkLst>
            <pc:docMk/>
            <pc:sldMk cId="3743219360" sldId="264"/>
            <ac:picMk id="1030" creationId="{CAE650CA-C67E-9C35-FF20-FA2EC5D4D397}"/>
          </ac:picMkLst>
        </pc:picChg>
        <pc:picChg chg="del">
          <ac:chgData name="Kyle Winter" userId="34daa314-b499-4a63-812e-be72b148aed2" providerId="ADAL" clId="{3DC921C0-1B01-44F1-81F7-8C834224FC97}" dt="2024-06-14T16:52:04.733" v="116" actId="478"/>
          <ac:picMkLst>
            <pc:docMk/>
            <pc:sldMk cId="3743219360" sldId="264"/>
            <ac:picMk id="1031" creationId="{056C928B-1656-9C5D-EAD7-862F04233A49}"/>
          </ac:picMkLst>
        </pc:picChg>
      </pc:sldChg>
      <pc:sldChg chg="del">
        <pc:chgData name="Kyle Winter" userId="34daa314-b499-4a63-812e-be72b148aed2" providerId="ADAL" clId="{3DC921C0-1B01-44F1-81F7-8C834224FC97}" dt="2024-06-14T16:52:13.232" v="117" actId="47"/>
        <pc:sldMkLst>
          <pc:docMk/>
          <pc:sldMk cId="861987282" sldId="265"/>
        </pc:sldMkLst>
      </pc:sldChg>
      <pc:sldChg chg="delSp del">
        <pc:chgData name="Kyle Winter" userId="34daa314-b499-4a63-812e-be72b148aed2" providerId="ADAL" clId="{3DC921C0-1B01-44F1-81F7-8C834224FC97}" dt="2024-06-14T16:52:13.232" v="117" actId="47"/>
        <pc:sldMkLst>
          <pc:docMk/>
          <pc:sldMk cId="2977991270" sldId="266"/>
        </pc:sldMkLst>
        <pc:picChg chg="del">
          <ac:chgData name="Kyle Winter" userId="34daa314-b499-4a63-812e-be72b148aed2" providerId="ADAL" clId="{3DC921C0-1B01-44F1-81F7-8C834224FC97}" dt="2024-06-14T16:51:59.650" v="109" actId="478"/>
          <ac:picMkLst>
            <pc:docMk/>
            <pc:sldMk cId="2977991270" sldId="266"/>
            <ac:picMk id="3074" creationId="{672747FD-627B-8FCD-F4F6-5939E4727551}"/>
          </ac:picMkLst>
        </pc:picChg>
        <pc:picChg chg="del">
          <ac:chgData name="Kyle Winter" userId="34daa314-b499-4a63-812e-be72b148aed2" providerId="ADAL" clId="{3DC921C0-1B01-44F1-81F7-8C834224FC97}" dt="2024-06-14T16:52:00.210" v="110" actId="478"/>
          <ac:picMkLst>
            <pc:docMk/>
            <pc:sldMk cId="2977991270" sldId="266"/>
            <ac:picMk id="3076" creationId="{F6865230-4BD6-8061-19BA-0B371E1BDBA6}"/>
          </ac:picMkLst>
        </pc:picChg>
      </pc:sldChg>
      <pc:sldChg chg="addSp delSp modSp mod">
        <pc:chgData name="Kyle Winter" userId="34daa314-b499-4a63-812e-be72b148aed2" providerId="ADAL" clId="{3DC921C0-1B01-44F1-81F7-8C834224FC97}" dt="2024-06-14T16:52:25.770" v="121" actId="1076"/>
        <pc:sldMkLst>
          <pc:docMk/>
          <pc:sldMk cId="2234594365" sldId="267"/>
        </pc:sldMkLst>
        <pc:picChg chg="add mod">
          <ac:chgData name="Kyle Winter" userId="34daa314-b499-4a63-812e-be72b148aed2" providerId="ADAL" clId="{3DC921C0-1B01-44F1-81F7-8C834224FC97}" dt="2024-06-14T16:52:25.770" v="121" actId="1076"/>
          <ac:picMkLst>
            <pc:docMk/>
            <pc:sldMk cId="2234594365" sldId="267"/>
            <ac:picMk id="4" creationId="{8EA8C3AE-5C9E-BE9F-1BCB-A72E8ABD8F4C}"/>
          </ac:picMkLst>
        </pc:picChg>
        <pc:picChg chg="del">
          <ac:chgData name="Kyle Winter" userId="34daa314-b499-4a63-812e-be72b148aed2" providerId="ADAL" clId="{3DC921C0-1B01-44F1-81F7-8C834224FC97}" dt="2024-06-14T16:52:20.689" v="118" actId="478"/>
          <ac:picMkLst>
            <pc:docMk/>
            <pc:sldMk cId="2234594365" sldId="267"/>
            <ac:picMk id="6" creationId="{0A543D14-A086-2BB5-7078-A19393F9630C}"/>
          </ac:picMkLst>
        </pc:picChg>
      </pc:sldChg>
      <pc:sldChg chg="del">
        <pc:chgData name="Kyle Winter" userId="34daa314-b499-4a63-812e-be72b148aed2" providerId="ADAL" clId="{3DC921C0-1B01-44F1-81F7-8C834224FC97}" dt="2024-06-14T16:56:59.368" v="197" actId="47"/>
        <pc:sldMkLst>
          <pc:docMk/>
          <pc:sldMk cId="2734179381" sldId="268"/>
        </pc:sldMkLst>
      </pc:sldChg>
      <pc:sldChg chg="addSp delSp modSp mod">
        <pc:chgData name="Kyle Winter" userId="34daa314-b499-4a63-812e-be72b148aed2" providerId="ADAL" clId="{3DC921C0-1B01-44F1-81F7-8C834224FC97}" dt="2024-06-14T16:57:50.321" v="224" actId="1076"/>
        <pc:sldMkLst>
          <pc:docMk/>
          <pc:sldMk cId="616238880" sldId="269"/>
        </pc:sldMkLst>
        <pc:spChg chg="mod">
          <ac:chgData name="Kyle Winter" userId="34daa314-b499-4a63-812e-be72b148aed2" providerId="ADAL" clId="{3DC921C0-1B01-44F1-81F7-8C834224FC97}" dt="2024-06-14T16:57:16.126" v="218" actId="20577"/>
          <ac:spMkLst>
            <pc:docMk/>
            <pc:sldMk cId="616238880" sldId="269"/>
            <ac:spMk id="4" creationId="{9FF40DF8-5F01-44C5-173F-207460293862}"/>
          </ac:spMkLst>
        </pc:spChg>
        <pc:picChg chg="add mod">
          <ac:chgData name="Kyle Winter" userId="34daa314-b499-4a63-812e-be72b148aed2" providerId="ADAL" clId="{3DC921C0-1B01-44F1-81F7-8C834224FC97}" dt="2024-06-14T16:57:50.321" v="224" actId="1076"/>
          <ac:picMkLst>
            <pc:docMk/>
            <pc:sldMk cId="616238880" sldId="269"/>
            <ac:picMk id="2" creationId="{849886C7-1045-AF94-353D-BECA57486922}"/>
          </ac:picMkLst>
        </pc:picChg>
        <pc:picChg chg="del">
          <ac:chgData name="Kyle Winter" userId="34daa314-b499-4a63-812e-be72b148aed2" providerId="ADAL" clId="{3DC921C0-1B01-44F1-81F7-8C834224FC97}" dt="2024-06-14T16:57:23.235" v="219" actId="478"/>
          <ac:picMkLst>
            <pc:docMk/>
            <pc:sldMk cId="616238880" sldId="269"/>
            <ac:picMk id="4098" creationId="{A51DC16E-3A6A-B166-35CD-CCD781DDF5D8}"/>
          </ac:picMkLst>
        </pc:picChg>
      </pc:sldChg>
      <pc:sldChg chg="del">
        <pc:chgData name="Kyle Winter" userId="34daa314-b499-4a63-812e-be72b148aed2" providerId="ADAL" clId="{3DC921C0-1B01-44F1-81F7-8C834224FC97}" dt="2024-06-14T16:57:55.796" v="225" actId="47"/>
        <pc:sldMkLst>
          <pc:docMk/>
          <pc:sldMk cId="3394178021" sldId="270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2707469551" sldId="271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3108277528" sldId="272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2344292517" sldId="273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2844518812" sldId="274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1676606732" sldId="275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2587924477" sldId="276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1043684773" sldId="277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1220322385" sldId="278"/>
        </pc:sldMkLst>
      </pc:sldChg>
      <pc:sldChg chg="del">
        <pc:chgData name="Kyle Winter" userId="34daa314-b499-4a63-812e-be72b148aed2" providerId="ADAL" clId="{3DC921C0-1B01-44F1-81F7-8C834224FC97}" dt="2024-06-14T16:59:51.142" v="257" actId="47"/>
        <pc:sldMkLst>
          <pc:docMk/>
          <pc:sldMk cId="1402370731" sldId="279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282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283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284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285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286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287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288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289"/>
        </pc:sldMkLst>
      </pc:sldChg>
      <pc:sldChg chg="add setBg modNotes">
        <pc:chgData name="Kyle Winter" userId="34daa314-b499-4a63-812e-be72b148aed2" providerId="ADAL" clId="{3DC921C0-1B01-44F1-81F7-8C834224FC97}" dt="2024-06-14T17:00:50.237" v="259"/>
        <pc:sldMkLst>
          <pc:docMk/>
          <pc:sldMk cId="0" sldId="290"/>
        </pc:sldMkLst>
      </pc:sldChg>
      <pc:sldChg chg="add setBg modNotes">
        <pc:chgData name="Kyle Winter" userId="34daa314-b499-4a63-812e-be72b148aed2" providerId="ADAL" clId="{3DC921C0-1B01-44F1-81F7-8C834224FC97}" dt="2024-06-14T17:00:50.237" v="259"/>
        <pc:sldMkLst>
          <pc:docMk/>
          <pc:sldMk cId="0" sldId="291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810604963" sldId="345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387664466" sldId="346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47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48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49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0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1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2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3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4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5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6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7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8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59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60"/>
        </pc:sldMkLst>
      </pc:sldChg>
      <pc:sldChg chg="del">
        <pc:chgData name="Kyle Winter" userId="34daa314-b499-4a63-812e-be72b148aed2" providerId="ADAL" clId="{3DC921C0-1B01-44F1-81F7-8C834224FC97}" dt="2024-06-14T17:01:07.859" v="260" actId="47"/>
        <pc:sldMkLst>
          <pc:docMk/>
          <pc:sldMk cId="0" sldId="361"/>
        </pc:sldMkLst>
      </pc:sldChg>
      <pc:sldChg chg="addSp delSp modSp mod">
        <pc:chgData name="Kyle Winter" userId="34daa314-b499-4a63-812e-be72b148aed2" providerId="ADAL" clId="{3DC921C0-1B01-44F1-81F7-8C834224FC97}" dt="2024-06-14T16:50:30.267" v="24" actId="1076"/>
        <pc:sldMkLst>
          <pc:docMk/>
          <pc:sldMk cId="1518029970" sldId="362"/>
        </pc:sldMkLst>
        <pc:picChg chg="add mod">
          <ac:chgData name="Kyle Winter" userId="34daa314-b499-4a63-812e-be72b148aed2" providerId="ADAL" clId="{3DC921C0-1B01-44F1-81F7-8C834224FC97}" dt="2024-06-14T16:50:30.267" v="24" actId="1076"/>
          <ac:picMkLst>
            <pc:docMk/>
            <pc:sldMk cId="1518029970" sldId="362"/>
            <ac:picMk id="5" creationId="{A9260622-FD9D-B9AD-C56C-6DB84142490E}"/>
          </ac:picMkLst>
        </pc:picChg>
        <pc:picChg chg="del">
          <ac:chgData name="Kyle Winter" userId="34daa314-b499-4a63-812e-be72b148aed2" providerId="ADAL" clId="{3DC921C0-1B01-44F1-81F7-8C834224FC97}" dt="2024-06-14T16:50:24.844" v="20" actId="478"/>
          <ac:picMkLst>
            <pc:docMk/>
            <pc:sldMk cId="1518029970" sldId="362"/>
            <ac:picMk id="6" creationId="{2A079896-DE22-DB0C-227C-49E686503B3E}"/>
          </ac:picMkLst>
        </pc:picChg>
      </pc:sldChg>
      <pc:sldChg chg="addSp delSp modSp del mod">
        <pc:chgData name="Kyle Winter" userId="34daa314-b499-4a63-812e-be72b148aed2" providerId="ADAL" clId="{3DC921C0-1B01-44F1-81F7-8C834224FC97}" dt="2024-06-14T17:02:11.832" v="299" actId="47"/>
        <pc:sldMkLst>
          <pc:docMk/>
          <pc:sldMk cId="18762662" sldId="363"/>
        </pc:sldMkLst>
        <pc:picChg chg="add mod">
          <ac:chgData name="Kyle Winter" userId="34daa314-b499-4a63-812e-be72b148aed2" providerId="ADAL" clId="{3DC921C0-1B01-44F1-81F7-8C834224FC97}" dt="2024-06-14T17:01:29.944" v="266" actId="1076"/>
          <ac:picMkLst>
            <pc:docMk/>
            <pc:sldMk cId="18762662" sldId="363"/>
            <ac:picMk id="2" creationId="{4DBEE579-C927-6824-12F2-613A49B138AE}"/>
          </ac:picMkLst>
        </pc:picChg>
        <pc:picChg chg="del">
          <ac:chgData name="Kyle Winter" userId="34daa314-b499-4a63-812e-be72b148aed2" providerId="ADAL" clId="{3DC921C0-1B01-44F1-81F7-8C834224FC97}" dt="2024-06-14T17:01:23.418" v="261" actId="478"/>
          <ac:picMkLst>
            <pc:docMk/>
            <pc:sldMk cId="18762662" sldId="363"/>
            <ac:picMk id="7" creationId="{34716E9A-80D2-C676-3D32-E814BCBC15E4}"/>
          </ac:picMkLst>
        </pc:picChg>
      </pc:sldChg>
      <pc:sldChg chg="del">
        <pc:chgData name="Kyle Winter" userId="34daa314-b499-4a63-812e-be72b148aed2" providerId="ADAL" clId="{3DC921C0-1B01-44F1-81F7-8C834224FC97}" dt="2024-06-14T17:01:34.697" v="267" actId="47"/>
        <pc:sldMkLst>
          <pc:docMk/>
          <pc:sldMk cId="880119703" sldId="364"/>
        </pc:sldMkLst>
      </pc:sldChg>
      <pc:sldChg chg="modSp mod">
        <pc:chgData name="Kyle Winter" userId="34daa314-b499-4a63-812e-be72b148aed2" providerId="ADAL" clId="{3DC921C0-1B01-44F1-81F7-8C834224FC97}" dt="2024-06-14T17:02:20.548" v="308" actId="20577"/>
        <pc:sldMkLst>
          <pc:docMk/>
          <pc:sldMk cId="830652500" sldId="365"/>
        </pc:sldMkLst>
        <pc:spChg chg="mod">
          <ac:chgData name="Kyle Winter" userId="34daa314-b499-4a63-812e-be72b148aed2" providerId="ADAL" clId="{3DC921C0-1B01-44F1-81F7-8C834224FC97}" dt="2024-06-14T17:02:20.548" v="308" actId="20577"/>
          <ac:spMkLst>
            <pc:docMk/>
            <pc:sldMk cId="830652500" sldId="365"/>
            <ac:spMk id="3" creationId="{92F4D1B6-4038-4DA6-D5C1-802F782CB2B4}"/>
          </ac:spMkLst>
        </pc:spChg>
      </pc:sldChg>
      <pc:sldChg chg="delSp del mod">
        <pc:chgData name="Kyle Winter" userId="34daa314-b499-4a63-812e-be72b148aed2" providerId="ADAL" clId="{3DC921C0-1B01-44F1-81F7-8C834224FC97}" dt="2024-06-14T16:54:04.609" v="134" actId="47"/>
        <pc:sldMkLst>
          <pc:docMk/>
          <pc:sldMk cId="3634538084" sldId="366"/>
        </pc:sldMkLst>
        <pc:picChg chg="del">
          <ac:chgData name="Kyle Winter" userId="34daa314-b499-4a63-812e-be72b148aed2" providerId="ADAL" clId="{3DC921C0-1B01-44F1-81F7-8C834224FC97}" dt="2024-06-14T16:53:42.709" v="130" actId="478"/>
          <ac:picMkLst>
            <pc:docMk/>
            <pc:sldMk cId="3634538084" sldId="366"/>
            <ac:picMk id="3" creationId="{D7FC1333-E85F-049B-0410-4E4BEF7F9B28}"/>
          </ac:picMkLst>
        </pc:picChg>
      </pc:sldChg>
      <pc:sldChg chg="addSp delSp modSp add">
        <pc:chgData name="Kyle Winter" userId="34daa314-b499-4a63-812e-be72b148aed2" providerId="ADAL" clId="{3DC921C0-1B01-44F1-81F7-8C834224FC97}" dt="2024-06-14T16:54:36.408" v="141" actId="1076"/>
        <pc:sldMkLst>
          <pc:docMk/>
          <pc:sldMk cId="94685472" sldId="367"/>
        </pc:sldMkLst>
        <pc:picChg chg="del">
          <ac:chgData name="Kyle Winter" userId="34daa314-b499-4a63-812e-be72b148aed2" providerId="ADAL" clId="{3DC921C0-1B01-44F1-81F7-8C834224FC97}" dt="2024-06-14T16:54:27.499" v="135" actId="478"/>
          <ac:picMkLst>
            <pc:docMk/>
            <pc:sldMk cId="94685472" sldId="367"/>
            <ac:picMk id="2050" creationId="{5041D624-A839-74A4-3537-0EBCDD6AD9BB}"/>
          </ac:picMkLst>
        </pc:picChg>
        <pc:picChg chg="add mod">
          <ac:chgData name="Kyle Winter" userId="34daa314-b499-4a63-812e-be72b148aed2" providerId="ADAL" clId="{3DC921C0-1B01-44F1-81F7-8C834224FC97}" dt="2024-06-14T16:54:36.408" v="141" actId="1076"/>
          <ac:picMkLst>
            <pc:docMk/>
            <pc:sldMk cId="94685472" sldId="367"/>
            <ac:picMk id="3074" creationId="{7445C693-20CB-4CEE-E18D-336BA3220F6B}"/>
          </ac:picMkLst>
        </pc:picChg>
      </pc:sldChg>
      <pc:sldChg chg="addSp delSp modSp add mod setBg">
        <pc:chgData name="Kyle Winter" userId="34daa314-b499-4a63-812e-be72b148aed2" providerId="ADAL" clId="{3DC921C0-1B01-44F1-81F7-8C834224FC97}" dt="2024-06-14T16:56:17.277" v="196"/>
        <pc:sldMkLst>
          <pc:docMk/>
          <pc:sldMk cId="1746306086" sldId="368"/>
        </pc:sldMkLst>
        <pc:spChg chg="mod">
          <ac:chgData name="Kyle Winter" userId="34daa314-b499-4a63-812e-be72b148aed2" providerId="ADAL" clId="{3DC921C0-1B01-44F1-81F7-8C834224FC97}" dt="2024-06-14T16:55:46.033" v="186" actId="26606"/>
          <ac:spMkLst>
            <pc:docMk/>
            <pc:sldMk cId="1746306086" sldId="368"/>
            <ac:spMk id="2" creationId="{C01B880D-51F0-9F8C-2C0A-11093ABC926D}"/>
          </ac:spMkLst>
        </pc:spChg>
        <pc:spChg chg="mod">
          <ac:chgData name="Kyle Winter" userId="34daa314-b499-4a63-812e-be72b148aed2" providerId="ADAL" clId="{3DC921C0-1B01-44F1-81F7-8C834224FC97}" dt="2024-06-14T16:55:46.033" v="186" actId="26606"/>
          <ac:spMkLst>
            <pc:docMk/>
            <pc:sldMk cId="1746306086" sldId="368"/>
            <ac:spMk id="3" creationId="{0E187165-A175-C432-C12C-654D6F26C140}"/>
          </ac:spMkLst>
        </pc:spChg>
        <pc:spChg chg="add del">
          <ac:chgData name="Kyle Winter" userId="34daa314-b499-4a63-812e-be72b148aed2" providerId="ADAL" clId="{3DC921C0-1B01-44F1-81F7-8C834224FC97}" dt="2024-06-14T16:55:46.033" v="186" actId="26606"/>
          <ac:spMkLst>
            <pc:docMk/>
            <pc:sldMk cId="1746306086" sldId="368"/>
            <ac:spMk id="10" creationId="{89277DEE-AB3F-12D3-0FBE-2B92A33EB329}"/>
          </ac:spMkLst>
        </pc:spChg>
        <pc:spChg chg="add del">
          <ac:chgData name="Kyle Winter" userId="34daa314-b499-4a63-812e-be72b148aed2" providerId="ADAL" clId="{3DC921C0-1B01-44F1-81F7-8C834224FC97}" dt="2024-06-14T16:55:46.033" v="186" actId="26606"/>
          <ac:spMkLst>
            <pc:docMk/>
            <pc:sldMk cId="1746306086" sldId="368"/>
            <ac:spMk id="12" creationId="{4197CFD9-28DB-D2ED-0CC8-44A8CEE7A0D1}"/>
          </ac:spMkLst>
        </pc:spChg>
        <pc:spChg chg="add del">
          <ac:chgData name="Kyle Winter" userId="34daa314-b499-4a63-812e-be72b148aed2" providerId="ADAL" clId="{3DC921C0-1B01-44F1-81F7-8C834224FC97}" dt="2024-06-14T16:55:46.020" v="185" actId="26606"/>
          <ac:spMkLst>
            <pc:docMk/>
            <pc:sldMk cId="1746306086" sldId="368"/>
            <ac:spMk id="17" creationId="{F8446B12-7391-4711-8B31-112A0B896C76}"/>
          </ac:spMkLst>
        </pc:spChg>
        <pc:spChg chg="add">
          <ac:chgData name="Kyle Winter" userId="34daa314-b499-4a63-812e-be72b148aed2" providerId="ADAL" clId="{3DC921C0-1B01-44F1-81F7-8C834224FC97}" dt="2024-06-14T16:55:46.033" v="186" actId="26606"/>
          <ac:spMkLst>
            <pc:docMk/>
            <pc:sldMk cId="1746306086" sldId="368"/>
            <ac:spMk id="23" creationId="{D5FD337D-4D6B-4C8B-B6F5-121097E09881}"/>
          </ac:spMkLst>
        </pc:spChg>
        <pc:spChg chg="add">
          <ac:chgData name="Kyle Winter" userId="34daa314-b499-4a63-812e-be72b148aed2" providerId="ADAL" clId="{3DC921C0-1B01-44F1-81F7-8C834224FC97}" dt="2024-06-14T16:55:46.033" v="186" actId="26606"/>
          <ac:spMkLst>
            <pc:docMk/>
            <pc:sldMk cId="1746306086" sldId="368"/>
            <ac:spMk id="24" creationId="{88263A24-0C1F-4677-B43C-4AE14E276B27}"/>
          </ac:spMkLst>
        </pc:spChg>
        <pc:spChg chg="add">
          <ac:chgData name="Kyle Winter" userId="34daa314-b499-4a63-812e-be72b148aed2" providerId="ADAL" clId="{3DC921C0-1B01-44F1-81F7-8C834224FC97}" dt="2024-06-14T16:55:46.033" v="186" actId="26606"/>
          <ac:spMkLst>
            <pc:docMk/>
            <pc:sldMk cId="1746306086" sldId="368"/>
            <ac:spMk id="25" creationId="{0ADDB668-2CA4-4D2B-9C34-3487CA330BA8}"/>
          </ac:spMkLst>
        </pc:spChg>
        <pc:spChg chg="add">
          <ac:chgData name="Kyle Winter" userId="34daa314-b499-4a63-812e-be72b148aed2" providerId="ADAL" clId="{3DC921C0-1B01-44F1-81F7-8C834224FC97}" dt="2024-06-14T16:55:46.033" v="186" actId="26606"/>
          <ac:spMkLst>
            <pc:docMk/>
            <pc:sldMk cId="1746306086" sldId="368"/>
            <ac:spMk id="26" creationId="{2568BC19-F052-4108-93E1-6A3D1DEC072F}"/>
          </ac:spMkLst>
        </pc:spChg>
        <pc:grpChg chg="add del">
          <ac:chgData name="Kyle Winter" userId="34daa314-b499-4a63-812e-be72b148aed2" providerId="ADAL" clId="{3DC921C0-1B01-44F1-81F7-8C834224FC97}" dt="2024-06-14T16:55:46.020" v="185" actId="26606"/>
          <ac:grpSpMkLst>
            <pc:docMk/>
            <pc:sldMk cId="1746306086" sldId="368"/>
            <ac:grpSpMk id="19" creationId="{AC0B7807-0C83-4963-821A-69B172722E49}"/>
          </ac:grpSpMkLst>
        </pc:grpChg>
        <pc:picChg chg="mod ord">
          <ac:chgData name="Kyle Winter" userId="34daa314-b499-4a63-812e-be72b148aed2" providerId="ADAL" clId="{3DC921C0-1B01-44F1-81F7-8C834224FC97}" dt="2024-06-14T16:56:00.161" v="195" actId="1076"/>
          <ac:picMkLst>
            <pc:docMk/>
            <pc:sldMk cId="1746306086" sldId="368"/>
            <ac:picMk id="4" creationId="{8EA8C3AE-5C9E-BE9F-1BCB-A72E8ABD8F4C}"/>
          </ac:picMkLst>
        </pc:picChg>
        <pc:picChg chg="add mod">
          <ac:chgData name="Kyle Winter" userId="34daa314-b499-4a63-812e-be72b148aed2" providerId="ADAL" clId="{3DC921C0-1B01-44F1-81F7-8C834224FC97}" dt="2024-06-14T16:55:57.448" v="193" actId="1076"/>
          <ac:picMkLst>
            <pc:docMk/>
            <pc:sldMk cId="1746306086" sldId="368"/>
            <ac:picMk id="5" creationId="{4117D84B-C31D-7F27-1EC6-9E2000D3BF54}"/>
          </ac:picMkLst>
        </pc:picChg>
      </pc:sldChg>
      <pc:sldChg chg="add setBg modNotes">
        <pc:chgData name="Kyle Winter" userId="34daa314-b499-4a63-812e-be72b148aed2" providerId="ADAL" clId="{3DC921C0-1B01-44F1-81F7-8C834224FC97}" dt="2024-06-14T17:00:50.237" v="259"/>
        <pc:sldMkLst>
          <pc:docMk/>
          <pc:sldMk cId="3198015683" sldId="369"/>
        </pc:sldMkLst>
      </pc:sldChg>
      <pc:sldChg chg="delSp modSp add mod">
        <pc:chgData name="Kyle Winter" userId="34daa314-b499-4a63-812e-be72b148aed2" providerId="ADAL" clId="{3DC921C0-1B01-44F1-81F7-8C834224FC97}" dt="2024-06-14T17:02:09.129" v="298" actId="1076"/>
        <pc:sldMkLst>
          <pc:docMk/>
          <pc:sldMk cId="2703699042" sldId="370"/>
        </pc:sldMkLst>
        <pc:spChg chg="del">
          <ac:chgData name="Kyle Winter" userId="34daa314-b499-4a63-812e-be72b148aed2" providerId="ADAL" clId="{3DC921C0-1B01-44F1-81F7-8C834224FC97}" dt="2024-06-14T17:01:47.924" v="270" actId="478"/>
          <ac:spMkLst>
            <pc:docMk/>
            <pc:sldMk cId="2703699042" sldId="370"/>
            <ac:spMk id="3" creationId="{9E843394-B123-975F-1EEB-544668D0B432}"/>
          </ac:spMkLst>
        </pc:spChg>
        <pc:spChg chg="mod">
          <ac:chgData name="Kyle Winter" userId="34daa314-b499-4a63-812e-be72b148aed2" providerId="ADAL" clId="{3DC921C0-1B01-44F1-81F7-8C834224FC97}" dt="2024-06-14T17:02:09.129" v="298" actId="1076"/>
          <ac:spMkLst>
            <pc:docMk/>
            <pc:sldMk cId="2703699042" sldId="370"/>
            <ac:spMk id="5" creationId="{F1013442-1739-9BE1-75FD-F69EC3C6A913}"/>
          </ac:spMkLst>
        </pc:spChg>
        <pc:picChg chg="ord">
          <ac:chgData name="Kyle Winter" userId="34daa314-b499-4a63-812e-be72b148aed2" providerId="ADAL" clId="{3DC921C0-1B01-44F1-81F7-8C834224FC97}" dt="2024-06-14T17:01:45.043" v="269" actId="167"/>
          <ac:picMkLst>
            <pc:docMk/>
            <pc:sldMk cId="2703699042" sldId="370"/>
            <ac:picMk id="2" creationId="{4DBEE579-C927-6824-12F2-613A49B138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7C863-880F-4274-B7AC-FB403030E84E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E392C-641F-4701-BBC5-365CDFD56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1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418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24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61E4-1584-A81B-AFE4-EE819FA9F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85F5B-C2ED-E8CD-EFD7-7F74A28C3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32CBC-C402-74D2-861B-2BD38954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95C13-6B31-4A51-8FDF-74631C3B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94697-116D-B1AC-0F39-FB679212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4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7BC2-EAF2-A716-0E9A-B560CEEF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03A30-6E43-81A2-FF1A-142201BC3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174E6-D33F-2A2A-59C2-0F6A2DEB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232CA-1B39-E88B-F3C6-2F3ACC04D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20D51-CCEA-7F5C-283C-CAEE22F2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4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E6AA-28E9-FDBE-FB68-91B84D49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296CD-96B2-2D16-9A89-5C36C8D6B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F50AA-7E74-312D-8091-4B0E900A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BA26F-A9BA-232B-6D3B-3288B02C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0C144-BDE5-5EDE-3B85-A8C4C53F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8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4E67-9C0D-A518-507F-B8512D31E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56918-CCCB-DB36-424D-7A7C41EA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F9F30-593B-D771-4EB4-FBC653ED0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0003B-A840-EF36-108B-F21C5F7E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8863E-060D-319D-AC7A-C900E83E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FB576-0302-0ADD-88C6-E730267C4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03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26A5-CBE9-A088-9D17-05EC4940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0C9E6-46B6-FFBD-DFCE-0725EC617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C21B5-6C0E-5A74-8D7F-33769F74D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05E4C-FC65-9B4E-0484-0A1CA3D4C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675AB-EA07-681A-A08C-A55F65117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C15714-59F2-417D-6333-55CF015D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B02C9-A250-753B-C9FB-2CDA4A1B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A0606-835D-18FF-410B-7F895498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3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E4BF-C4BF-DC70-401B-2B4A7038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0C49A-9064-B396-4F80-11255BB5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E4973-FB9B-FA97-FA7D-177154BD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1852F-1A12-F5A5-5196-050F3DA3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61765-4E1A-7C15-37C3-1AE8F5E6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FC8F8-1A34-D3F3-8DFF-8286665C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8A33-46A9-ED02-97B4-E12EED52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6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9225-E8D1-CC1F-CF15-A5A1FBB04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8518D-C2A8-6827-480E-8D7A7809C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B1DB3-1649-0FDA-B051-B5399F224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78026-39FD-6D2F-60C4-8C006329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19B6C-16D5-B6DB-19AC-DEEF2D0A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CCE3C-750F-ED61-5E37-8D71567C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8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6FCEC-BFC5-808D-650C-07307BA8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EEC242-75EC-1335-D464-1C284A6FB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D0154-BAB5-96A7-30C7-EA23F6BC8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C2789-035A-3429-07CE-32DB2ABA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A0A40-FF01-4661-F473-48186772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972D0-AD85-C1FE-6523-6A48250C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8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E3C57-7B71-02B1-FD96-68740F7B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F95C5-859A-6F7A-25DD-EEA7DEAFB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DB849-7D98-6B57-D520-83D00EC0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7FAD8-7BB4-4F5D-96A6-E03832B6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9E4D3-104F-2975-712B-E8FF6DB2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2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B89E4-C600-078D-0789-C5366E536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5068D-00CD-39F6-EA95-18B04C979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4F6D7-C0D8-89B8-5E66-88D24FBD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F798D-648E-BBE2-8730-BF2C6CFE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1ED58-7C92-3352-672E-E6150F35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8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F85675-AADE-5120-06C3-FD30369F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F0639-CBCB-96FD-4124-A256C2300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ACC2D-0C9D-61A3-4E78-59EB740D6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283B-6BD8-43CE-8C8B-E112666171B4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B637D-0D5C-06D6-9D9B-32EA420C5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79EBF-4A0D-FADB-91AA-9ED5BDB4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CD893-6AE0-41C8-85FE-0E69426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9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A2-Vc4PIOY?start=13&amp;feature=oembed" TargetMode="Externa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yrXAGY1dmE?feature=oembed" TargetMode="Externa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3" name="Rectangle 616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7 Major Tectonic Plates: The World's Largest Plate Tectonics - Earth How">
            <a:extLst>
              <a:ext uri="{FF2B5EF4-FFF2-40B4-BE49-F238E27FC236}">
                <a16:creationId xmlns:a16="http://schemas.microsoft.com/office/drawing/2014/main" id="{441D6048-0A4B-EA05-638C-2C6A36F073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9" r="21992" b="547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5" name="Rectangle 616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6975A78-649C-0000-1500-DFA88FE20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u="sng">
                <a:solidFill>
                  <a:schemeClr val="bg1"/>
                </a:solidFill>
              </a:rPr>
              <a:t>Lesson: Plate Tectonics</a:t>
            </a:r>
          </a:p>
        </p:txBody>
      </p:sp>
      <p:sp>
        <p:nvSpPr>
          <p:cNvPr id="6167" name="Rectangle 616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69" name="Rectangle 616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16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DEE38E4-1EAB-A738-2A50-2BF290B6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ENGAGE</a:t>
            </a:r>
          </a:p>
        </p:txBody>
      </p:sp>
    </p:spTree>
    <p:extLst>
      <p:ext uri="{BB962C8B-B14F-4D97-AF65-F5344CB8AC3E}">
        <p14:creationId xmlns:p14="http://schemas.microsoft.com/office/powerpoint/2010/main" val="892927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E1A6C-CBAB-05B8-7CC7-7A1599F60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150BE6-AFBC-45AB-2FDC-BD4FF4CA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1B086C-7CC6-3EA8-0474-D76B5FA2B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1C0AA-6E1D-24BD-0670-155C3AE0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i="1" dirty="0"/>
              <a:t>Engage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E7A63-3D59-CF04-4C5E-DB36EDA15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dirty="0"/>
              <a:t>While viewing the following slides, complete the organizer on how you think these events happen.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60622-FD9D-B9AD-C56C-6DB841424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253" y="1706554"/>
            <a:ext cx="5556931" cy="419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2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08B8-7465-4F73-ADAC-E7648E67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D5095-03A3-3CD6-4F38-C1F7B4FD6D59}"/>
              </a:ext>
            </a:extLst>
          </p:cNvPr>
          <p:cNvSpPr txBox="1"/>
          <p:nvPr/>
        </p:nvSpPr>
        <p:spPr>
          <a:xfrm>
            <a:off x="10496550" y="508000"/>
            <a:ext cx="1606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Insert picture of tectonics plates and question how they can move?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AAC5AA-A1A9-79CA-323E-1A205B936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113" y="5067042"/>
            <a:ext cx="2370318" cy="1790958"/>
          </a:xfrm>
          <a:prstGeom prst="rect">
            <a:avLst/>
          </a:prstGeom>
        </p:spPr>
      </p:pic>
      <p:pic>
        <p:nvPicPr>
          <p:cNvPr id="2050" name="Picture 2" descr="7 Major Tectonic Plates: The World's Largest Plate Tectonics - Earth How">
            <a:extLst>
              <a:ext uri="{FF2B5EF4-FFF2-40B4-BE49-F238E27FC236}">
                <a16:creationId xmlns:a16="http://schemas.microsoft.com/office/drawing/2014/main" id="{5041D624-A839-74A4-3537-0EBCDD6AD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63" y="1385163"/>
            <a:ext cx="8096250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5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08B8-7465-4F73-ADAC-E7648E67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D5095-03A3-3CD6-4F38-C1F7B4FD6D59}"/>
              </a:ext>
            </a:extLst>
          </p:cNvPr>
          <p:cNvSpPr txBox="1"/>
          <p:nvPr/>
        </p:nvSpPr>
        <p:spPr>
          <a:xfrm>
            <a:off x="10496550" y="508000"/>
            <a:ext cx="1606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Insert picture of tectonics plates and question how they can move?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AAC5AA-A1A9-79CA-323E-1A205B936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113" y="5067042"/>
            <a:ext cx="2370318" cy="1790958"/>
          </a:xfrm>
          <a:prstGeom prst="rect">
            <a:avLst/>
          </a:prstGeom>
        </p:spPr>
      </p:pic>
      <p:pic>
        <p:nvPicPr>
          <p:cNvPr id="3074" name="Picture 2" descr="Plate Tectonics ,Plate Boundaries and Hotspot Explanation">
            <a:extLst>
              <a:ext uri="{FF2B5EF4-FFF2-40B4-BE49-F238E27FC236}">
                <a16:creationId xmlns:a16="http://schemas.microsoft.com/office/drawing/2014/main" id="{7445C693-20CB-4CEE-E18D-336BA3220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08000"/>
            <a:ext cx="7917728" cy="623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85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FD4E2-6DF2-99AA-C69C-C55DCD59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277DEE-AB3F-12D3-0FBE-2B92A33EB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197CFD9-28DB-D2ED-0CC8-44A8CEE7A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B880D-51F0-9F8C-2C0A-11093ABC9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i="1" dirty="0"/>
              <a:t>Engage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7165-A175-C432-C12C-654D6F26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dirty="0"/>
              <a:t>Discuss your organizer for one minute with your lab partner.</a:t>
            </a:r>
          </a:p>
          <a:p>
            <a:r>
              <a:rPr lang="en-US" dirty="0"/>
              <a:t>Be prepared to share 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8C3AE-5C9E-BE9F-1BCB-A72E8ABD8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244" y="1442906"/>
            <a:ext cx="5956631" cy="450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9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FD4E2-6DF2-99AA-C69C-C55DCD59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B880D-51F0-9F8C-2C0A-11093ABC9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i="1"/>
              <a:t>Engage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7165-A175-C432-C12C-654D6F26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512" y="498698"/>
            <a:ext cx="4940808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/>
              <a:t>What is happening on Earth that causes these plates to move?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8C3AE-5C9E-BE9F-1BCB-A72E8ABD8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205" y="2874260"/>
            <a:ext cx="3729298" cy="2815619"/>
          </a:xfrm>
          <a:prstGeom prst="rect">
            <a:avLst/>
          </a:prstGeom>
        </p:spPr>
      </p:pic>
      <p:pic>
        <p:nvPicPr>
          <p:cNvPr id="5" name="Picture 2" descr="7 Major Tectonic Plates: The World's Largest Plate Tectonics - Earth How">
            <a:extLst>
              <a:ext uri="{FF2B5EF4-FFF2-40B4-BE49-F238E27FC236}">
                <a16:creationId xmlns:a16="http://schemas.microsoft.com/office/drawing/2014/main" id="{4117D84B-C31D-7F27-1EC6-9E2000D3B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297" y="2271819"/>
            <a:ext cx="6814411" cy="402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30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9AEF4-48BF-1145-4710-FDBAEAA2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F40DF8-5F01-44C5-173F-20746029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Convection Currents</a:t>
            </a:r>
          </a:p>
        </p:txBody>
      </p:sp>
      <p:pic>
        <p:nvPicPr>
          <p:cNvPr id="2" name="Picture 2" descr="Convection Currents &amp; Plate Tectonics - Laney Lee">
            <a:extLst>
              <a:ext uri="{FF2B5EF4-FFF2-40B4-BE49-F238E27FC236}">
                <a16:creationId xmlns:a16="http://schemas.microsoft.com/office/drawing/2014/main" id="{849886C7-1045-AF94-353D-BECA57486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086" y="1253765"/>
            <a:ext cx="6018621" cy="468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238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A1469-63B1-20DD-6024-7F83EB97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5286-405D-1840-9D94-F198954A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49D5-0868-51D2-04FF-76CF99B75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Lab: </a:t>
            </a:r>
            <a:r>
              <a:rPr lang="en-US"/>
              <a:t>Plate Tectonics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2D20F-CFB0-7B0C-6A91-7A4F16F39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8057A-FD40-13E3-284A-FCE8A83B3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87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99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AFCE31-6D35-582A-6AD7-18951D6F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95310"/>
            <a:ext cx="9144000" cy="2051312"/>
          </a:xfrm>
        </p:spPr>
        <p:txBody>
          <a:bodyPr/>
          <a:lstStyle/>
          <a:p>
            <a:r>
              <a:rPr lang="en-US" sz="4000" b="1" dirty="0">
                <a:latin typeface="Calibri" panose="020F0502020204030204" pitchFamily="34" charset="0"/>
              </a:rPr>
              <a:t>1962</a:t>
            </a:r>
            <a:br>
              <a:rPr lang="en-US" sz="2800" b="1" u="sng" dirty="0">
                <a:latin typeface="Calibri" panose="020F0502020204030204" pitchFamily="34" charset="0"/>
              </a:rPr>
            </a:br>
            <a:r>
              <a:rPr lang="en-US" sz="2800" b="1" u="sng" dirty="0">
                <a:latin typeface="Calibri" panose="020F0502020204030204" pitchFamily="34" charset="0"/>
              </a:rPr>
              <a:t>The mechanism forcing continents to move is understood!</a:t>
            </a:r>
            <a:br>
              <a:rPr lang="en-US" sz="2800" b="1" u="sng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Harry Hess - Theory of Sea Floor Spreading (Plate Tectonics)</a:t>
            </a:r>
            <a:br>
              <a:rPr lang="en-US" sz="1800" dirty="0">
                <a:latin typeface="Calibri" panose="020F0502020204030204" pitchFamily="34" charset="0"/>
              </a:rPr>
            </a:br>
            <a:endParaRPr lang="en-US" dirty="0"/>
          </a:p>
        </p:txBody>
      </p:sp>
      <p:pic>
        <p:nvPicPr>
          <p:cNvPr id="6" name="Online Media 5" title="PLATE TECTONICS">
            <a:hlinkClick r:id="" action="ppaction://media"/>
            <a:extLst>
              <a:ext uri="{FF2B5EF4-FFF2-40B4-BE49-F238E27FC236}">
                <a16:creationId xmlns:a16="http://schemas.microsoft.com/office/drawing/2014/main" id="{E2D7FCCC-413C-E691-4B8E-E24EA0B0FFC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833456" y="1768874"/>
            <a:ext cx="6525088" cy="4893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99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7"/>
          <p:cNvSpPr txBox="1">
            <a:spLocks noGrp="1"/>
          </p:cNvSpPr>
          <p:nvPr>
            <p:ph type="title"/>
          </p:nvPr>
        </p:nvSpPr>
        <p:spPr>
          <a:xfrm>
            <a:off x="1583538" y="36530"/>
            <a:ext cx="9084462" cy="15636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/>
              <a:t>1) </a:t>
            </a:r>
            <a:r>
              <a:rPr lang="en-US" b="1" dirty="0"/>
              <a:t>How do the plates move?</a:t>
            </a:r>
            <a:endParaRPr dirty="0"/>
          </a:p>
        </p:txBody>
      </p:sp>
      <p:sp>
        <p:nvSpPr>
          <p:cNvPr id="368" name="Google Shape;368;p47"/>
          <p:cNvSpPr txBox="1">
            <a:spLocks noGrp="1"/>
          </p:cNvSpPr>
          <p:nvPr>
            <p:ph type="body" idx="1"/>
          </p:nvPr>
        </p:nvSpPr>
        <p:spPr>
          <a:xfrm>
            <a:off x="1981200" y="999421"/>
            <a:ext cx="8513148" cy="57220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b="1" u="sng"/>
              <a:t>Convection currents</a:t>
            </a:r>
            <a:r>
              <a:rPr lang="en-US"/>
              <a:t>: </a:t>
            </a:r>
            <a:r>
              <a:rPr lang="en-US" b="1">
                <a:solidFill>
                  <a:srgbClr val="0000FF"/>
                </a:solidFill>
              </a:rPr>
              <a:t>Driving force behind plate movements caused by the uneven heating of mantle fluids by the Earth’s interior.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369" name="Google Shape;36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6244" y="3062735"/>
            <a:ext cx="7074120" cy="36587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801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99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>
            <a:spLocks noGrp="1"/>
          </p:cNvSpPr>
          <p:nvPr>
            <p:ph type="title"/>
          </p:nvPr>
        </p:nvSpPr>
        <p:spPr>
          <a:xfrm>
            <a:off x="1981200" y="-548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u="sng" dirty="0"/>
              <a:t>Convection Currents</a:t>
            </a:r>
            <a:endParaRPr u="sng" dirty="0"/>
          </a:p>
        </p:txBody>
      </p:sp>
      <p:pic>
        <p:nvPicPr>
          <p:cNvPr id="2" name="Online Media 1" title="plate tectonics">
            <a:hlinkClick r:id="" action="ppaction://media"/>
            <a:extLst>
              <a:ext uri="{FF2B5EF4-FFF2-40B4-BE49-F238E27FC236}">
                <a16:creationId xmlns:a16="http://schemas.microsoft.com/office/drawing/2014/main" id="{88CC3F8A-C141-5A92-CCAB-F53089E5B45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177988" y="870011"/>
            <a:ext cx="7836024" cy="58770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99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>
            <a:spLocks noGrp="1"/>
          </p:cNvSpPr>
          <p:nvPr>
            <p:ph type="title"/>
          </p:nvPr>
        </p:nvSpPr>
        <p:spPr>
          <a:xfrm>
            <a:off x="1981200" y="-548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u="sng" dirty="0"/>
              <a:t>ESRT Page 12</a:t>
            </a:r>
            <a:endParaRPr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940B3-B9EB-2536-DE7F-8094000FA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986" y="978810"/>
            <a:ext cx="7814028" cy="587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62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2ED5-D417-6F43-AA84-836B52A1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Elaborate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4B1F-6B9B-792C-4276-D57C7068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13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2BCBB-B728-6B3C-D34E-A05AAA54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BEE579-C927-6824-12F2-613A49B13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791" y="193461"/>
            <a:ext cx="8564418" cy="647107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1013442-1739-9BE1-75FD-F69EC3C6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468" y="432237"/>
            <a:ext cx="3490519" cy="1325563"/>
          </a:xfrm>
        </p:spPr>
        <p:txBody>
          <a:bodyPr>
            <a:normAutofit/>
          </a:bodyPr>
          <a:lstStyle/>
          <a:p>
            <a:r>
              <a:rPr lang="en-US" sz="3000" b="1" u="sng" dirty="0">
                <a:highlight>
                  <a:srgbClr val="FFFF00"/>
                </a:highlight>
              </a:rPr>
              <a:t>Convection Currents</a:t>
            </a:r>
          </a:p>
        </p:txBody>
      </p:sp>
    </p:spTree>
    <p:extLst>
      <p:ext uri="{BB962C8B-B14F-4D97-AF65-F5344CB8AC3E}">
        <p14:creationId xmlns:p14="http://schemas.microsoft.com/office/powerpoint/2010/main" val="2703699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9E542-223B-A127-BAFA-689DCBE2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7C49-296D-BA84-3B12-569561B7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D1B6-4038-4DA6-D5C1-802F782CB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Quiz/test or similar</a:t>
            </a:r>
          </a:p>
        </p:txBody>
      </p:sp>
    </p:spTree>
    <p:extLst>
      <p:ext uri="{BB962C8B-B14F-4D97-AF65-F5344CB8AC3E}">
        <p14:creationId xmlns:p14="http://schemas.microsoft.com/office/powerpoint/2010/main" val="830652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6CC74870BC944B02857AF781BBE06" ma:contentTypeVersion="6" ma:contentTypeDescription="Create a new document." ma:contentTypeScope="" ma:versionID="94fd17610baa95e33031c4149d7bcbcd">
  <xsd:schema xmlns:xsd="http://www.w3.org/2001/XMLSchema" xmlns:xs="http://www.w3.org/2001/XMLSchema" xmlns:p="http://schemas.microsoft.com/office/2006/metadata/properties" xmlns:ns2="56503b0e-fd31-45b9-a56b-0d6c74c4c7e1" xmlns:ns3="9b4b7e20-709a-4cda-b52c-22b9ad2e8640" targetNamespace="http://schemas.microsoft.com/office/2006/metadata/properties" ma:root="true" ma:fieldsID="7cfca25ec38aea5239af917e1061ab0d" ns2:_="" ns3:_="">
    <xsd:import namespace="56503b0e-fd31-45b9-a56b-0d6c74c4c7e1"/>
    <xsd:import namespace="9b4b7e20-709a-4cda-b52c-22b9ad2e8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503b0e-fd31-45b9-a56b-0d6c74c4c7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b7e20-709a-4cda-b52c-22b9ad2e86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4C7F078-0D7A-4CC4-85E4-27609242DC02}"/>
</file>

<file path=customXml/itemProps2.xml><?xml version="1.0" encoding="utf-8"?>
<ds:datastoreItem xmlns:ds="http://schemas.openxmlformats.org/officeDocument/2006/customXml" ds:itemID="{02098102-1D3E-48E1-BCD2-6E07C8A58B4B}"/>
</file>

<file path=customXml/itemProps3.xml><?xml version="1.0" encoding="utf-8"?>
<ds:datastoreItem xmlns:ds="http://schemas.openxmlformats.org/officeDocument/2006/customXml" ds:itemID="{97A6ADA2-76AB-4A96-A26F-77C83F4864A2}"/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155</Words>
  <Application>Microsoft Office PowerPoint</Application>
  <PresentationFormat>Widescreen</PresentationFormat>
  <Paragraphs>26</Paragraphs>
  <Slides>17</Slides>
  <Notes>4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Lesson: Plate Tectonics</vt:lpstr>
      <vt:lpstr>ENGAGE</vt:lpstr>
      <vt:lpstr>Engage</vt:lpstr>
      <vt:lpstr>Explore</vt:lpstr>
      <vt:lpstr>Explore</vt:lpstr>
      <vt:lpstr>Engage</vt:lpstr>
      <vt:lpstr>Engage</vt:lpstr>
      <vt:lpstr>Convection Currents</vt:lpstr>
      <vt:lpstr>Explore</vt:lpstr>
      <vt:lpstr>Explain</vt:lpstr>
      <vt:lpstr>1962 The mechanism forcing continents to move is understood! Harry Hess - Theory of Sea Floor Spreading (Plate Tectonics) </vt:lpstr>
      <vt:lpstr>1) How do the plates move?</vt:lpstr>
      <vt:lpstr>Convection Currents</vt:lpstr>
      <vt:lpstr>ESRT Page 12</vt:lpstr>
      <vt:lpstr>Elaborate</vt:lpstr>
      <vt:lpstr>Convection Currents</vt:lpstr>
      <vt:lpstr>Evaluate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 Winter</dc:creator>
  <cp:lastModifiedBy>Kyle Winter</cp:lastModifiedBy>
  <cp:revision>1</cp:revision>
  <dcterms:created xsi:type="dcterms:W3CDTF">2024-04-01T16:43:11Z</dcterms:created>
  <dcterms:modified xsi:type="dcterms:W3CDTF">2024-06-20T17:28:52Z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0x010100AD16CC74870BC944B02857AF781BBE06</vt:lpwstr>
  </property>
</Properties>
</file>