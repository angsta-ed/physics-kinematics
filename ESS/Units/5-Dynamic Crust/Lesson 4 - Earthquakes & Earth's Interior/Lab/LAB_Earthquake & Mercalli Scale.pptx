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8AFBF-03AE-4E96-B67A-FB0CDF1BD6A0}" v="2" dt="2023-11-20T14:50:43.1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Winter" userId="34daa314-b499-4a63-812e-be72b148aed2" providerId="ADAL" clId="{2078AFBF-03AE-4E96-B67A-FB0CDF1BD6A0}"/>
    <pc:docChg chg="modSld">
      <pc:chgData name="Kyle Winter" userId="34daa314-b499-4a63-812e-be72b148aed2" providerId="ADAL" clId="{2078AFBF-03AE-4E96-B67A-FB0CDF1BD6A0}" dt="2023-11-20T14:50:43.125" v="8"/>
      <pc:docMkLst>
        <pc:docMk/>
      </pc:docMkLst>
      <pc:sldChg chg="addSp modSp mod modAnim">
        <pc:chgData name="Kyle Winter" userId="34daa314-b499-4a63-812e-be72b148aed2" providerId="ADAL" clId="{2078AFBF-03AE-4E96-B67A-FB0CDF1BD6A0}" dt="2023-11-20T14:50:43.125" v="8"/>
        <pc:sldMkLst>
          <pc:docMk/>
          <pc:sldMk cId="0" sldId="257"/>
        </pc:sldMkLst>
        <pc:picChg chg="add mod">
          <ac:chgData name="Kyle Winter" userId="34daa314-b499-4a63-812e-be72b148aed2" providerId="ADAL" clId="{2078AFBF-03AE-4E96-B67A-FB0CDF1BD6A0}" dt="2023-11-20T14:50:37.417" v="7" actId="1076"/>
          <ac:picMkLst>
            <pc:docMk/>
            <pc:sldMk cId="0" sldId="257"/>
            <ac:picMk id="2" creationId="{04B28E2F-D304-03DB-5379-8419BAF0A2B1}"/>
          </ac:picMkLst>
        </pc:picChg>
        <pc:picChg chg="mod">
          <ac:chgData name="Kyle Winter" userId="34daa314-b499-4a63-812e-be72b148aed2" providerId="ADAL" clId="{2078AFBF-03AE-4E96-B67A-FB0CDF1BD6A0}" dt="2023-11-20T14:49:31.338" v="0" actId="1076"/>
          <ac:picMkLst>
            <pc:docMk/>
            <pc:sldMk cId="0" sldId="257"/>
            <ac:picMk id="3" creationId="{024620F2-255A-FEA6-86D5-3ECBE671FA58}"/>
          </ac:picMkLst>
        </pc:picChg>
      </pc:sldChg>
    </pc:docChg>
  </pc:docChgLst>
  <pc:docChgLst>
    <pc:chgData name="Kyle Winter" userId="34daa314-b499-4a63-812e-be72b148aed2" providerId="ADAL" clId="{6B5AD35B-B3D4-440F-8A05-79D8DA155ECB}"/>
    <pc:docChg chg="undo custSel addSld delSld modSld">
      <pc:chgData name="Kyle Winter" userId="34daa314-b499-4a63-812e-be72b148aed2" providerId="ADAL" clId="{6B5AD35B-B3D4-440F-8A05-79D8DA155ECB}" dt="2022-11-21T12:51:12.224" v="367" actId="14100"/>
      <pc:docMkLst>
        <pc:docMk/>
      </pc:docMkLst>
      <pc:sldChg chg="addSp delSp modSp mod">
        <pc:chgData name="Kyle Winter" userId="34daa314-b499-4a63-812e-be72b148aed2" providerId="ADAL" clId="{6B5AD35B-B3D4-440F-8A05-79D8DA155ECB}" dt="2022-11-21T12:51:12.224" v="367" actId="14100"/>
        <pc:sldMkLst>
          <pc:docMk/>
          <pc:sldMk cId="0" sldId="257"/>
        </pc:sldMkLst>
        <pc:spChg chg="add mod">
          <ac:chgData name="Kyle Winter" userId="34daa314-b499-4a63-812e-be72b148aed2" providerId="ADAL" clId="{6B5AD35B-B3D4-440F-8A05-79D8DA155ECB}" dt="2022-11-21T12:51:12.224" v="367" actId="14100"/>
          <ac:spMkLst>
            <pc:docMk/>
            <pc:sldMk cId="0" sldId="257"/>
            <ac:spMk id="4" creationId="{5522ACD2-0B9E-0703-461D-52B2D0F27888}"/>
          </ac:spMkLst>
        </pc:spChg>
        <pc:picChg chg="add mod">
          <ac:chgData name="Kyle Winter" userId="34daa314-b499-4a63-812e-be72b148aed2" providerId="ADAL" clId="{6B5AD35B-B3D4-440F-8A05-79D8DA155ECB}" dt="2022-11-21T12:50:02.735" v="359" actId="1076"/>
          <ac:picMkLst>
            <pc:docMk/>
            <pc:sldMk cId="0" sldId="257"/>
            <ac:picMk id="3" creationId="{024620F2-255A-FEA6-86D5-3ECBE671FA58}"/>
          </ac:picMkLst>
        </pc:picChg>
        <pc:picChg chg="del">
          <ac:chgData name="Kyle Winter" userId="34daa314-b499-4a63-812e-be72b148aed2" providerId="ADAL" clId="{6B5AD35B-B3D4-440F-8A05-79D8DA155ECB}" dt="2022-11-21T12:40:59.462" v="0" actId="478"/>
          <ac:picMkLst>
            <pc:docMk/>
            <pc:sldMk cId="0" sldId="257"/>
            <ac:picMk id="61" creationId="{00000000-0000-0000-0000-000000000000}"/>
          </ac:picMkLst>
        </pc:picChg>
      </pc:sldChg>
      <pc:sldChg chg="modSp mod">
        <pc:chgData name="Kyle Winter" userId="34daa314-b499-4a63-812e-be72b148aed2" providerId="ADAL" clId="{6B5AD35B-B3D4-440F-8A05-79D8DA155ECB}" dt="2022-11-21T12:50:51.601" v="365" actId="14100"/>
        <pc:sldMkLst>
          <pc:docMk/>
          <pc:sldMk cId="0" sldId="258"/>
        </pc:sldMkLst>
        <pc:picChg chg="mod">
          <ac:chgData name="Kyle Winter" userId="34daa314-b499-4a63-812e-be72b148aed2" providerId="ADAL" clId="{6B5AD35B-B3D4-440F-8A05-79D8DA155ECB}" dt="2022-11-21T12:50:51.601" v="365" actId="14100"/>
          <ac:picMkLst>
            <pc:docMk/>
            <pc:sldMk cId="0" sldId="258"/>
            <ac:picMk id="66" creationId="{00000000-0000-0000-0000-000000000000}"/>
          </ac:picMkLst>
        </pc:picChg>
        <pc:picChg chg="mod">
          <ac:chgData name="Kyle Winter" userId="34daa314-b499-4a63-812e-be72b148aed2" providerId="ADAL" clId="{6B5AD35B-B3D4-440F-8A05-79D8DA155ECB}" dt="2022-11-21T12:50:46.436" v="364" actId="14100"/>
          <ac:picMkLst>
            <pc:docMk/>
            <pc:sldMk cId="0" sldId="258"/>
            <ac:picMk id="67" creationId="{00000000-0000-0000-0000-000000000000}"/>
          </ac:picMkLst>
        </pc:picChg>
      </pc:sldChg>
      <pc:sldChg chg="del">
        <pc:chgData name="Kyle Winter" userId="34daa314-b499-4a63-812e-be72b148aed2" providerId="ADAL" clId="{6B5AD35B-B3D4-440F-8A05-79D8DA155ECB}" dt="2022-11-21T12:43:05.281" v="2" actId="47"/>
        <pc:sldMkLst>
          <pc:docMk/>
          <pc:sldMk cId="0" sldId="262"/>
        </pc:sldMkLst>
      </pc:sldChg>
      <pc:sldChg chg="del">
        <pc:chgData name="Kyle Winter" userId="34daa314-b499-4a63-812e-be72b148aed2" providerId="ADAL" clId="{6B5AD35B-B3D4-440F-8A05-79D8DA155ECB}" dt="2022-11-21T12:43:08.226" v="3" actId="47"/>
        <pc:sldMkLst>
          <pc:docMk/>
          <pc:sldMk cId="0" sldId="263"/>
        </pc:sldMkLst>
      </pc:sldChg>
      <pc:sldChg chg="addSp delSp modSp mod">
        <pc:chgData name="Kyle Winter" userId="34daa314-b499-4a63-812e-be72b148aed2" providerId="ADAL" clId="{6B5AD35B-B3D4-440F-8A05-79D8DA155ECB}" dt="2022-11-21T12:44:20.790" v="18" actId="1076"/>
        <pc:sldMkLst>
          <pc:docMk/>
          <pc:sldMk cId="0" sldId="264"/>
        </pc:sldMkLst>
        <pc:spChg chg="del">
          <ac:chgData name="Kyle Winter" userId="34daa314-b499-4a63-812e-be72b148aed2" providerId="ADAL" clId="{6B5AD35B-B3D4-440F-8A05-79D8DA155ECB}" dt="2022-11-21T12:43:23.641" v="7" actId="478"/>
          <ac:spMkLst>
            <pc:docMk/>
            <pc:sldMk cId="0" sldId="264"/>
            <ac:spMk id="138" creationId="{00000000-0000-0000-0000-000000000000}"/>
          </ac:spMkLst>
        </pc:spChg>
        <pc:picChg chg="add mod">
          <ac:chgData name="Kyle Winter" userId="34daa314-b499-4a63-812e-be72b148aed2" providerId="ADAL" clId="{6B5AD35B-B3D4-440F-8A05-79D8DA155ECB}" dt="2022-11-21T12:44:20.790" v="18" actId="1076"/>
          <ac:picMkLst>
            <pc:docMk/>
            <pc:sldMk cId="0" sldId="264"/>
            <ac:picMk id="3" creationId="{21C7FD69-657E-A8A8-6506-95ED04C3D8CC}"/>
          </ac:picMkLst>
        </pc:picChg>
        <pc:picChg chg="add mod">
          <ac:chgData name="Kyle Winter" userId="34daa314-b499-4a63-812e-be72b148aed2" providerId="ADAL" clId="{6B5AD35B-B3D4-440F-8A05-79D8DA155ECB}" dt="2022-11-21T12:44:17.302" v="17" actId="1076"/>
          <ac:picMkLst>
            <pc:docMk/>
            <pc:sldMk cId="0" sldId="264"/>
            <ac:picMk id="5" creationId="{717FA980-996D-30E5-69A4-8DBA49E6D26B}"/>
          </ac:picMkLst>
        </pc:picChg>
        <pc:picChg chg="del">
          <ac:chgData name="Kyle Winter" userId="34daa314-b499-4a63-812e-be72b148aed2" providerId="ADAL" clId="{6B5AD35B-B3D4-440F-8A05-79D8DA155ECB}" dt="2022-11-21T12:43:21.529" v="6" actId="478"/>
          <ac:picMkLst>
            <pc:docMk/>
            <pc:sldMk cId="0" sldId="264"/>
            <ac:picMk id="137" creationId="{00000000-0000-0000-0000-000000000000}"/>
          </ac:picMkLst>
        </pc:picChg>
      </pc:sldChg>
      <pc:sldChg chg="add del">
        <pc:chgData name="Kyle Winter" userId="34daa314-b499-4a63-812e-be72b148aed2" providerId="ADAL" clId="{6B5AD35B-B3D4-440F-8A05-79D8DA155ECB}" dt="2022-11-21T12:44:28.534" v="19" actId="47"/>
        <pc:sldMkLst>
          <pc:docMk/>
          <pc:sldMk cId="1663547602" sldId="265"/>
        </pc:sldMkLst>
      </pc:sldChg>
      <pc:sldChg chg="add del">
        <pc:chgData name="Kyle Winter" userId="34daa314-b499-4a63-812e-be72b148aed2" providerId="ADAL" clId="{6B5AD35B-B3D4-440F-8A05-79D8DA155ECB}" dt="2022-11-21T12:44:28.534" v="19" actId="47"/>
        <pc:sldMkLst>
          <pc:docMk/>
          <pc:sldMk cId="3813793512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70c762d55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70c762d55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0c762d55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0c762d55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70c762d55f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70c762d55f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0c762d55f_1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0c762d55f_1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0c762d55f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0c762d55f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70c762d55f_1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70c762d55f_1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70c762d55f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70c762d55f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_Jrx6mFMrsM?feature=oembed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Earthquakes &amp; Mercalli Scale</a:t>
            </a:r>
            <a:endParaRPr u="sng"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6266" y="822650"/>
            <a:ext cx="3031809" cy="4081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150" y="901600"/>
            <a:ext cx="5654990" cy="3799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620F2-255A-FEA6-86D5-3ECBE671FA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068" y="640122"/>
            <a:ext cx="5540805" cy="45033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22ACD2-0B9E-0703-461D-52B2D0F27888}"/>
              </a:ext>
            </a:extLst>
          </p:cNvPr>
          <p:cNvSpPr txBox="1"/>
          <p:nvPr/>
        </p:nvSpPr>
        <p:spPr>
          <a:xfrm>
            <a:off x="146304" y="0"/>
            <a:ext cx="899769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LEARNING TARGET</a:t>
            </a:r>
            <a:r>
              <a:rPr lang="en-US" sz="2000" dirty="0"/>
              <a:t>: </a:t>
            </a:r>
            <a:r>
              <a:rPr lang="en-US" sz="1800" dirty="0"/>
              <a:t>After 42 minutes, I can use the Mercalli scale to construct an isoseismal map and answer associated questions. </a:t>
            </a:r>
            <a:endParaRPr lang="en-US" sz="2000" dirty="0"/>
          </a:p>
        </p:txBody>
      </p:sp>
      <p:pic>
        <p:nvPicPr>
          <p:cNvPr id="2" name="Online Media 1" title="Four Versions of the 1010 WINS Sounder">
            <a:hlinkClick r:id="" action="ppaction://media"/>
            <a:extLst>
              <a:ext uri="{FF2B5EF4-FFF2-40B4-BE49-F238E27FC236}">
                <a16:creationId xmlns:a16="http://schemas.microsoft.com/office/drawing/2014/main" id="{04B28E2F-D304-03DB-5379-8419BAF0A2B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696944" y="640122"/>
            <a:ext cx="5896416" cy="3331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5"/>
          <p:cNvPicPr preferRelativeResize="0"/>
          <p:nvPr/>
        </p:nvPicPr>
        <p:blipFill rotWithShape="1">
          <a:blip r:embed="rId3">
            <a:alphaModFix/>
          </a:blip>
          <a:srcRect l="32218" t="14547" r="34723" b="5694"/>
          <a:stretch/>
        </p:blipFill>
        <p:spPr>
          <a:xfrm>
            <a:off x="0" y="0"/>
            <a:ext cx="378996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l="33051" t="16179" r="34376" b="7716"/>
          <a:stretch/>
        </p:blipFill>
        <p:spPr>
          <a:xfrm>
            <a:off x="4407200" y="0"/>
            <a:ext cx="3913498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" name="Google Shape;68;p15"/>
          <p:cNvCxnSpPr/>
          <p:nvPr/>
        </p:nvCxnSpPr>
        <p:spPr>
          <a:xfrm rot="10800000" flipH="1">
            <a:off x="5380860" y="982590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5"/>
          <p:cNvCxnSpPr/>
          <p:nvPr/>
        </p:nvCxnSpPr>
        <p:spPr>
          <a:xfrm rot="10800000" flipH="1">
            <a:off x="5781895" y="1414332"/>
            <a:ext cx="451200" cy="3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l="32218" t="14547" r="34723" b="5694"/>
          <a:stretch/>
        </p:blipFill>
        <p:spPr>
          <a:xfrm>
            <a:off x="0" y="0"/>
            <a:ext cx="3789965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l="33128" t="26306" r="33970" b="37423"/>
          <a:stretch/>
        </p:blipFill>
        <p:spPr>
          <a:xfrm>
            <a:off x="4461550" y="935851"/>
            <a:ext cx="4200048" cy="26044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5067400" y="442575"/>
            <a:ext cx="3025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FF0000"/>
                </a:solidFill>
              </a:rPr>
              <a:t>CONTINUED ON BACK</a:t>
            </a:r>
            <a:endParaRPr b="1" u="sng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 rotWithShape="1">
          <a:blip r:embed="rId3">
            <a:alphaModFix/>
          </a:blip>
          <a:srcRect l="23867" t="16940" r="24604" b="13343"/>
          <a:stretch/>
        </p:blipFill>
        <p:spPr>
          <a:xfrm>
            <a:off x="928051" y="0"/>
            <a:ext cx="6758458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2" name="Google Shape;82;p17"/>
          <p:cNvCxnSpPr/>
          <p:nvPr/>
        </p:nvCxnSpPr>
        <p:spPr>
          <a:xfrm rot="10800000" flipH="1">
            <a:off x="2819078" y="2031280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17"/>
          <p:cNvCxnSpPr/>
          <p:nvPr/>
        </p:nvCxnSpPr>
        <p:spPr>
          <a:xfrm rot="10800000" flipH="1">
            <a:off x="4716824" y="1563171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 rotWithShape="1">
          <a:blip r:embed="rId3">
            <a:alphaModFix/>
          </a:blip>
          <a:srcRect l="23867" t="16940" r="24604" b="13343"/>
          <a:stretch/>
        </p:blipFill>
        <p:spPr>
          <a:xfrm>
            <a:off x="928051" y="0"/>
            <a:ext cx="6758458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" name="Google Shape;89;p18"/>
          <p:cNvCxnSpPr/>
          <p:nvPr/>
        </p:nvCxnSpPr>
        <p:spPr>
          <a:xfrm rot="10800000" flipH="1">
            <a:off x="1146225" y="2096625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0" name="Google Shape;90;p18"/>
          <p:cNvCxnSpPr/>
          <p:nvPr/>
        </p:nvCxnSpPr>
        <p:spPr>
          <a:xfrm rot="10800000" flipH="1">
            <a:off x="3356025" y="3116243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8"/>
          <p:cNvCxnSpPr/>
          <p:nvPr/>
        </p:nvCxnSpPr>
        <p:spPr>
          <a:xfrm rot="10800000" flipH="1">
            <a:off x="5311807" y="4121353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8"/>
          <p:cNvCxnSpPr/>
          <p:nvPr/>
        </p:nvCxnSpPr>
        <p:spPr>
          <a:xfrm rot="10800000" flipH="1">
            <a:off x="6171771" y="4281007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8"/>
          <p:cNvCxnSpPr/>
          <p:nvPr/>
        </p:nvCxnSpPr>
        <p:spPr>
          <a:xfrm rot="10800000" flipH="1">
            <a:off x="6012224" y="3533516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8"/>
          <p:cNvCxnSpPr/>
          <p:nvPr/>
        </p:nvCxnSpPr>
        <p:spPr>
          <a:xfrm rot="10800000" flipH="1">
            <a:off x="3650024" y="2586444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" name="Google Shape;95;p18"/>
          <p:cNvCxnSpPr/>
          <p:nvPr/>
        </p:nvCxnSpPr>
        <p:spPr>
          <a:xfrm rot="10800000" flipH="1">
            <a:off x="2819078" y="2031280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6" name="Google Shape;96;p18"/>
          <p:cNvCxnSpPr/>
          <p:nvPr/>
        </p:nvCxnSpPr>
        <p:spPr>
          <a:xfrm rot="10800000" flipH="1">
            <a:off x="5638478" y="2564680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" name="Google Shape;97;p18"/>
          <p:cNvCxnSpPr/>
          <p:nvPr/>
        </p:nvCxnSpPr>
        <p:spPr>
          <a:xfrm rot="10800000" flipH="1">
            <a:off x="5137751" y="2143753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" name="Google Shape;98;p18"/>
          <p:cNvCxnSpPr/>
          <p:nvPr/>
        </p:nvCxnSpPr>
        <p:spPr>
          <a:xfrm rot="10800000" flipH="1">
            <a:off x="4528151" y="2013117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" name="Google Shape;99;p18"/>
          <p:cNvCxnSpPr/>
          <p:nvPr/>
        </p:nvCxnSpPr>
        <p:spPr>
          <a:xfrm rot="10800000" flipH="1">
            <a:off x="3994751" y="1632117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8"/>
          <p:cNvCxnSpPr/>
          <p:nvPr/>
        </p:nvCxnSpPr>
        <p:spPr>
          <a:xfrm rot="10800000" flipH="1">
            <a:off x="5061551" y="260517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" name="Google Shape;101;p18"/>
          <p:cNvCxnSpPr/>
          <p:nvPr/>
        </p:nvCxnSpPr>
        <p:spPr>
          <a:xfrm rot="10800000" flipH="1">
            <a:off x="5631224" y="1791771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" name="Google Shape;102;p18"/>
          <p:cNvCxnSpPr/>
          <p:nvPr/>
        </p:nvCxnSpPr>
        <p:spPr>
          <a:xfrm rot="10800000" flipH="1">
            <a:off x="4716824" y="1563171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" name="Google Shape;103;p18"/>
          <p:cNvCxnSpPr/>
          <p:nvPr/>
        </p:nvCxnSpPr>
        <p:spPr>
          <a:xfrm rot="10800000" flipH="1">
            <a:off x="5903351" y="496371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" name="Google Shape;104;p18"/>
          <p:cNvCxnSpPr/>
          <p:nvPr/>
        </p:nvCxnSpPr>
        <p:spPr>
          <a:xfrm rot="10800000" flipH="1">
            <a:off x="6041242" y="953571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" name="Google Shape;105;p18"/>
          <p:cNvCxnSpPr/>
          <p:nvPr/>
        </p:nvCxnSpPr>
        <p:spPr>
          <a:xfrm rot="10800000" flipH="1">
            <a:off x="5500641" y="1015262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" name="Google Shape;106;p18"/>
          <p:cNvCxnSpPr/>
          <p:nvPr/>
        </p:nvCxnSpPr>
        <p:spPr>
          <a:xfrm rot="10800000" flipH="1">
            <a:off x="5272041" y="877371"/>
            <a:ext cx="573000" cy="72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C7FD69-657E-A8A8-6506-95ED04C3D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476" y="134118"/>
            <a:ext cx="4064773" cy="48524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7FA980-996D-30E5-69A4-8DBA49E6D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34118"/>
            <a:ext cx="4417524" cy="48524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16CC74870BC944B02857AF781BBE06" ma:contentTypeVersion="6" ma:contentTypeDescription="Create a new document." ma:contentTypeScope="" ma:versionID="94fd17610baa95e33031c4149d7bcbcd">
  <xsd:schema xmlns:xsd="http://www.w3.org/2001/XMLSchema" xmlns:xs="http://www.w3.org/2001/XMLSchema" xmlns:p="http://schemas.microsoft.com/office/2006/metadata/properties" xmlns:ns2="56503b0e-fd31-45b9-a56b-0d6c74c4c7e1" xmlns:ns3="9b4b7e20-709a-4cda-b52c-22b9ad2e8640" targetNamespace="http://schemas.microsoft.com/office/2006/metadata/properties" ma:root="true" ma:fieldsID="7cfca25ec38aea5239af917e1061ab0d" ns2:_="" ns3:_="">
    <xsd:import namespace="56503b0e-fd31-45b9-a56b-0d6c74c4c7e1"/>
    <xsd:import namespace="9b4b7e20-709a-4cda-b52c-22b9ad2e86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503b0e-fd31-45b9-a56b-0d6c74c4c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4b7e20-709a-4cda-b52c-22b9ad2e864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32A20D2-E57F-48FC-9886-5F993E32EBB6}"/>
</file>

<file path=customXml/itemProps2.xml><?xml version="1.0" encoding="utf-8"?>
<ds:datastoreItem xmlns:ds="http://schemas.openxmlformats.org/officeDocument/2006/customXml" ds:itemID="{8910BDB1-144E-4FCE-AE17-868E46E89AB3}"/>
</file>

<file path=customXml/itemProps3.xml><?xml version="1.0" encoding="utf-8"?>
<ds:datastoreItem xmlns:ds="http://schemas.openxmlformats.org/officeDocument/2006/customXml" ds:itemID="{FA651790-F2A7-48B7-B89A-CD5F0DD3ECF1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</Words>
  <Application>Microsoft Office PowerPoint</Application>
  <PresentationFormat>On-screen Show (16:9)</PresentationFormat>
  <Paragraphs>3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Earthquakes &amp; Mercalli Scale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Earthquakes &amp; Mercalli Scale</dc:title>
  <cp:lastModifiedBy>Kyle Winter</cp:lastModifiedBy>
  <cp:revision>1</cp:revision>
  <dcterms:modified xsi:type="dcterms:W3CDTF">2023-11-20T14:50:43Z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0x010100AD16CC74870BC944B02857AF781BBE06</vt:lpwstr>
  </property>
</Properties>
</file>